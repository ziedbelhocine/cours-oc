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6" r:id="rId4"/>
  </p:sldMasterIdLst>
  <p:notesMasterIdLst>
    <p:notesMasterId r:id="rId13"/>
  </p:notesMasterIdLst>
  <p:handoutMasterIdLst>
    <p:handoutMasterId r:id="rId14"/>
  </p:handoutMasterIdLst>
  <p:sldIdLst>
    <p:sldId id="256" r:id="rId5"/>
    <p:sldId id="311" r:id="rId6"/>
    <p:sldId id="310" r:id="rId7"/>
    <p:sldId id="305" r:id="rId8"/>
    <p:sldId id="315" r:id="rId9"/>
    <p:sldId id="312" r:id="rId10"/>
    <p:sldId id="316" r:id="rId11"/>
    <p:sldId id="276" r:id="rId12"/>
  </p:sldIdLst>
  <p:sldSz cx="12192000" cy="6858000"/>
  <p:notesSz cx="6858000" cy="9144000"/>
  <p:defaultTextStyle>
    <a:defPPr rtl="0">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82930" autoAdjust="0"/>
  </p:normalViewPr>
  <p:slideViewPr>
    <p:cSldViewPr snapToGrid="0">
      <p:cViewPr varScale="1">
        <p:scale>
          <a:sx n="92" d="100"/>
          <a:sy n="92" d="100"/>
        </p:scale>
        <p:origin x="1254" y="78"/>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3882" y="133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ed Belhocine" userId="200cc0e2b299676e" providerId="LiveId" clId="{95111075-9CB2-432D-B2EF-7A052D7A8864}"/>
    <pc:docChg chg="undo custSel delSld modSld sldOrd">
      <pc:chgData name="Zied Belhocine" userId="200cc0e2b299676e" providerId="LiveId" clId="{95111075-9CB2-432D-B2EF-7A052D7A8864}" dt="2026-01-16T14:46:27.408" v="1380" actId="20577"/>
      <pc:docMkLst>
        <pc:docMk/>
      </pc:docMkLst>
      <pc:sldChg chg="del">
        <pc:chgData name="Zied Belhocine" userId="200cc0e2b299676e" providerId="LiveId" clId="{95111075-9CB2-432D-B2EF-7A052D7A8864}" dt="2026-01-16T10:22:58.938" v="249" actId="47"/>
        <pc:sldMkLst>
          <pc:docMk/>
          <pc:sldMk cId="4153042215" sldId="300"/>
        </pc:sldMkLst>
      </pc:sldChg>
      <pc:sldChg chg="del">
        <pc:chgData name="Zied Belhocine" userId="200cc0e2b299676e" providerId="LiveId" clId="{95111075-9CB2-432D-B2EF-7A052D7A8864}" dt="2026-01-16T10:08:36.281" v="7" actId="47"/>
        <pc:sldMkLst>
          <pc:docMk/>
          <pc:sldMk cId="2353362535" sldId="306"/>
        </pc:sldMkLst>
      </pc:sldChg>
      <pc:sldChg chg="del">
        <pc:chgData name="Zied Belhocine" userId="200cc0e2b299676e" providerId="LiveId" clId="{95111075-9CB2-432D-B2EF-7A052D7A8864}" dt="2026-01-16T10:23:01.942" v="250" actId="47"/>
        <pc:sldMkLst>
          <pc:docMk/>
          <pc:sldMk cId="1250150470" sldId="308"/>
        </pc:sldMkLst>
      </pc:sldChg>
      <pc:sldChg chg="del">
        <pc:chgData name="Zied Belhocine" userId="200cc0e2b299676e" providerId="LiveId" clId="{95111075-9CB2-432D-B2EF-7A052D7A8864}" dt="2026-01-16T10:07:42.314" v="1" actId="47"/>
        <pc:sldMkLst>
          <pc:docMk/>
          <pc:sldMk cId="392528271" sldId="309"/>
        </pc:sldMkLst>
      </pc:sldChg>
      <pc:sldChg chg="addSp delSp modSp mod modNotesTx">
        <pc:chgData name="Zied Belhocine" userId="200cc0e2b299676e" providerId="LiveId" clId="{95111075-9CB2-432D-B2EF-7A052D7A8864}" dt="2026-01-16T14:46:27.408" v="1380" actId="20577"/>
        <pc:sldMkLst>
          <pc:docMk/>
          <pc:sldMk cId="1077389057" sldId="310"/>
        </pc:sldMkLst>
        <pc:spChg chg="mod">
          <ac:chgData name="Zied Belhocine" userId="200cc0e2b299676e" providerId="LiveId" clId="{95111075-9CB2-432D-B2EF-7A052D7A8864}" dt="2026-01-16T14:46:27.408" v="1380" actId="20577"/>
          <ac:spMkLst>
            <pc:docMk/>
            <pc:sldMk cId="1077389057" sldId="310"/>
            <ac:spMk id="7" creationId="{E503D5C8-EABC-8DB3-766D-2D8D43C29F2E}"/>
          </ac:spMkLst>
        </pc:spChg>
        <pc:spChg chg="mod">
          <ac:chgData name="Zied Belhocine" userId="200cc0e2b299676e" providerId="LiveId" clId="{95111075-9CB2-432D-B2EF-7A052D7A8864}" dt="2026-01-16T10:45:39.208" v="996" actId="20577"/>
          <ac:spMkLst>
            <pc:docMk/>
            <pc:sldMk cId="1077389057" sldId="310"/>
            <ac:spMk id="8" creationId="{4F487A6A-202B-34F2-3157-3A0DB7CFF017}"/>
          </ac:spMkLst>
        </pc:spChg>
        <pc:picChg chg="mod">
          <ac:chgData name="Zied Belhocine" userId="200cc0e2b299676e" providerId="LiveId" clId="{95111075-9CB2-432D-B2EF-7A052D7A8864}" dt="2026-01-16T10:37:39.531" v="351" actId="1076"/>
          <ac:picMkLst>
            <pc:docMk/>
            <pc:sldMk cId="1077389057" sldId="310"/>
            <ac:picMk id="6" creationId="{2415FE7D-904B-B539-B403-F92F79825ED8}"/>
          </ac:picMkLst>
        </pc:picChg>
        <pc:picChg chg="add del mod">
          <ac:chgData name="Zied Belhocine" userId="200cc0e2b299676e" providerId="LiveId" clId="{95111075-9CB2-432D-B2EF-7A052D7A8864}" dt="2026-01-16T10:21:32.452" v="238" actId="21"/>
          <ac:picMkLst>
            <pc:docMk/>
            <pc:sldMk cId="1077389057" sldId="310"/>
            <ac:picMk id="11" creationId="{DB5E87F0-B975-281F-8F51-F476FD212770}"/>
          </ac:picMkLst>
        </pc:picChg>
        <pc:picChg chg="add del mod">
          <ac:chgData name="Zied Belhocine" userId="200cc0e2b299676e" providerId="LiveId" clId="{95111075-9CB2-432D-B2EF-7A052D7A8864}" dt="2026-01-16T10:37:37.672" v="350" actId="478"/>
          <ac:picMkLst>
            <pc:docMk/>
            <pc:sldMk cId="1077389057" sldId="310"/>
            <ac:picMk id="12" creationId="{7D117CC0-F17D-D221-DFBC-1C7463B111E2}"/>
          </ac:picMkLst>
        </pc:picChg>
      </pc:sldChg>
      <pc:sldChg chg="addSp delSp modSp mod modNotesTx">
        <pc:chgData name="Zied Belhocine" userId="200cc0e2b299676e" providerId="LiveId" clId="{95111075-9CB2-432D-B2EF-7A052D7A8864}" dt="2026-01-16T14:44:01.068" v="1364" actId="20577"/>
        <pc:sldMkLst>
          <pc:docMk/>
          <pc:sldMk cId="97789807" sldId="311"/>
        </pc:sldMkLst>
        <pc:spChg chg="mod">
          <ac:chgData name="Zied Belhocine" userId="200cc0e2b299676e" providerId="LiveId" clId="{95111075-9CB2-432D-B2EF-7A052D7A8864}" dt="2026-01-16T14:44:01.068" v="1364" actId="20577"/>
          <ac:spMkLst>
            <pc:docMk/>
            <pc:sldMk cId="97789807" sldId="311"/>
            <ac:spMk id="10" creationId="{0519737F-9D2D-31DE-5686-D6F447D5D3F5}"/>
          </ac:spMkLst>
        </pc:spChg>
        <pc:spChg chg="mod">
          <ac:chgData name="Zied Belhocine" userId="200cc0e2b299676e" providerId="LiveId" clId="{95111075-9CB2-432D-B2EF-7A052D7A8864}" dt="2026-01-16T10:40:50.965" v="381" actId="20577"/>
          <ac:spMkLst>
            <pc:docMk/>
            <pc:sldMk cId="97789807" sldId="311"/>
            <ac:spMk id="12" creationId="{F8A892BB-5431-CA08-0719-4F1CA5524A86}"/>
          </ac:spMkLst>
        </pc:spChg>
        <pc:graphicFrameChg chg="add del mod modGraphic">
          <ac:chgData name="Zied Belhocine" userId="200cc0e2b299676e" providerId="LiveId" clId="{95111075-9CB2-432D-B2EF-7A052D7A8864}" dt="2026-01-16T10:35:58.328" v="328" actId="931"/>
          <ac:graphicFrameMkLst>
            <pc:docMk/>
            <pc:sldMk cId="97789807" sldId="311"/>
            <ac:graphicFrameMk id="9" creationId="{B34F884C-268B-76EF-D3AA-5B4A642C2F36}"/>
          </ac:graphicFrameMkLst>
        </pc:graphicFrameChg>
        <pc:picChg chg="mod">
          <ac:chgData name="Zied Belhocine" userId="200cc0e2b299676e" providerId="LiveId" clId="{95111075-9CB2-432D-B2EF-7A052D7A8864}" dt="2026-01-16T10:40:42.423" v="360" actId="1076"/>
          <ac:picMkLst>
            <pc:docMk/>
            <pc:sldMk cId="97789807" sldId="311"/>
            <ac:picMk id="6" creationId="{1644FE99-D60F-F9B7-54F1-E7C63F4B7639}"/>
          </ac:picMkLst>
        </pc:picChg>
        <pc:picChg chg="add del mod">
          <ac:chgData name="Zied Belhocine" userId="200cc0e2b299676e" providerId="LiveId" clId="{95111075-9CB2-432D-B2EF-7A052D7A8864}" dt="2026-01-16T10:37:32.732" v="348" actId="478"/>
          <ac:picMkLst>
            <pc:docMk/>
            <pc:sldMk cId="97789807" sldId="311"/>
            <ac:picMk id="8" creationId="{7EEA219C-8FBA-0ECB-A4A0-08D54E8BADDA}"/>
          </ac:picMkLst>
        </pc:picChg>
      </pc:sldChg>
      <pc:sldChg chg="addSp delSp modSp mod modNotesTx">
        <pc:chgData name="Zied Belhocine" userId="200cc0e2b299676e" providerId="LiveId" clId="{95111075-9CB2-432D-B2EF-7A052D7A8864}" dt="2026-01-16T10:47:12.888" v="1152" actId="14100"/>
        <pc:sldMkLst>
          <pc:docMk/>
          <pc:sldMk cId="3931900636" sldId="312"/>
        </pc:sldMkLst>
        <pc:spChg chg="mod">
          <ac:chgData name="Zied Belhocine" userId="200cc0e2b299676e" providerId="LiveId" clId="{95111075-9CB2-432D-B2EF-7A052D7A8864}" dt="2026-01-16T10:23:25.831" v="254"/>
          <ac:spMkLst>
            <pc:docMk/>
            <pc:sldMk cId="3931900636" sldId="312"/>
            <ac:spMk id="7" creationId="{672B12A8-6C11-5AE7-B843-F4233C2A8988}"/>
          </ac:spMkLst>
        </pc:spChg>
        <pc:spChg chg="mod">
          <ac:chgData name="Zied Belhocine" userId="200cc0e2b299676e" providerId="LiveId" clId="{95111075-9CB2-432D-B2EF-7A052D7A8864}" dt="2026-01-16T10:47:12.888" v="1152" actId="14100"/>
          <ac:spMkLst>
            <pc:docMk/>
            <pc:sldMk cId="3931900636" sldId="312"/>
            <ac:spMk id="8" creationId="{9B346097-CD60-B70F-E35D-83B3B4CC3325}"/>
          </ac:spMkLst>
        </pc:spChg>
        <pc:graphicFrameChg chg="add del mod modGraphic">
          <ac:chgData name="Zied Belhocine" userId="200cc0e2b299676e" providerId="LiveId" clId="{95111075-9CB2-432D-B2EF-7A052D7A8864}" dt="2026-01-16T10:37:45.090" v="354" actId="478"/>
          <ac:graphicFrameMkLst>
            <pc:docMk/>
            <pc:sldMk cId="3931900636" sldId="312"/>
            <ac:graphicFrameMk id="12" creationId="{B624A9EF-D4C8-404E-A4C0-DF2EE9991174}"/>
          </ac:graphicFrameMkLst>
        </pc:graphicFrameChg>
        <pc:picChg chg="mod">
          <ac:chgData name="Zied Belhocine" userId="200cc0e2b299676e" providerId="LiveId" clId="{95111075-9CB2-432D-B2EF-7A052D7A8864}" dt="2026-01-16T10:37:46.244" v="355" actId="1076"/>
          <ac:picMkLst>
            <pc:docMk/>
            <pc:sldMk cId="3931900636" sldId="312"/>
            <ac:picMk id="6" creationId="{29786476-4BDF-EE96-67CE-9A1137BB4B39}"/>
          </ac:picMkLst>
        </pc:picChg>
        <pc:picChg chg="add del mod">
          <ac:chgData name="Zied Belhocine" userId="200cc0e2b299676e" providerId="LiveId" clId="{95111075-9CB2-432D-B2EF-7A052D7A8864}" dt="2026-01-16T10:36:28.299" v="334" actId="478"/>
          <ac:picMkLst>
            <pc:docMk/>
            <pc:sldMk cId="3931900636" sldId="312"/>
            <ac:picMk id="11" creationId="{C1464D82-1669-F020-CC89-1B30577D8FAB}"/>
          </ac:picMkLst>
        </pc:picChg>
      </pc:sldChg>
      <pc:sldChg chg="addSp delSp modSp mod ord modNotesTx">
        <pc:chgData name="Zied Belhocine" userId="200cc0e2b299676e" providerId="LiveId" clId="{95111075-9CB2-432D-B2EF-7A052D7A8864}" dt="2026-01-16T10:46:10.976" v="1061" actId="20577"/>
        <pc:sldMkLst>
          <pc:docMk/>
          <pc:sldMk cId="1088945588" sldId="315"/>
        </pc:sldMkLst>
        <pc:spChg chg="mod">
          <ac:chgData name="Zied Belhocine" userId="200cc0e2b299676e" providerId="LiveId" clId="{95111075-9CB2-432D-B2EF-7A052D7A8864}" dt="2026-01-16T10:33:04.034" v="294" actId="1076"/>
          <ac:spMkLst>
            <pc:docMk/>
            <pc:sldMk cId="1088945588" sldId="315"/>
            <ac:spMk id="5" creationId="{EF0CD643-2533-5CD6-2446-CB3E7AD4785B}"/>
          </ac:spMkLst>
        </pc:spChg>
        <pc:spChg chg="mod">
          <ac:chgData name="Zied Belhocine" userId="200cc0e2b299676e" providerId="LiveId" clId="{95111075-9CB2-432D-B2EF-7A052D7A8864}" dt="2026-01-16T10:46:10.976" v="1061" actId="20577"/>
          <ac:spMkLst>
            <pc:docMk/>
            <pc:sldMk cId="1088945588" sldId="315"/>
            <ac:spMk id="6" creationId="{B638DCEF-0E7B-FF5A-E4B0-9C14906D4760}"/>
          </ac:spMkLst>
        </pc:spChg>
        <pc:graphicFrameChg chg="add del mod modGraphic">
          <ac:chgData name="Zied Belhocine" userId="200cc0e2b299676e" providerId="LiveId" clId="{95111075-9CB2-432D-B2EF-7A052D7A8864}" dt="2026-01-16T10:37:41.244" v="352" actId="478"/>
          <ac:graphicFrameMkLst>
            <pc:docMk/>
            <pc:sldMk cId="1088945588" sldId="315"/>
            <ac:graphicFrameMk id="10" creationId="{B42EADAD-A41F-5482-90C2-09FDD28E3035}"/>
          </ac:graphicFrameMkLst>
        </pc:graphicFrameChg>
        <pc:picChg chg="mod">
          <ac:chgData name="Zied Belhocine" userId="200cc0e2b299676e" providerId="LiveId" clId="{95111075-9CB2-432D-B2EF-7A052D7A8864}" dt="2026-01-16T10:37:43.444" v="353" actId="1076"/>
          <ac:picMkLst>
            <pc:docMk/>
            <pc:sldMk cId="1088945588" sldId="315"/>
            <ac:picMk id="3" creationId="{2CFC9D1A-A636-6112-F50A-51C38D5FEE45}"/>
          </ac:picMkLst>
        </pc:picChg>
        <pc:picChg chg="add del mod">
          <ac:chgData name="Zied Belhocine" userId="200cc0e2b299676e" providerId="LiveId" clId="{95111075-9CB2-432D-B2EF-7A052D7A8864}" dt="2026-01-16T10:21:36.877" v="240" actId="478"/>
          <ac:picMkLst>
            <pc:docMk/>
            <pc:sldMk cId="1088945588" sldId="315"/>
            <ac:picMk id="9" creationId="{57E57ED5-CD64-1B14-23E3-7FCF91202B81}"/>
          </ac:picMkLst>
        </pc:picChg>
        <pc:picChg chg="add del mod">
          <ac:chgData name="Zied Belhocine" userId="200cc0e2b299676e" providerId="LiveId" clId="{95111075-9CB2-432D-B2EF-7A052D7A8864}" dt="2026-01-16T10:33:42.972" v="299" actId="478"/>
          <ac:picMkLst>
            <pc:docMk/>
            <pc:sldMk cId="1088945588" sldId="315"/>
            <ac:picMk id="11" creationId="{DB5E87F0-B975-281F-8F51-F476FD212770}"/>
          </ac:picMkLst>
        </pc:picChg>
      </pc:sldChg>
      <pc:sldChg chg="addSp delSp modSp mod modNotesTx">
        <pc:chgData name="Zied Belhocine" userId="200cc0e2b299676e" providerId="LiveId" clId="{95111075-9CB2-432D-B2EF-7A052D7A8864}" dt="2026-01-16T10:47:36.122" v="1235" actId="20577"/>
        <pc:sldMkLst>
          <pc:docMk/>
          <pc:sldMk cId="3448997346" sldId="316"/>
        </pc:sldMkLst>
        <pc:spChg chg="mod">
          <ac:chgData name="Zied Belhocine" userId="200cc0e2b299676e" providerId="LiveId" clId="{95111075-9CB2-432D-B2EF-7A052D7A8864}" dt="2026-01-16T10:47:36.122" v="1235" actId="20577"/>
          <ac:spMkLst>
            <pc:docMk/>
            <pc:sldMk cId="3448997346" sldId="316"/>
            <ac:spMk id="12" creationId="{F8A892BB-5431-CA08-0719-4F1CA5524A86}"/>
          </ac:spMkLst>
        </pc:spChg>
        <pc:graphicFrameChg chg="add del mod modGraphic">
          <ac:chgData name="Zied Belhocine" userId="200cc0e2b299676e" providerId="LiveId" clId="{95111075-9CB2-432D-B2EF-7A052D7A8864}" dt="2026-01-16T10:37:49.092" v="356" actId="478"/>
          <ac:graphicFrameMkLst>
            <pc:docMk/>
            <pc:sldMk cId="3448997346" sldId="316"/>
            <ac:graphicFrameMk id="6" creationId="{3C56D24C-9C0B-0A53-98BE-DE4FC6F7B096}"/>
          </ac:graphicFrameMkLst>
        </pc:graphicFrameChg>
        <pc:picChg chg="add del mod">
          <ac:chgData name="Zied Belhocine" userId="200cc0e2b299676e" providerId="LiveId" clId="{95111075-9CB2-432D-B2EF-7A052D7A8864}" dt="2026-01-16T10:37:19.590" v="346" actId="478"/>
          <ac:picMkLst>
            <pc:docMk/>
            <pc:sldMk cId="3448997346" sldId="316"/>
            <ac:picMk id="5" creationId="{F6AAF315-03DB-0CE7-0762-44512D335C08}"/>
          </ac:picMkLst>
        </pc:picChg>
        <pc:picChg chg="mod">
          <ac:chgData name="Zied Belhocine" userId="200cc0e2b299676e" providerId="LiveId" clId="{95111075-9CB2-432D-B2EF-7A052D7A8864}" dt="2026-01-16T10:37:51.351" v="357" actId="1076"/>
          <ac:picMkLst>
            <pc:docMk/>
            <pc:sldMk cId="3448997346" sldId="316"/>
            <ac:picMk id="9" creationId="{F58E550A-D9A8-0666-3A29-58548655973C}"/>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996F3730-8562-4D7F-A2D1-B258C4FC42CB}" type="datetime1">
              <a:rPr lang="fr-FR" smtClean="0"/>
              <a:t>16/01/2026</a:t>
            </a:fld>
            <a:endParaRPr lang="fr-FR"/>
          </a:p>
        </p:txBody>
      </p:sp>
      <p:sp>
        <p:nvSpPr>
          <p:cNvPr id="4" name="Espace réservé du pied de page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F9A36D-7FAC-478F-9944-F324014F6FD1}" type="slidenum">
              <a:rPr lang="fr-FR" smtClean="0"/>
              <a:t>‹N°›</a:t>
            </a:fld>
            <a:endParaRPr lang="fr-FR"/>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28B237-C4D2-43EE-AC18-AA163EB3D7BC}" type="datetime1">
              <a:rPr lang="fr-FR" smtClean="0"/>
              <a:pPr/>
              <a:t>16/01/2026</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4B9A9E5-4F7F-4A7D-9DE1-899232329269}" type="slidenum">
              <a:rPr lang="fr-FR" noProof="0" smtClean="0"/>
              <a:t>‹N°›</a:t>
            </a:fld>
            <a:endParaRPr lang="fr-FR" noProof="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smtClean="0"/>
              <a:t>1</a:t>
            </a:fld>
            <a:endParaRPr lang="fr-FR"/>
          </a:p>
        </p:txBody>
      </p:sp>
    </p:spTree>
    <p:extLst>
      <p:ext uri="{BB962C8B-B14F-4D97-AF65-F5344CB8AC3E}">
        <p14:creationId xmlns:p14="http://schemas.microsoft.com/office/powerpoint/2010/main" val="26370113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Avant propos  on se met dans la peau d’un inspecteur et on va élucider cette affaire en procédant de manière méthodique. Interroger les témoins, vérifier les alibis et analyser les pièces à conviction.</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Expliquer le graph : premiers suspect les ventes qui se portent bien mais on sait qu’elles ont une relation avec le nombre de visites.</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2</a:t>
            </a:fld>
            <a:endParaRPr lang="fr-FR" noProof="0"/>
          </a:p>
        </p:txBody>
      </p:sp>
    </p:spTree>
    <p:extLst>
      <p:ext uri="{BB962C8B-B14F-4D97-AF65-F5344CB8AC3E}">
        <p14:creationId xmlns:p14="http://schemas.microsoft.com/office/powerpoint/2010/main" val="34094399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On a peut être une piste ici avec le nombre de visite qui augmente de manière exponentielle. La conséquence est un taux de conversion </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3</a:t>
            </a:fld>
            <a:endParaRPr lang="fr-FR" noProof="0"/>
          </a:p>
        </p:txBody>
      </p:sp>
    </p:spTree>
    <p:extLst>
      <p:ext uri="{BB962C8B-B14F-4D97-AF65-F5344CB8AC3E}">
        <p14:creationId xmlns:p14="http://schemas.microsoft.com/office/powerpoint/2010/main" val="36039707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Cela a eu un impact fort sur le taux de conversion qui est divisé par deux entre juillet et février (0,10 à 0,05). Néanmoins, il y a une tendance de stabilisation sur les deux derniers mois et décroit moins rapidement que le taux de conversion augmente, c’est bon signe.</a:t>
            </a:r>
          </a:p>
          <a:p>
            <a:endParaRPr lang="fr-FR" dirty="0"/>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smtClean="0"/>
              <a:t>4</a:t>
            </a:fld>
            <a:endParaRPr lang="fr-FR"/>
          </a:p>
        </p:txBody>
      </p:sp>
    </p:spTree>
    <p:extLst>
      <p:ext uri="{BB962C8B-B14F-4D97-AF65-F5344CB8AC3E}">
        <p14:creationId xmlns:p14="http://schemas.microsoft.com/office/powerpoint/2010/main" val="26400482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Le temps passé sur el site a un comportement étrange : Expliquer les boîtes à moustache et expliquer que l’affluence </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5</a:t>
            </a:fld>
            <a:endParaRPr lang="fr-FR" noProof="0"/>
          </a:p>
        </p:txBody>
      </p:sp>
    </p:spTree>
    <p:extLst>
      <p:ext uri="{BB962C8B-B14F-4D97-AF65-F5344CB8AC3E}">
        <p14:creationId xmlns:p14="http://schemas.microsoft.com/office/powerpoint/2010/main" val="28292962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On peut voir ici que plus ils passent de temps sur notre site, plus ils vont avoir un panier élevé. </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6</a:t>
            </a:fld>
            <a:endParaRPr lang="fr-FR" noProof="0"/>
          </a:p>
        </p:txBody>
      </p:sp>
    </p:spTree>
    <p:extLst>
      <p:ext uri="{BB962C8B-B14F-4D97-AF65-F5344CB8AC3E}">
        <p14:creationId xmlns:p14="http://schemas.microsoft.com/office/powerpoint/2010/main" val="37470081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L’année dernière, nous avons tourné la page du High Tech pour concentrer nos efforts sur la nourriture et les biens de consommation (juillet 2019). Cet arrêt du high tech a mécaniquement fait baisser notre chiffre total. Cependant l’évolution de la partie nourriture est très encourageante.</a:t>
            </a:r>
          </a:p>
          <a:p>
            <a:endParaRPr lang="fr-FR" dirty="0"/>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7</a:t>
            </a:fld>
            <a:endParaRPr lang="fr-FR" noProof="0"/>
          </a:p>
        </p:txBody>
      </p:sp>
    </p:spTree>
    <p:extLst>
      <p:ext uri="{BB962C8B-B14F-4D97-AF65-F5344CB8AC3E}">
        <p14:creationId xmlns:p14="http://schemas.microsoft.com/office/powerpoint/2010/main" val="6032217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D4B9A9E5-4F7F-4A7D-9DE1-899232329269}" type="slidenum">
              <a:rPr lang="fr-FR" smtClean="0"/>
              <a:t>8</a:t>
            </a:fld>
            <a:endParaRPr lang="fr-FR"/>
          </a:p>
        </p:txBody>
      </p:sp>
    </p:spTree>
    <p:extLst>
      <p:ext uri="{BB962C8B-B14F-4D97-AF65-F5344CB8AC3E}">
        <p14:creationId xmlns:p14="http://schemas.microsoft.com/office/powerpoint/2010/main" val="17032820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image" Target="../media/image15.png"/><Relationship Id="rId1" Type="http://schemas.openxmlformats.org/officeDocument/2006/relationships/slideMaster" Target="../slideMasters/slideMaster1.xml"/><Relationship Id="rId6" Type="http://schemas.openxmlformats.org/officeDocument/2006/relationships/image" Target="../media/image19.png"/><Relationship Id="rId5" Type="http://schemas.openxmlformats.org/officeDocument/2006/relationships/image" Target="../media/image18.svg"/><Relationship Id="rId4" Type="http://schemas.openxmlformats.org/officeDocument/2006/relationships/image" Target="../media/image17.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rtlCol="0" anchor="b">
            <a:noAutofit/>
          </a:bodyPr>
          <a:lstStyle>
            <a:lvl1pPr algn="l">
              <a:defRPr sz="3600" cap="all" spc="150" baseline="0">
                <a:solidFill>
                  <a:schemeClr val="tx1">
                    <a:lumMod val="75000"/>
                    <a:lumOff val="25000"/>
                  </a:schemeClr>
                </a:solidFill>
              </a:defRPr>
            </a:lvl1pPr>
          </a:lstStyle>
          <a:p>
            <a:pPr rtl="0"/>
            <a:r>
              <a:rPr lang="fr-FR" noProof="0"/>
              <a:t>CLIQUEZ POUR MODIFIER LE STYLE DU TITRE DU MASQUE</a:t>
            </a:r>
          </a:p>
        </p:txBody>
      </p:sp>
      <p:sp>
        <p:nvSpPr>
          <p:cNvPr id="3" name="Sous-titr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rtlCol="0">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fr-FR" noProof="0"/>
              <a:t>Modifiez le style des sous-titres du masque</a:t>
            </a:r>
          </a:p>
        </p:txBody>
      </p:sp>
      <p:pic>
        <p:nvPicPr>
          <p:cNvPr id="8" name="Graphisme 7">
            <a:extLst>
              <a:ext uri="{FF2B5EF4-FFF2-40B4-BE49-F238E27FC236}">
                <a16:creationId xmlns:a16="http://schemas.microsoft.com/office/drawing/2014/main" id="{A04F1E16-9A84-4D0E-9706-79C396AF6AE6}"/>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Programme">
    <p:bg>
      <p:bgPr>
        <a:solidFill>
          <a:schemeClr val="bg1"/>
        </a:solidFill>
        <a:effectLst/>
      </p:bgPr>
    </p:bg>
    <p:spTree>
      <p:nvGrpSpPr>
        <p:cNvPr id="1" name=""/>
        <p:cNvGrpSpPr/>
        <p:nvPr/>
      </p:nvGrpSpPr>
      <p:grpSpPr>
        <a:xfrm>
          <a:off x="0" y="0"/>
          <a:ext cx="0" cy="0"/>
          <a:chOff x="0" y="0"/>
          <a:chExt cx="0" cy="0"/>
        </a:xfrm>
      </p:grpSpPr>
      <p:pic>
        <p:nvPicPr>
          <p:cNvPr id="8" name="Graphisme 7">
            <a:extLst>
              <a:ext uri="{FF2B5EF4-FFF2-40B4-BE49-F238E27FC236}">
                <a16:creationId xmlns:a16="http://schemas.microsoft.com/office/drawing/2014/main" id="{D514C6BF-376E-43E8-881D-2E767426990A}"/>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t="18301" r="28341" b="23071"/>
          <a:stretch/>
        </p:blipFill>
        <p:spPr>
          <a:xfrm>
            <a:off x="5488815" y="0"/>
            <a:ext cx="6703185" cy="6858000"/>
          </a:xfrm>
          <a:prstGeom prst="rect">
            <a:avLst/>
          </a:prstGeom>
        </p:spPr>
      </p:pic>
      <p:sp>
        <p:nvSpPr>
          <p:cNvPr id="2" name="Titr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rtlCol="0" anchor="b">
            <a:normAutofit/>
          </a:bodyPr>
          <a:lstStyle>
            <a:lvl1pPr>
              <a:defRPr sz="2800" spc="150" baseline="0">
                <a:solidFill>
                  <a:schemeClr val="tx1">
                    <a:lumMod val="75000"/>
                    <a:lumOff val="25000"/>
                  </a:schemeClr>
                </a:solidFill>
              </a:defRPr>
            </a:lvl1pPr>
          </a:lstStyle>
          <a:p>
            <a:pPr rtl="0"/>
            <a:r>
              <a:rPr lang="fr-FR" noProof="0"/>
              <a:t>CLIQUEZ POUR MODIFIER LE STYLE DU TITRE DU MASQUE</a:t>
            </a:r>
          </a:p>
        </p:txBody>
      </p:sp>
      <p:sp>
        <p:nvSpPr>
          <p:cNvPr id="3" name="Espace réservé du contenu 2">
            <a:extLst>
              <a:ext uri="{FF2B5EF4-FFF2-40B4-BE49-F238E27FC236}">
                <a16:creationId xmlns:a16="http://schemas.microsoft.com/office/drawing/2014/main" id="{2DA41CE6-5A88-4C5C-B2A4-6A5D2153B16F}"/>
              </a:ext>
            </a:extLst>
          </p:cNvPr>
          <p:cNvSpPr>
            <a:spLocks noGrp="1"/>
          </p:cNvSpPr>
          <p:nvPr>
            <p:ph idx="1" hasCustomPrompt="1"/>
          </p:nvPr>
        </p:nvSpPr>
        <p:spPr>
          <a:xfrm>
            <a:off x="1333499" y="2924175"/>
            <a:ext cx="3171825" cy="2519363"/>
          </a:xfrm>
        </p:spPr>
        <p:txBody>
          <a:bodyPr rtlCol="0">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rtlCol="0"/>
          <a:lstStyle>
            <a:lvl1pPr>
              <a:defRPr sz="900"/>
            </a:lvl1pPr>
          </a:lstStyle>
          <a:p>
            <a:pPr rtl="0"/>
            <a:r>
              <a:rPr lang="fr-FR" noProof="0"/>
              <a:t>20XX</a:t>
            </a:r>
          </a:p>
        </p:txBody>
      </p:sp>
      <p:sp>
        <p:nvSpPr>
          <p:cNvPr id="5" name="Espace réservé du pied de page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rtlCol="0"/>
          <a:lstStyle>
            <a:lvl1pPr>
              <a:defRPr sz="900"/>
            </a:lvl1pPr>
          </a:lstStyle>
          <a:p>
            <a:pPr rtl="0"/>
            <a:r>
              <a:rPr lang="fr-FR" noProof="0"/>
              <a:t>Pitch Deck</a:t>
            </a:r>
          </a:p>
        </p:txBody>
      </p:sp>
      <p:sp>
        <p:nvSpPr>
          <p:cNvPr id="6" name="Espace réservé du numéro de diapositive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ronologie">
    <p:spTree>
      <p:nvGrpSpPr>
        <p:cNvPr id="1" name=""/>
        <p:cNvGrpSpPr/>
        <p:nvPr/>
      </p:nvGrpSpPr>
      <p:grpSpPr>
        <a:xfrm>
          <a:off x="0" y="0"/>
          <a:ext cx="0" cy="0"/>
          <a:chOff x="0" y="0"/>
          <a:chExt cx="0" cy="0"/>
        </a:xfrm>
      </p:grpSpPr>
      <p:sp>
        <p:nvSpPr>
          <p:cNvPr id="12" name="Graphisme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pPr rtl="0"/>
            <a:endParaRPr lang="fr-FR" noProof="0"/>
          </a:p>
        </p:txBody>
      </p:sp>
      <p:sp>
        <p:nvSpPr>
          <p:cNvPr id="2" name="Titr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rtlCol="0">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ICI POUR MODIFIER LE TITRE</a:t>
            </a:r>
          </a:p>
        </p:txBody>
      </p:sp>
      <p:sp>
        <p:nvSpPr>
          <p:cNvPr id="16" name="Espace réservé du texte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7" name="Espace réservé du texte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8" name="Espace réservé du texte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9" name="Espace réservé du texte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34" name="Espace réservé du texte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5" name="Espace réservé du texte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6" name="Espace réservé du texte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7" name="Espace réservé du texte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cxnSp>
        <p:nvCxnSpPr>
          <p:cNvPr id="3" name="Connecteur droit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Connecteur droit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Connecteur droit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Connecteur droit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Espace réservé de la date 4">
            <a:extLst>
              <a:ext uri="{FF2B5EF4-FFF2-40B4-BE49-F238E27FC236}">
                <a16:creationId xmlns:a16="http://schemas.microsoft.com/office/drawing/2014/main" id="{874DC36F-5D3E-439D-80B5-32633FC34434}"/>
              </a:ext>
            </a:extLst>
          </p:cNvPr>
          <p:cNvSpPr>
            <a:spLocks noGrp="1"/>
          </p:cNvSpPr>
          <p:nvPr>
            <p:ph type="dt" sz="half" idx="10"/>
          </p:nvPr>
        </p:nvSpPr>
        <p:spPr/>
        <p:txBody>
          <a:bodyPr rtlCol="0"/>
          <a:lstStyle>
            <a:lvl1pPr>
              <a:defRPr sz="900">
                <a:solidFill>
                  <a:srgbClr val="898989"/>
                </a:solidFill>
              </a:defRPr>
            </a:lvl1pPr>
          </a:lstStyle>
          <a:p>
            <a:pPr rtl="0"/>
            <a:r>
              <a:rPr lang="fr-FR" noProof="0"/>
              <a:t>20XX</a:t>
            </a:r>
          </a:p>
        </p:txBody>
      </p:sp>
      <p:sp>
        <p:nvSpPr>
          <p:cNvPr id="6" name="Espace réservé du pied de page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rtlCol="0"/>
          <a:lstStyle>
            <a:lvl1pPr algn="l">
              <a:defRPr sz="900"/>
            </a:lvl1pPr>
          </a:lstStyle>
          <a:p>
            <a:pPr rtl="0"/>
            <a:r>
              <a:rPr lang="fr-FR" noProof="0"/>
              <a:t>Pitch Deck</a:t>
            </a:r>
          </a:p>
        </p:txBody>
      </p:sp>
      <p:sp>
        <p:nvSpPr>
          <p:cNvPr id="7" name="Espace réservé du numéro de diapositive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onne de contenu 3">
    <p:bg>
      <p:bgPr>
        <a:solidFill>
          <a:schemeClr val="accent2"/>
        </a:solidFill>
        <a:effectLst/>
      </p:bgPr>
    </p:bg>
    <p:spTree>
      <p:nvGrpSpPr>
        <p:cNvPr id="1" name=""/>
        <p:cNvGrpSpPr/>
        <p:nvPr/>
      </p:nvGrpSpPr>
      <p:grpSpPr>
        <a:xfrm>
          <a:off x="0" y="0"/>
          <a:ext cx="0" cy="0"/>
          <a:chOff x="0" y="0"/>
          <a:chExt cx="0" cy="0"/>
        </a:xfrm>
      </p:grpSpPr>
      <p:sp>
        <p:nvSpPr>
          <p:cNvPr id="14" name="Titr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5" name="Espace réservé du texte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7" name="Espace réservé du texte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1" name="Espace réservé du texte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32" name="Espace réservé du texte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3" name="Espace réservé du texte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34" name="Espace réservé du texte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2" name="Espace réservé du texte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13" name="Espace réservé du texte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 name="Espace réservé de la date 2">
            <a:extLst>
              <a:ext uri="{FF2B5EF4-FFF2-40B4-BE49-F238E27FC236}">
                <a16:creationId xmlns:a16="http://schemas.microsoft.com/office/drawing/2014/main" id="{98EC90C5-A811-4E5C-ADD1-A89DB4E94DAA}"/>
              </a:ext>
            </a:extLst>
          </p:cNvPr>
          <p:cNvSpPr>
            <a:spLocks noGrp="1"/>
          </p:cNvSpPr>
          <p:nvPr>
            <p:ph type="dt" sz="half" idx="20"/>
          </p:nvPr>
        </p:nvSpPr>
        <p:spPr/>
        <p:txBody>
          <a:bodyPr rtlCol="0"/>
          <a:lstStyle/>
          <a:p>
            <a:pPr rtl="0"/>
            <a:r>
              <a:rPr lang="fr-FR" noProof="0"/>
              <a:t>20XX</a:t>
            </a:r>
          </a:p>
        </p:txBody>
      </p:sp>
      <p:sp>
        <p:nvSpPr>
          <p:cNvPr id="4" name="Espace réservé du pied de page 3">
            <a:extLst>
              <a:ext uri="{FF2B5EF4-FFF2-40B4-BE49-F238E27FC236}">
                <a16:creationId xmlns:a16="http://schemas.microsoft.com/office/drawing/2014/main" id="{3356B621-AE19-45D3-B25F-23256C242DDD}"/>
              </a:ext>
            </a:extLst>
          </p:cNvPr>
          <p:cNvSpPr>
            <a:spLocks noGrp="1"/>
          </p:cNvSpPr>
          <p:nvPr>
            <p:ph type="ftr" sz="quarter" idx="21"/>
          </p:nvPr>
        </p:nvSpPr>
        <p:spPr/>
        <p:txBody>
          <a:bodyPr rtlCol="0"/>
          <a:lstStyle/>
          <a:p>
            <a:pPr rtl="0"/>
            <a:r>
              <a:rPr lang="fr-FR" noProof="0"/>
              <a:t>Pitch Deck</a:t>
            </a:r>
          </a:p>
        </p:txBody>
      </p:sp>
      <p:sp>
        <p:nvSpPr>
          <p:cNvPr id="5" name="Espace réservé du numéro de diapositive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rtlCol="0"/>
          <a:lstStyle/>
          <a:p>
            <a:pPr rtl="0"/>
            <a:fld id="{B5CEABB6-07DC-46E8-9B57-56EC44A396E5}" type="slidenum">
              <a:rPr lang="fr-FR" noProof="0" smtClean="0"/>
              <a:t>‹N°›</a:t>
            </a:fld>
            <a:endParaRPr lang="fr-FR" noProof="0"/>
          </a:p>
        </p:txBody>
      </p:sp>
      <p:cxnSp>
        <p:nvCxnSpPr>
          <p:cNvPr id="2" name="Connecteur droit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Connecteur droit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sme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8" name="Graphisme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lonne de contenu 2">
    <p:bg>
      <p:bgPr>
        <a:solidFill>
          <a:schemeClr val="bg1"/>
        </a:solidFill>
        <a:effectLst/>
      </p:bgPr>
    </p:bg>
    <p:spTree>
      <p:nvGrpSpPr>
        <p:cNvPr id="1" name=""/>
        <p:cNvGrpSpPr/>
        <p:nvPr/>
      </p:nvGrpSpPr>
      <p:grpSpPr>
        <a:xfrm>
          <a:off x="0" y="0"/>
          <a:ext cx="0" cy="0"/>
          <a:chOff x="0" y="0"/>
          <a:chExt cx="0" cy="0"/>
        </a:xfrm>
      </p:grpSpPr>
      <p:sp>
        <p:nvSpPr>
          <p:cNvPr id="14" name="Titr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rtlCol="0"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5" name="Espace réservé du texte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7" name="Espace réservé du texte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6" name="Espace réservé du texte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8" name="Espace réservé du texte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9" name="Espace réservé du texte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0" name="Espace réservé du texte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3" name="Espace réservé du texte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4" name="Espace réservé du texte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 name="Espace réservé de la date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rtlCol="0"/>
          <a:lstStyle>
            <a:lvl1pPr>
              <a:defRPr sz="900"/>
            </a:lvl1pPr>
          </a:lstStyle>
          <a:p>
            <a:pPr rtl="0"/>
            <a:r>
              <a:rPr lang="fr-FR" noProof="0"/>
              <a:t>20XX</a:t>
            </a:r>
          </a:p>
        </p:txBody>
      </p:sp>
      <p:sp>
        <p:nvSpPr>
          <p:cNvPr id="4" name="Espace réservé du pied de page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rtlCol="0"/>
          <a:lstStyle>
            <a:lvl1pPr>
              <a:defRPr sz="900"/>
            </a:lvl1pPr>
          </a:lstStyle>
          <a:p>
            <a:pPr rtl="0"/>
            <a:r>
              <a:rPr lang="fr-FR" noProof="0"/>
              <a:t>Pitch Deck</a:t>
            </a:r>
          </a:p>
        </p:txBody>
      </p:sp>
      <p:sp>
        <p:nvSpPr>
          <p:cNvPr id="5" name="Espace réservé du numéro de diapositive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rtlCol="0"/>
          <a:lstStyle>
            <a:lvl1pPr>
              <a:defRPr sz="900"/>
            </a:lvl1pPr>
          </a:lstStyle>
          <a:p>
            <a:pPr rtl="0"/>
            <a:fld id="{B5CEABB6-07DC-46E8-9B57-56EC44A396E5}" type="slidenum">
              <a:rPr lang="fr-FR" noProof="0" smtClean="0"/>
              <a:pPr rtl="0"/>
              <a:t>‹N°›</a:t>
            </a:fld>
            <a:endParaRPr lang="fr-FR" noProof="0"/>
          </a:p>
        </p:txBody>
      </p:sp>
      <p:pic>
        <p:nvPicPr>
          <p:cNvPr id="2" name="Graphisme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rtlCol="0" anchor="b">
            <a:normAutofit/>
          </a:bodyPr>
          <a:lstStyle>
            <a:lvl1pPr>
              <a:defRPr lang="en-US" sz="2800" kern="1200"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92FD4279-EA62-4397-878A-73F4948DB176}"/>
              </a:ext>
            </a:extLst>
          </p:cNvPr>
          <p:cNvSpPr>
            <a:spLocks noGrp="1"/>
          </p:cNvSpPr>
          <p:nvPr>
            <p:ph type="body" idx="1" hasCustomPrompt="1"/>
          </p:nvPr>
        </p:nvSpPr>
        <p:spPr>
          <a:xfrm>
            <a:off x="1362075" y="3660774"/>
            <a:ext cx="5111750" cy="1525588"/>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fr-FR" noProof="0"/>
              <a:t>Modifiez les styles du texte</a:t>
            </a:r>
          </a:p>
        </p:txBody>
      </p:sp>
      <p:cxnSp>
        <p:nvCxnSpPr>
          <p:cNvPr id="14" name="Connecteur droit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Espace réservé de la date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10" name="Espace réservé du pied de page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rtlCol="0"/>
          <a:lstStyle>
            <a:lvl1pPr>
              <a:defRPr sz="900"/>
            </a:lvl1pPr>
          </a:lstStyle>
          <a:p>
            <a:pPr rtl="0"/>
            <a:r>
              <a:rPr lang="fr-FR" noProof="0"/>
              <a:t>Pitch Deck</a:t>
            </a:r>
          </a:p>
        </p:txBody>
      </p:sp>
      <p:sp>
        <p:nvSpPr>
          <p:cNvPr id="11" name="Espace réservé du numéro de diapositive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ut de section">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rtlCol="0" anchor="ctr">
            <a:noAutofit/>
          </a:bodyPr>
          <a:lstStyle>
            <a:lvl1pPr algn="l">
              <a:defRPr sz="3600" spc="150" baseline="0">
                <a:solidFill>
                  <a:schemeClr val="tx1">
                    <a:lumMod val="75000"/>
                    <a:lumOff val="25000"/>
                  </a:schemeClr>
                </a:solidFill>
              </a:defRPr>
            </a:lvl1pPr>
          </a:lstStyle>
          <a:p>
            <a:pPr rtl="0"/>
            <a:r>
              <a:rPr lang="fr-FR" noProof="0"/>
              <a:t>CLIQUEZ ICI POUR MODIFIER LE STYLE DU TITRE</a:t>
            </a:r>
          </a:p>
        </p:txBody>
      </p:sp>
      <p:pic>
        <p:nvPicPr>
          <p:cNvPr id="5" name="Graphisme 4">
            <a:extLst>
              <a:ext uri="{FF2B5EF4-FFF2-40B4-BE49-F238E27FC236}">
                <a16:creationId xmlns:a16="http://schemas.microsoft.com/office/drawing/2014/main" id="{F05D2CCB-CCFC-4A8A-ADA9-C1E4D13B96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itation">
    <p:spTree>
      <p:nvGrpSpPr>
        <p:cNvPr id="1" name=""/>
        <p:cNvGrpSpPr/>
        <p:nvPr/>
      </p:nvGrpSpPr>
      <p:grpSpPr>
        <a:xfrm>
          <a:off x="0" y="0"/>
          <a:ext cx="0" cy="0"/>
          <a:chOff x="0" y="0"/>
          <a:chExt cx="0" cy="0"/>
        </a:xfrm>
      </p:grpSpPr>
      <p:pic>
        <p:nvPicPr>
          <p:cNvPr id="7" name="Graphisme 6">
            <a:extLst>
              <a:ext uri="{FF2B5EF4-FFF2-40B4-BE49-F238E27FC236}">
                <a16:creationId xmlns:a16="http://schemas.microsoft.com/office/drawing/2014/main" id="{AEE644D4-F9A4-4237-BD5C-4B97ABA933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5581650" cy="6858000"/>
          </a:xfrm>
          <a:prstGeom prst="rect">
            <a:avLst/>
          </a:prstGeom>
        </p:spPr>
      </p:pic>
      <p:sp>
        <p:nvSpPr>
          <p:cNvPr id="2" name="Titr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rtlCol="0"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cxnSp>
        <p:nvCxnSpPr>
          <p:cNvPr id="9" name="Connecteur droit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Espace réservé du texte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2" name="Espace réservé du texte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3" name="Espace réservé du texte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4" name="Espace réservé du texte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5" name="Espace réservé du texte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6" name="Espace réservé du texte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7" name="Espace réservé de la date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rtlCol="0"/>
          <a:lstStyle>
            <a:lvl1pPr>
              <a:defRPr sz="900"/>
            </a:lvl1pPr>
          </a:lstStyle>
          <a:p>
            <a:pPr rtl="0"/>
            <a:r>
              <a:rPr lang="fr-FR" noProof="0"/>
              <a:t>20XX</a:t>
            </a:r>
          </a:p>
        </p:txBody>
      </p:sp>
      <p:sp>
        <p:nvSpPr>
          <p:cNvPr id="18" name="Espace réservé du pied de page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rtlCol="0"/>
          <a:lstStyle>
            <a:lvl1pPr>
              <a:defRPr sz="900"/>
            </a:lvl1pPr>
          </a:lstStyle>
          <a:p>
            <a:pPr rtl="0"/>
            <a:r>
              <a:rPr lang="fr-FR" noProof="0"/>
              <a:t>Pitch Deck</a:t>
            </a:r>
          </a:p>
        </p:txBody>
      </p:sp>
      <p:sp>
        <p:nvSpPr>
          <p:cNvPr id="19" name="Espace réservé du numéro de diapositive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rtlCol="0"/>
          <a:lstStyle>
            <a:lvl1pPr>
              <a:defRPr sz="900"/>
            </a:lvl1pPr>
          </a:lstStyle>
          <a:p>
            <a:pPr rtl="0"/>
            <a:fld id="{B5CEABB6-07DC-46E8-9B57-56EC44A396E5}" type="slidenum">
              <a:rPr lang="fr-FR" noProof="0" smtClean="0"/>
              <a:pPr rtl="0"/>
              <a:t>‹N°›</a:t>
            </a:fld>
            <a:endParaRPr lang="fr-FR" noProof="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rois contenus">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1243104" y="3834606"/>
            <a:ext cx="2882475"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 LE TEXTE</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4647665" y="3834606"/>
            <a:ext cx="2896671"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21" name="Espace réservé du texte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hasCustomPrompt="1"/>
          </p:nvPr>
        </p:nvSpPr>
        <p:spPr>
          <a:xfrm>
            <a:off x="8066421" y="3834606"/>
            <a:ext cx="2882475"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cxnSp>
        <p:nvCxnSpPr>
          <p:cNvPr id="16" name="Connecteur droit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mparaison des marchés">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3" name="Espace réservé du texte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4" name="Espace réservé du texte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1129698" y="4824188"/>
            <a:ext cx="3124093" cy="462927"/>
          </a:xfrm>
        </p:spPr>
        <p:txBody>
          <a:bodyPr rtlCol="0">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ici pour modifier</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4526261" y="4824188"/>
            <a:ext cx="3139479" cy="462927"/>
          </a:xfrm>
        </p:spPr>
        <p:txBody>
          <a:bodyPr rtlCol="0">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ici pour modifier</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rtlCol="0">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pour modifier les styles du texte du masque</a:t>
            </a:r>
          </a:p>
        </p:txBody>
      </p:sp>
      <p:pic>
        <p:nvPicPr>
          <p:cNvPr id="11" name="Graphisme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465141" y="2358007"/>
            <a:ext cx="2438400" cy="2019300"/>
          </a:xfrm>
          <a:prstGeom prst="rect">
            <a:avLst/>
          </a:prstGeom>
        </p:spPr>
      </p:pic>
      <p:pic>
        <p:nvPicPr>
          <p:cNvPr id="13" name="Graphisme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000625" y="2531837"/>
            <a:ext cx="2190750" cy="1943100"/>
          </a:xfrm>
          <a:prstGeom prst="rect">
            <a:avLst/>
          </a:prstGeom>
        </p:spPr>
      </p:pic>
      <p:pic>
        <p:nvPicPr>
          <p:cNvPr id="15" name="Graphisme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8345608" y="2421056"/>
            <a:ext cx="2324100" cy="2057400"/>
          </a:xfrm>
          <a:prstGeom prst="rect">
            <a:avLst/>
          </a:prstGeom>
        </p:spPr>
      </p:pic>
      <p:sp>
        <p:nvSpPr>
          <p:cNvPr id="25" name="Espace réservé du contenu 3">
            <a:extLst>
              <a:ext uri="{FF2B5EF4-FFF2-40B4-BE49-F238E27FC236}">
                <a16:creationId xmlns:a16="http://schemas.microsoft.com/office/drawing/2014/main" id="{82D8880F-3EAC-45C9-91F2-19A193791A18}"/>
              </a:ext>
            </a:extLst>
          </p:cNvPr>
          <p:cNvSpPr>
            <a:spLocks noGrp="1"/>
          </p:cNvSpPr>
          <p:nvPr>
            <p:ph sz="half" idx="17" hasCustomPrompt="1"/>
          </p:nvPr>
        </p:nvSpPr>
        <p:spPr>
          <a:xfrm>
            <a:off x="1129698" y="5280763"/>
            <a:ext cx="3124093"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p:txBody>
      </p:sp>
      <p:sp>
        <p:nvSpPr>
          <p:cNvPr id="26" name="Espace réservé du contenu 5">
            <a:extLst>
              <a:ext uri="{FF2B5EF4-FFF2-40B4-BE49-F238E27FC236}">
                <a16:creationId xmlns:a16="http://schemas.microsoft.com/office/drawing/2014/main" id="{9019518E-E850-403D-A5B5-4B53F8C4A56B}"/>
              </a:ext>
            </a:extLst>
          </p:cNvPr>
          <p:cNvSpPr>
            <a:spLocks noGrp="1"/>
          </p:cNvSpPr>
          <p:nvPr>
            <p:ph sz="quarter" idx="18" hasCustomPrompt="1"/>
          </p:nvPr>
        </p:nvSpPr>
        <p:spPr>
          <a:xfrm>
            <a:off x="4526261" y="5280763"/>
            <a:ext cx="3139479"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a:p>
            <a:pPr lvl="1" rtl="0"/>
            <a:endParaRPr lang="fr-FR" noProof="0"/>
          </a:p>
        </p:txBody>
      </p:sp>
      <p:sp>
        <p:nvSpPr>
          <p:cNvPr id="27" name="Espace réservé du contenu 3">
            <a:extLst>
              <a:ext uri="{FF2B5EF4-FFF2-40B4-BE49-F238E27FC236}">
                <a16:creationId xmlns:a16="http://schemas.microsoft.com/office/drawing/2014/main" id="{A8058154-45E5-403E-B714-AC85774F391F}"/>
              </a:ext>
            </a:extLst>
          </p:cNvPr>
          <p:cNvSpPr>
            <a:spLocks noGrp="1"/>
          </p:cNvSpPr>
          <p:nvPr>
            <p:ph sz="half" idx="19" hasCustomPrompt="1"/>
          </p:nvPr>
        </p:nvSpPr>
        <p:spPr>
          <a:xfrm>
            <a:off x="7938210" y="5280763"/>
            <a:ext cx="3124093"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Deux contenus">
    <p:bg>
      <p:bgPr>
        <a:solidFill>
          <a:schemeClr val="accent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rtlCol="0">
            <a:normAutofit/>
          </a:bodyPr>
          <a:lstStyle>
            <a:lvl1pPr>
              <a:defRPr lang="en-US" sz="2800" kern="1200"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rtlCol="0"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2933700" y="3834606"/>
            <a:ext cx="3924300"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rtlCol="0"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 LE TEXTE</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7410173" y="3834606"/>
            <a:ext cx="3943627"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pic>
        <p:nvPicPr>
          <p:cNvPr id="11" name="Graphisme 10">
            <a:extLst>
              <a:ext uri="{FF2B5EF4-FFF2-40B4-BE49-F238E27FC236}">
                <a16:creationId xmlns:a16="http://schemas.microsoft.com/office/drawing/2014/main" id="{EE24E1DB-1F20-4C28-8069-D9219D1F8BBD}"/>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u">
    <p:spTree>
      <p:nvGrpSpPr>
        <p:cNvPr id="1" name=""/>
        <p:cNvGrpSpPr/>
        <p:nvPr/>
      </p:nvGrpSpPr>
      <p:grpSpPr>
        <a:xfrm>
          <a:off x="0" y="0"/>
          <a:ext cx="0" cy="0"/>
          <a:chOff x="0" y="0"/>
          <a:chExt cx="0" cy="0"/>
        </a:xfrm>
      </p:grpSpPr>
      <p:pic>
        <p:nvPicPr>
          <p:cNvPr id="14" name="Graphisme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r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rtlCol="0"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20" name="Espace réservé du texte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5" name="Espace réservé du texte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6" name="Espace réservé du texte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7" name="Espace réservé du texte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8" name="Espace réservé du texte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9" name="Espace réservé du texte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1" name="Espace réservé de la date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22" name="Espace réservé du pied de page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24" name="Espace réservé du numéro de diapositive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hronologi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lumMod val="75000"/>
                  <a:lumOff val="25000"/>
                </a:schemeClr>
              </a:solidFill>
            </a:endParaRPr>
          </a:p>
        </p:txBody>
      </p:sp>
      <p:sp>
        <p:nvSpPr>
          <p:cNvPr id="2" name="Titr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rtlCol="0">
            <a:normAutofit/>
          </a:bodyPr>
          <a:lstStyle>
            <a:lvl1pPr algn="l">
              <a:defRPr lang="en-US" sz="2800" kern="1200" spc="150" baseline="0" dirty="0">
                <a:solidFill>
                  <a:schemeClr val="tx1">
                    <a:lumMod val="75000"/>
                    <a:lumOff val="25000"/>
                  </a:schemeClr>
                </a:solidFill>
                <a:latin typeface="+mj-lt"/>
                <a:ea typeface="+mj-ea"/>
                <a:cs typeface="+mj-cs"/>
              </a:defRPr>
            </a:lvl1pPr>
          </a:lstStyle>
          <a:p>
            <a:pPr rtl="0"/>
            <a:r>
              <a:rPr lang="fr-FR" noProof="0"/>
              <a:t>MODIFIEZ LE STYLE DU TITRE</a:t>
            </a:r>
          </a:p>
        </p:txBody>
      </p:sp>
      <p:sp>
        <p:nvSpPr>
          <p:cNvPr id="6" name="Espace réservé du texte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rtlCol="0" anchor="ctr"/>
          <a:lstStyle>
            <a:lvl1pPr marL="0" indent="0" algn="l">
              <a:buNone/>
              <a:defRPr sz="1400" b="1">
                <a:solidFill>
                  <a:schemeClr val="tx1">
                    <a:lumMod val="75000"/>
                    <a:lumOff val="25000"/>
                  </a:schemeClr>
                </a:solidFill>
                <a:latin typeface="+mj-lt"/>
              </a:defRPr>
            </a:lvl1pPr>
          </a:lstStyle>
          <a:p>
            <a:pPr lvl="0" rtl="0"/>
            <a:r>
              <a:rPr lang="fr-FR" noProof="0"/>
              <a:t>Année</a:t>
            </a:r>
          </a:p>
        </p:txBody>
      </p:sp>
      <p:sp>
        <p:nvSpPr>
          <p:cNvPr id="7" name="Espace réservé du texte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8" name="Espace réservé du texte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9" name="Espace réservé du texte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0" name="Espace réservé du texte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1" name="Espace réservé du texte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rtlCol="0" anchor="ctr"/>
          <a:lstStyle>
            <a:lvl1pPr marL="0" indent="0" algn="l">
              <a:buNone/>
              <a:defRPr sz="1400" b="1">
                <a:solidFill>
                  <a:schemeClr val="tx1">
                    <a:lumMod val="75000"/>
                    <a:lumOff val="25000"/>
                  </a:schemeClr>
                </a:solidFill>
                <a:latin typeface="+mj-lt"/>
              </a:defRPr>
            </a:lvl1pPr>
          </a:lstStyle>
          <a:p>
            <a:pPr lvl="0" rtl="0"/>
            <a:r>
              <a:rPr lang="fr-FR" noProof="0"/>
              <a:t>Année</a:t>
            </a:r>
          </a:p>
        </p:txBody>
      </p:sp>
      <p:sp>
        <p:nvSpPr>
          <p:cNvPr id="12" name="Espace réservé du texte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3" name="Espace réservé du texte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4" name="Espace réservé du texte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5" name="Espace réservé du texte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6" name="Espace réservé du texte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7" name="Espace réservé du texte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8" name="Espace réservé du texte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9" name="Espace réservé du texte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0" name="Espace réservé du texte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1" name="Espace réservé du texte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2" name="Espace réservé du texte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3" name="Espace réservé du texte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4" name="Espace réservé du texte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5" name="Espace réservé du texte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6" name="Espace réservé du texte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7" name="Espace réservé du texte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8" name="Espace réservé du texte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9" name="Espace réservé du texte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0" name="Espace réservé du texte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1" name="Espace réservé du texte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lumMod val="75000"/>
                  <a:lumOff val="25000"/>
                </a:schemeClr>
              </a:solidFill>
            </a:endParaRPr>
          </a:p>
        </p:txBody>
      </p:sp>
      <p:sp>
        <p:nvSpPr>
          <p:cNvPr id="36" name="Espace réservé de la date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37" name="Espace réservé du pied de page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38" name="Espace réservé du numéro de diapositive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0563234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7" name="Espace réservé SmartArt 6">
            <a:extLst>
              <a:ext uri="{FF2B5EF4-FFF2-40B4-BE49-F238E27FC236}">
                <a16:creationId xmlns:a16="http://schemas.microsoft.com/office/drawing/2014/main" id="{156CA116-0F6E-4EE9-B34F-03BA07161A7A}"/>
              </a:ext>
            </a:extLst>
          </p:cNvPr>
          <p:cNvSpPr>
            <a:spLocks noGrp="1"/>
          </p:cNvSpPr>
          <p:nvPr>
            <p:ph type="dgm" sz="quarter" idx="15" hasCustomPrompt="1"/>
          </p:nvPr>
        </p:nvSpPr>
        <p:spPr>
          <a:xfrm>
            <a:off x="838200" y="2136776"/>
            <a:ext cx="10515600" cy="3697645"/>
          </a:xfrm>
        </p:spPr>
        <p:txBody>
          <a:bodyPr rtlCol="0"/>
          <a:lstStyle>
            <a:lvl1pPr>
              <a:defRPr>
                <a:solidFill>
                  <a:schemeClr val="tx1">
                    <a:lumMod val="75000"/>
                    <a:lumOff val="25000"/>
                  </a:schemeClr>
                </a:solidFill>
              </a:defRPr>
            </a:lvl1pPr>
          </a:lstStyle>
          <a:p>
            <a:pPr rtl="0"/>
            <a:r>
              <a:rPr lang="fr-FR" noProof="0"/>
              <a:t>Cliquez sur l’icône pour ajouter un graphique SmartArt</a:t>
            </a:r>
          </a:p>
        </p:txBody>
      </p:sp>
      <p:sp>
        <p:nvSpPr>
          <p:cNvPr id="2" name="Titr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3" name="Espace réservé de la date 2">
            <a:extLst>
              <a:ext uri="{FF2B5EF4-FFF2-40B4-BE49-F238E27FC236}">
                <a16:creationId xmlns:a16="http://schemas.microsoft.com/office/drawing/2014/main" id="{7E085D26-FA83-4414-959E-98936A772670}"/>
              </a:ext>
            </a:extLst>
          </p:cNvPr>
          <p:cNvSpPr>
            <a:spLocks noGrp="1"/>
          </p:cNvSpPr>
          <p:nvPr>
            <p:ph type="dt" sz="half" idx="10"/>
          </p:nvPr>
        </p:nvSpPr>
        <p:spPr/>
        <p:txBody>
          <a:bodyPr rtlCol="0"/>
          <a:lstStyle>
            <a:lvl1pPr>
              <a:defRPr sz="900"/>
            </a:lvl1pPr>
          </a:lstStyle>
          <a:p>
            <a:pPr rtl="0"/>
            <a:r>
              <a:rPr lang="fr-FR" noProof="0"/>
              <a:t>20XX</a:t>
            </a:r>
          </a:p>
        </p:txBody>
      </p:sp>
      <p:sp>
        <p:nvSpPr>
          <p:cNvPr id="4" name="Espace réservé du pied de page 3">
            <a:extLst>
              <a:ext uri="{FF2B5EF4-FFF2-40B4-BE49-F238E27FC236}">
                <a16:creationId xmlns:a16="http://schemas.microsoft.com/office/drawing/2014/main" id="{1FB52E93-DE4C-4341-8D83-F0230E38B1A1}"/>
              </a:ext>
            </a:extLst>
          </p:cNvPr>
          <p:cNvSpPr>
            <a:spLocks noGrp="1"/>
          </p:cNvSpPr>
          <p:nvPr>
            <p:ph type="ftr" sz="quarter" idx="11"/>
          </p:nvPr>
        </p:nvSpPr>
        <p:spPr/>
        <p:txBody>
          <a:bodyPr rtlCol="0"/>
          <a:lstStyle>
            <a:lvl1pPr>
              <a:defRPr sz="900"/>
            </a:lvl1pPr>
          </a:lstStyle>
          <a:p>
            <a:pPr rtl="0"/>
            <a:r>
              <a:rPr lang="fr-FR" noProof="0"/>
              <a:t>Pitch Deck</a:t>
            </a:r>
          </a:p>
        </p:txBody>
      </p:sp>
      <p:cxnSp>
        <p:nvCxnSpPr>
          <p:cNvPr id="10" name="Connecteur droit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Espace réservé du numéro de diapositive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iapositive équipe 4 personnes">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image 10">
            <a:extLst>
              <a:ext uri="{FF2B5EF4-FFF2-40B4-BE49-F238E27FC236}">
                <a16:creationId xmlns:a16="http://schemas.microsoft.com/office/drawing/2014/main" id="{B0BDE76A-30A6-4268-9656-28A484C3DCC9}"/>
              </a:ext>
            </a:extLst>
          </p:cNvPr>
          <p:cNvSpPr>
            <a:spLocks noGrp="1"/>
          </p:cNvSpPr>
          <p:nvPr>
            <p:ph type="pic" sz="quarter" idx="14" hasCustomPrompt="1"/>
          </p:nvPr>
        </p:nvSpPr>
        <p:spPr>
          <a:xfrm>
            <a:off x="1487181"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17" name="Espace réservé d’image 10">
            <a:extLst>
              <a:ext uri="{FF2B5EF4-FFF2-40B4-BE49-F238E27FC236}">
                <a16:creationId xmlns:a16="http://schemas.microsoft.com/office/drawing/2014/main" id="{C4CA5C9C-91D5-44B1-A82A-A49732B4691A}"/>
              </a:ext>
            </a:extLst>
          </p:cNvPr>
          <p:cNvSpPr>
            <a:spLocks noGrp="1"/>
          </p:cNvSpPr>
          <p:nvPr>
            <p:ph type="pic" sz="quarter" idx="15" hasCustomPrompt="1"/>
          </p:nvPr>
        </p:nvSpPr>
        <p:spPr>
          <a:xfrm>
            <a:off x="3836914"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18" name="Espace réservé d’image 10">
            <a:extLst>
              <a:ext uri="{FF2B5EF4-FFF2-40B4-BE49-F238E27FC236}">
                <a16:creationId xmlns:a16="http://schemas.microsoft.com/office/drawing/2014/main" id="{4EBC7D6F-397D-4C5A-AA62-F683F88531A2}"/>
              </a:ext>
            </a:extLst>
          </p:cNvPr>
          <p:cNvSpPr>
            <a:spLocks noGrp="1"/>
          </p:cNvSpPr>
          <p:nvPr>
            <p:ph type="pic" sz="quarter" idx="16" hasCustomPrompt="1"/>
          </p:nvPr>
        </p:nvSpPr>
        <p:spPr>
          <a:xfrm>
            <a:off x="6327578" y="2886074"/>
            <a:ext cx="1845511" cy="1845511"/>
          </a:xfrm>
          <a:solidFill>
            <a:schemeClr val="bg1">
              <a:lumMod val="95000"/>
            </a:schemeClr>
          </a:solidFill>
        </p:spPr>
        <p:txBody>
          <a:bodyPr rtlCol="0">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rtl="0"/>
            <a:r>
              <a:rPr lang="fr-FR" noProof="0"/>
              <a:t>Cliquez sur l’icône pour ajouter une image</a:t>
            </a:r>
          </a:p>
        </p:txBody>
      </p:sp>
      <p:sp>
        <p:nvSpPr>
          <p:cNvPr id="19" name="Espace réservé d’image 10">
            <a:extLst>
              <a:ext uri="{FF2B5EF4-FFF2-40B4-BE49-F238E27FC236}">
                <a16:creationId xmlns:a16="http://schemas.microsoft.com/office/drawing/2014/main" id="{92E6B581-A522-4758-A9A4-8B9C7B860CF2}"/>
              </a:ext>
            </a:extLst>
          </p:cNvPr>
          <p:cNvSpPr>
            <a:spLocks noGrp="1"/>
          </p:cNvSpPr>
          <p:nvPr>
            <p:ph type="pic" sz="quarter" idx="17" hasCustomPrompt="1"/>
          </p:nvPr>
        </p:nvSpPr>
        <p:spPr>
          <a:xfrm>
            <a:off x="8747458"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3" name="Espace réservé du texte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4" name="Espace réservé du texte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5" name="Espace réservé du texte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6" name="Espace réservé du texte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7" name="Espace réservé du texte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8" name="Espace réservé du texte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9" name="Espace réservé du texte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cxnSp>
        <p:nvCxnSpPr>
          <p:cNvPr id="10" name="Connecteur droit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iapositive équipe 8 personnes">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bg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image 10">
            <a:extLst>
              <a:ext uri="{FF2B5EF4-FFF2-40B4-BE49-F238E27FC236}">
                <a16:creationId xmlns:a16="http://schemas.microsoft.com/office/drawing/2014/main" id="{B0BDE76A-30A6-4268-9656-28A484C3DCC9}"/>
              </a:ext>
            </a:extLst>
          </p:cNvPr>
          <p:cNvSpPr>
            <a:spLocks noGrp="1"/>
          </p:cNvSpPr>
          <p:nvPr>
            <p:ph type="pic" sz="quarter" idx="14" hasCustomPrompt="1"/>
          </p:nvPr>
        </p:nvSpPr>
        <p:spPr>
          <a:xfrm>
            <a:off x="1877176"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17" name="Espace réservé d’image 10">
            <a:extLst>
              <a:ext uri="{FF2B5EF4-FFF2-40B4-BE49-F238E27FC236}">
                <a16:creationId xmlns:a16="http://schemas.microsoft.com/office/drawing/2014/main" id="{C4CA5C9C-91D5-44B1-A82A-A49732B4691A}"/>
              </a:ext>
            </a:extLst>
          </p:cNvPr>
          <p:cNvSpPr>
            <a:spLocks noGrp="1"/>
          </p:cNvSpPr>
          <p:nvPr>
            <p:ph type="pic" sz="quarter" idx="15" hasCustomPrompt="1"/>
          </p:nvPr>
        </p:nvSpPr>
        <p:spPr>
          <a:xfrm>
            <a:off x="4226270"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18" name="Espace réservé d’image 10">
            <a:extLst>
              <a:ext uri="{FF2B5EF4-FFF2-40B4-BE49-F238E27FC236}">
                <a16:creationId xmlns:a16="http://schemas.microsoft.com/office/drawing/2014/main" id="{4EBC7D6F-397D-4C5A-AA62-F683F88531A2}"/>
              </a:ext>
            </a:extLst>
          </p:cNvPr>
          <p:cNvSpPr>
            <a:spLocks noGrp="1"/>
          </p:cNvSpPr>
          <p:nvPr>
            <p:ph type="pic" sz="quarter" idx="16" hasCustomPrompt="1"/>
          </p:nvPr>
        </p:nvSpPr>
        <p:spPr>
          <a:xfrm>
            <a:off x="6716934" y="2428875"/>
            <a:ext cx="1066800" cy="1066800"/>
          </a:xfrm>
          <a:solidFill>
            <a:schemeClr val="tx1"/>
          </a:solidFill>
        </p:spPr>
        <p:txBody>
          <a:bodyPr rtlCol="0">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rtl="0"/>
            <a:r>
              <a:rPr lang="fr-FR" noProof="0"/>
              <a:t>Cliquez sur l’icône pour ajouter une image</a:t>
            </a:r>
          </a:p>
        </p:txBody>
      </p:sp>
      <p:sp>
        <p:nvSpPr>
          <p:cNvPr id="19" name="Espace réservé d’image 10">
            <a:extLst>
              <a:ext uri="{FF2B5EF4-FFF2-40B4-BE49-F238E27FC236}">
                <a16:creationId xmlns:a16="http://schemas.microsoft.com/office/drawing/2014/main" id="{92E6B581-A522-4758-A9A4-8B9C7B860CF2}"/>
              </a:ext>
            </a:extLst>
          </p:cNvPr>
          <p:cNvSpPr>
            <a:spLocks noGrp="1"/>
          </p:cNvSpPr>
          <p:nvPr>
            <p:ph type="pic" sz="quarter" idx="17" hasCustomPrompt="1"/>
          </p:nvPr>
        </p:nvSpPr>
        <p:spPr>
          <a:xfrm>
            <a:off x="9136814"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6" name="Espace réservé du texte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3" name="Espace réservé du texte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7" name="Espace réservé du texte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4" name="Espace réservé du texte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8" name="Espace réservé du texte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5" name="Espace réservé du texte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9" name="Espace réservé du texte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55" name="Espace réservé d’image 10">
            <a:extLst>
              <a:ext uri="{FF2B5EF4-FFF2-40B4-BE49-F238E27FC236}">
                <a16:creationId xmlns:a16="http://schemas.microsoft.com/office/drawing/2014/main" id="{1EBAEB1D-A7F9-4F90-B642-4277D3802BAB}"/>
              </a:ext>
            </a:extLst>
          </p:cNvPr>
          <p:cNvSpPr>
            <a:spLocks noGrp="1"/>
          </p:cNvSpPr>
          <p:nvPr>
            <p:ph type="pic" sz="quarter" idx="26" hasCustomPrompt="1"/>
          </p:nvPr>
        </p:nvSpPr>
        <p:spPr>
          <a:xfrm>
            <a:off x="1877176"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6" name="Espace réservé d’image 10">
            <a:extLst>
              <a:ext uri="{FF2B5EF4-FFF2-40B4-BE49-F238E27FC236}">
                <a16:creationId xmlns:a16="http://schemas.microsoft.com/office/drawing/2014/main" id="{9461A69E-14C8-4325-89AF-D4257C1C05BA}"/>
              </a:ext>
            </a:extLst>
          </p:cNvPr>
          <p:cNvSpPr>
            <a:spLocks noGrp="1"/>
          </p:cNvSpPr>
          <p:nvPr>
            <p:ph type="pic" sz="quarter" idx="27" hasCustomPrompt="1"/>
          </p:nvPr>
        </p:nvSpPr>
        <p:spPr>
          <a:xfrm>
            <a:off x="4226270"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7" name="Espace réservé d’image 10">
            <a:extLst>
              <a:ext uri="{FF2B5EF4-FFF2-40B4-BE49-F238E27FC236}">
                <a16:creationId xmlns:a16="http://schemas.microsoft.com/office/drawing/2014/main" id="{0FB38616-82FB-4DAD-A82E-3777ACB41148}"/>
              </a:ext>
            </a:extLst>
          </p:cNvPr>
          <p:cNvSpPr>
            <a:spLocks noGrp="1"/>
          </p:cNvSpPr>
          <p:nvPr>
            <p:ph type="pic" sz="quarter" idx="28" hasCustomPrompt="1"/>
          </p:nvPr>
        </p:nvSpPr>
        <p:spPr>
          <a:xfrm>
            <a:off x="6716934" y="4287711"/>
            <a:ext cx="1066800" cy="1066800"/>
          </a:xfrm>
          <a:solidFill>
            <a:schemeClr val="tx1"/>
          </a:solidFill>
        </p:spPr>
        <p:txBody>
          <a:bodyPr rtlCol="0">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rtl="0"/>
            <a:r>
              <a:rPr lang="fr-FR" noProof="0"/>
              <a:t>Cliquez sur l’icône pour ajouter une image</a:t>
            </a:r>
          </a:p>
        </p:txBody>
      </p:sp>
      <p:sp>
        <p:nvSpPr>
          <p:cNvPr id="58" name="Espace réservé d’image 10">
            <a:extLst>
              <a:ext uri="{FF2B5EF4-FFF2-40B4-BE49-F238E27FC236}">
                <a16:creationId xmlns:a16="http://schemas.microsoft.com/office/drawing/2014/main" id="{622ED9F4-EB9B-4588-8501-BFECB846EE73}"/>
              </a:ext>
            </a:extLst>
          </p:cNvPr>
          <p:cNvSpPr>
            <a:spLocks noGrp="1"/>
          </p:cNvSpPr>
          <p:nvPr>
            <p:ph type="pic" sz="quarter" idx="29" hasCustomPrompt="1"/>
          </p:nvPr>
        </p:nvSpPr>
        <p:spPr>
          <a:xfrm>
            <a:off x="9136814"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4" name="Espace réservé du texte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2" name="Espace réservé du texte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59" name="Espace réservé du texte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3" name="Espace réservé du texte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0" name="Espace réservé du texte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4" name="Espace réservé du texte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1" name="Espace réservé du texte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5" name="Espace réservé du texte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solidFill>
                  <a:srgbClr val="898989"/>
                </a:solidFill>
              </a:defRPr>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solidFill>
                  <a:srgbClr val="898989"/>
                </a:solidFill>
              </a:defRPr>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solidFill>
                  <a:srgbClr val="898989"/>
                </a:solidFill>
              </a:defRPr>
            </a:lvl1pPr>
          </a:lstStyle>
          <a:p>
            <a:pPr rtl="0"/>
            <a:fld id="{B5CEABB6-07DC-46E8-9B57-56EC44A396E5}" type="slidenum">
              <a:rPr lang="fr-FR" noProof="0" smtClean="0"/>
              <a:t>‹N°›</a:t>
            </a:fld>
            <a:endParaRPr lang="fr-FR" noProof="0"/>
          </a:p>
        </p:txBody>
      </p:sp>
      <p:pic>
        <p:nvPicPr>
          <p:cNvPr id="13" name="Graphisme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14" name="Graphisme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Contenu">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u contenu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7" name="Espace réservé du texte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200" y="5120722"/>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4" name="Espace réservé du contenu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8" name="Espace réservé du texte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3562665" y="5120722"/>
            <a:ext cx="2342205"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5" name="Espace réservé du contenu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21" name="Espace réservé du texte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9" name="Espace réservé du texte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hasCustomPrompt="1"/>
          </p:nvPr>
        </p:nvSpPr>
        <p:spPr>
          <a:xfrm>
            <a:off x="6298609" y="5120722"/>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6" name="Espace réservé du contenu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14" name="Espace réservé du texte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3" name="Espace réservé du texte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cxnSp>
        <p:nvCxnSpPr>
          <p:cNvPr id="16" name="Connecteur droit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Espace réservé du contenu 3">
            <a:extLst>
              <a:ext uri="{FF2B5EF4-FFF2-40B4-BE49-F238E27FC236}">
                <a16:creationId xmlns:a16="http://schemas.microsoft.com/office/drawing/2014/main" id="{492F9083-A886-4EEB-94D6-1FAE6DC33000}"/>
              </a:ext>
            </a:extLst>
          </p:cNvPr>
          <p:cNvSpPr>
            <a:spLocks noGrp="1"/>
          </p:cNvSpPr>
          <p:nvPr>
            <p:ph sz="half" idx="16" hasCustomPrompt="1"/>
          </p:nvPr>
        </p:nvSpPr>
        <p:spPr>
          <a:xfrm>
            <a:off x="9023074" y="5120366"/>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ynthès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rtlCol="0"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92FD4279-EA62-4397-878A-73F4948DB176}"/>
              </a:ext>
            </a:extLst>
          </p:cNvPr>
          <p:cNvSpPr>
            <a:spLocks noGrp="1"/>
          </p:cNvSpPr>
          <p:nvPr>
            <p:ph type="body" idx="1" hasCustomPrompt="1"/>
          </p:nvPr>
        </p:nvSpPr>
        <p:spPr>
          <a:xfrm>
            <a:off x="5476875" y="3682546"/>
            <a:ext cx="5111750" cy="1525588"/>
          </a:xfrm>
        </p:spPr>
        <p:txBody>
          <a:bodyPr rtlCol="0"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fr-FR" noProof="0"/>
              <a:t>Modifiez les styles du texte</a:t>
            </a:r>
          </a:p>
        </p:txBody>
      </p:sp>
      <p:cxnSp>
        <p:nvCxnSpPr>
          <p:cNvPr id="23" name="Connecteur droit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Espace réservé de la date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22" name="Espace réservé du pied de page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24" name="Espace réservé du numéro de diapositive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Conclusion">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rtlCol="0" anchor="b">
            <a:noAutofit/>
          </a:bodyPr>
          <a:lstStyle>
            <a:lvl1pPr algn="l">
              <a:defRPr sz="3200" spc="150" baseline="0">
                <a:solidFill>
                  <a:schemeClr val="tx1">
                    <a:lumMod val="75000"/>
                    <a:lumOff val="25000"/>
                  </a:schemeClr>
                </a:solidFill>
              </a:defRPr>
            </a:lvl1pPr>
          </a:lstStyle>
          <a:p>
            <a:pPr rtl="0"/>
            <a:r>
              <a:rPr lang="fr-FR" noProof="0"/>
              <a:t>CLIQUEZ POUR MODIFIER LE STYLE DU TITRE DU MASQUE</a:t>
            </a:r>
          </a:p>
        </p:txBody>
      </p:sp>
      <p:sp>
        <p:nvSpPr>
          <p:cNvPr id="3" name="Sous-titr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rtlCol="0">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fr-FR" noProof="0"/>
              <a:t>Modifiez le style des sous-titres du masque</a:t>
            </a:r>
          </a:p>
        </p:txBody>
      </p:sp>
      <p:pic>
        <p:nvPicPr>
          <p:cNvPr id="6" name="Graphisme 5">
            <a:extLst>
              <a:ext uri="{FF2B5EF4-FFF2-40B4-BE49-F238E27FC236}">
                <a16:creationId xmlns:a16="http://schemas.microsoft.com/office/drawing/2014/main" id="{ED3361C9-310A-4255-A94E-B77588962D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9" name="Espace réservé de la date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rtlCol="0"/>
          <a:lstStyle>
            <a:lvl1pPr>
              <a:defRPr sz="900"/>
            </a:lvl1pPr>
          </a:lstStyle>
          <a:p>
            <a:pPr rtl="0"/>
            <a:r>
              <a:rPr lang="fr-FR" noProof="0"/>
              <a:t>20XX</a:t>
            </a:r>
          </a:p>
        </p:txBody>
      </p:sp>
      <p:sp>
        <p:nvSpPr>
          <p:cNvPr id="10" name="Espace réservé du pied de page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rtlCol="0"/>
          <a:lstStyle>
            <a:lvl1pPr>
              <a:defRPr sz="900"/>
            </a:lvl1pPr>
          </a:lstStyle>
          <a:p>
            <a:pPr rtl="0"/>
            <a:r>
              <a:rPr lang="fr-FR" noProof="0"/>
              <a:t>Pitch Deck</a:t>
            </a:r>
          </a:p>
        </p:txBody>
      </p:sp>
      <p:sp>
        <p:nvSpPr>
          <p:cNvPr id="11" name="Espace réservé du numéro de diapositive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pPr rtl="0"/>
            <a:r>
              <a:rPr lang="fr-FR" noProof="0"/>
              <a:t>Modifiez le style du titre</a:t>
            </a:r>
          </a:p>
        </p:txBody>
      </p:sp>
      <p:sp>
        <p:nvSpPr>
          <p:cNvPr id="3" name="Espace réservé du texte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rtl="0"/>
            <a:r>
              <a:rPr lang="fr-FR" noProof="0"/>
              <a:t>20XX</a:t>
            </a:r>
          </a:p>
        </p:txBody>
      </p:sp>
      <p:sp>
        <p:nvSpPr>
          <p:cNvPr id="5" name="Espace réservé du pied de page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rtl="0"/>
            <a:r>
              <a:rPr lang="fr-FR" noProof="0"/>
              <a:t>Pitch Deck</a:t>
            </a:r>
          </a:p>
        </p:txBody>
      </p:sp>
      <p:sp>
        <p:nvSpPr>
          <p:cNvPr id="6" name="Espace réservé du numéro de diapositive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rtl="0"/>
            <a:fld id="{B5CEABB6-07DC-46E8-9B57-56EC44A396E5}" type="slidenum">
              <a:rPr lang="fr-FR" noProof="0" smtClean="0"/>
              <a:pPr rtl="0"/>
              <a:t>‹N°›</a:t>
            </a:fld>
            <a:endParaRPr lang="fr-FR" noProof="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692" r:id="rId13"/>
    <p:sldLayoutId id="2147483681" r:id="rId14"/>
    <p:sldLayoutId id="2147483674" r:id="rId15"/>
    <p:sldLayoutId id="2147483675" r:id="rId16"/>
    <p:sldLayoutId id="2147483696" r:id="rId17"/>
    <p:sldLayoutId id="2147483677" r:id="rId18"/>
    <p:sldLayoutId id="2147483678" r:id="rId19"/>
  </p:sldLayoutIdLst>
  <p:hf hdr="0" ftr="0" dt="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16815C6-3AD0-46E6-A74A-1967BD91AF50}"/>
              </a:ext>
            </a:extLst>
          </p:cNvPr>
          <p:cNvSpPr>
            <a:spLocks noGrp="1"/>
          </p:cNvSpPr>
          <p:nvPr>
            <p:ph type="ctrTitle"/>
          </p:nvPr>
        </p:nvSpPr>
        <p:spPr>
          <a:xfrm>
            <a:off x="6416040" y="4434840"/>
            <a:ext cx="4941771" cy="1122202"/>
          </a:xfrm>
        </p:spPr>
        <p:txBody>
          <a:bodyPr rtlCol="0"/>
          <a:lstStyle/>
          <a:p>
            <a:pPr rtl="0"/>
            <a:r>
              <a:rPr lang="fr-FR" b="1" dirty="0"/>
              <a:t>rapport mensuel des actions marketing</a:t>
            </a:r>
            <a:endParaRPr lang="fr-FR" dirty="0"/>
          </a:p>
        </p:txBody>
      </p:sp>
      <p:sp>
        <p:nvSpPr>
          <p:cNvPr id="3" name="Sous-titre 2">
            <a:extLst>
              <a:ext uri="{FF2B5EF4-FFF2-40B4-BE49-F238E27FC236}">
                <a16:creationId xmlns:a16="http://schemas.microsoft.com/office/drawing/2014/main" id="{1901B20D-4C28-4DA3-ABBD-718C22A5E58B}"/>
              </a:ext>
            </a:extLst>
          </p:cNvPr>
          <p:cNvSpPr>
            <a:spLocks noGrp="1"/>
          </p:cNvSpPr>
          <p:nvPr>
            <p:ph type="subTitle" idx="1"/>
          </p:nvPr>
        </p:nvSpPr>
        <p:spPr>
          <a:xfrm>
            <a:off x="6416041" y="5586890"/>
            <a:ext cx="4941770" cy="396660"/>
          </a:xfrm>
        </p:spPr>
        <p:txBody>
          <a:bodyPr rtlCol="0"/>
          <a:lstStyle/>
          <a:p>
            <a:pPr rtl="0"/>
            <a:r>
              <a:rPr lang="fr-FR" dirty="0"/>
              <a:t>Zied Belhocine</a:t>
            </a:r>
          </a:p>
        </p:txBody>
      </p:sp>
      <p:pic>
        <p:nvPicPr>
          <p:cNvPr id="7" name="Image 6" descr="Une image contenant texte, Police, capture d’écran, logo&#10;&#10;Le contenu généré par l’IA peut être incorrect.">
            <a:extLst>
              <a:ext uri="{FF2B5EF4-FFF2-40B4-BE49-F238E27FC236}">
                <a16:creationId xmlns:a16="http://schemas.microsoft.com/office/drawing/2014/main" id="{2838F9F2-4DA9-9E4B-C123-DC6A8FC32416}"/>
              </a:ext>
            </a:extLst>
          </p:cNvPr>
          <p:cNvPicPr>
            <a:picLocks noChangeAspect="1"/>
          </p:cNvPicPr>
          <p:nvPr/>
        </p:nvPicPr>
        <p:blipFill>
          <a:blip r:embed="rId3"/>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9E329779-7CD0-66B6-A1BC-1B30EF625B0B}"/>
              </a:ext>
            </a:extLst>
          </p:cNvPr>
          <p:cNvSpPr>
            <a:spLocks noGrp="1"/>
          </p:cNvSpPr>
          <p:nvPr>
            <p:ph type="sldNum" sz="quarter" idx="12"/>
          </p:nvPr>
        </p:nvSpPr>
        <p:spPr/>
        <p:txBody>
          <a:bodyPr/>
          <a:lstStyle/>
          <a:p>
            <a:pPr rtl="0"/>
            <a:fld id="{B5CEABB6-07DC-46E8-9B57-56EC44A396E5}" type="slidenum">
              <a:rPr lang="fr-FR" noProof="0" smtClean="0"/>
              <a:t>2</a:t>
            </a:fld>
            <a:endParaRPr lang="fr-FR" noProof="0"/>
          </a:p>
        </p:txBody>
      </p:sp>
      <p:sp>
        <p:nvSpPr>
          <p:cNvPr id="5"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2</a:t>
            </a:fld>
            <a:endParaRPr lang="fr-FR" dirty="0"/>
          </a:p>
        </p:txBody>
      </p:sp>
      <p:sp>
        <p:nvSpPr>
          <p:cNvPr id="10" name="ZoneTexte 9">
            <a:extLst>
              <a:ext uri="{FF2B5EF4-FFF2-40B4-BE49-F238E27FC236}">
                <a16:creationId xmlns:a16="http://schemas.microsoft.com/office/drawing/2014/main" id="{0519737F-9D2D-31DE-5686-D6F447D5D3F5}"/>
              </a:ext>
            </a:extLst>
          </p:cNvPr>
          <p:cNvSpPr txBox="1"/>
          <p:nvPr/>
        </p:nvSpPr>
        <p:spPr>
          <a:xfrm>
            <a:off x="2078244" y="5569545"/>
            <a:ext cx="8181109" cy="1200329"/>
          </a:xfrm>
          <a:prstGeom prst="rect">
            <a:avLst/>
          </a:prstGeom>
          <a:noFill/>
        </p:spPr>
        <p:txBody>
          <a:bodyPr wrap="square" rtlCol="0">
            <a:spAutoFit/>
          </a:bodyPr>
          <a:lstStyle/>
          <a:p>
            <a:pPr algn="ctr"/>
            <a:r>
              <a:rPr lang="fr-FR" dirty="0"/>
              <a:t>Chiffre d’affaires en augmentation sur les 12 derniers mois mais baisse soudaine au mois de février. Quelles causes ? Quel avenir ?</a:t>
            </a:r>
          </a:p>
          <a:p>
            <a:pPr algn="ctr"/>
            <a:r>
              <a:rPr lang="fr-FR" dirty="0"/>
              <a:t>Le nombre de vente est en nette augmentation depuis le mois de juillet (de 1 500 à presque 27 000 en février).</a:t>
            </a:r>
          </a:p>
        </p:txBody>
      </p:sp>
      <p:sp>
        <p:nvSpPr>
          <p:cNvPr id="12" name="Titre 1">
            <a:extLst>
              <a:ext uri="{FF2B5EF4-FFF2-40B4-BE49-F238E27FC236}">
                <a16:creationId xmlns:a16="http://schemas.microsoft.com/office/drawing/2014/main" id="{F8A892BB-5431-CA08-0719-4F1CA5524A86}"/>
              </a:ext>
            </a:extLst>
          </p:cNvPr>
          <p:cNvSpPr txBox="1">
            <a:spLocks/>
          </p:cNvSpPr>
          <p:nvPr/>
        </p:nvSpPr>
        <p:spPr>
          <a:xfrm>
            <a:off x="969056" y="55749"/>
            <a:ext cx="10515600" cy="92333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2800" kern="1200" cap="all" spc="150" baseline="0" dirty="0">
                <a:solidFill>
                  <a:schemeClr val="tx1">
                    <a:lumMod val="75000"/>
                    <a:lumOff val="25000"/>
                  </a:schemeClr>
                </a:solidFill>
                <a:latin typeface="+mj-lt"/>
                <a:ea typeface="+mj-ea"/>
                <a:cs typeface="+mj-cs"/>
              </a:defRPr>
            </a:lvl1pPr>
          </a:lstStyle>
          <a:p>
            <a:r>
              <a:rPr lang="fr-FR" dirty="0"/>
              <a:t>Pourquoi notre Chiffre d’affaire baisse alors que nous vendons plus ?! Menons l’enquête !</a:t>
            </a:r>
          </a:p>
        </p:txBody>
      </p:sp>
      <p:pic>
        <p:nvPicPr>
          <p:cNvPr id="13" name="Image 12" descr="Une image contenant texte, Police, capture d’écran, logo&#10;&#10;Le contenu généré par l’IA peut être incorrect.">
            <a:extLst>
              <a:ext uri="{FF2B5EF4-FFF2-40B4-BE49-F238E27FC236}">
                <a16:creationId xmlns:a16="http://schemas.microsoft.com/office/drawing/2014/main" id="{12BCD33F-C23C-C272-322D-3BD4DEA0E053}"/>
              </a:ext>
            </a:extLst>
          </p:cNvPr>
          <p:cNvPicPr>
            <a:picLocks noChangeAspect="1"/>
          </p:cNvPicPr>
          <p:nvPr/>
        </p:nvPicPr>
        <p:blipFill>
          <a:blip r:embed="rId3"/>
          <a:stretch>
            <a:fillRect/>
          </a:stretch>
        </p:blipFill>
        <p:spPr>
          <a:xfrm>
            <a:off x="10794093" y="6206721"/>
            <a:ext cx="1127436" cy="422580"/>
          </a:xfrm>
          <a:prstGeom prst="rect">
            <a:avLst/>
          </a:prstGeom>
        </p:spPr>
      </p:pic>
      <p:pic>
        <p:nvPicPr>
          <p:cNvPr id="6" name="Image 5" descr="Une image contenant texte, capture d’écran, ligne, Tracé&#10;&#10;Le contenu généré par l’IA peut être incorrect.">
            <a:extLst>
              <a:ext uri="{FF2B5EF4-FFF2-40B4-BE49-F238E27FC236}">
                <a16:creationId xmlns:a16="http://schemas.microsoft.com/office/drawing/2014/main" id="{1644FE99-D60F-F9B7-54F1-E7C63F4B7639}"/>
              </a:ext>
            </a:extLst>
          </p:cNvPr>
          <p:cNvPicPr>
            <a:picLocks noChangeAspect="1"/>
          </p:cNvPicPr>
          <p:nvPr/>
        </p:nvPicPr>
        <p:blipFill>
          <a:blip r:embed="rId4"/>
          <a:stretch>
            <a:fillRect/>
          </a:stretch>
        </p:blipFill>
        <p:spPr>
          <a:xfrm>
            <a:off x="3389653" y="1081303"/>
            <a:ext cx="5674406" cy="4413428"/>
          </a:xfrm>
          <a:prstGeom prst="rect">
            <a:avLst/>
          </a:prstGeom>
        </p:spPr>
      </p:pic>
    </p:spTree>
    <p:extLst>
      <p:ext uri="{BB962C8B-B14F-4D97-AF65-F5344CB8AC3E}">
        <p14:creationId xmlns:p14="http://schemas.microsoft.com/office/powerpoint/2010/main" val="977898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70DA5816-BE7F-1785-7B8B-93C7F95A121B}"/>
              </a:ext>
            </a:extLst>
          </p:cNvPr>
          <p:cNvSpPr>
            <a:spLocks noGrp="1"/>
          </p:cNvSpPr>
          <p:nvPr>
            <p:ph type="sldNum" sz="quarter" idx="12"/>
          </p:nvPr>
        </p:nvSpPr>
        <p:spPr/>
        <p:txBody>
          <a:bodyPr/>
          <a:lstStyle/>
          <a:p>
            <a:pPr rtl="0"/>
            <a:fld id="{B5CEABB6-07DC-46E8-9B57-56EC44A396E5}" type="slidenum">
              <a:rPr lang="fr-FR" noProof="0" smtClean="0"/>
              <a:t>3</a:t>
            </a:fld>
            <a:endParaRPr lang="fr-FR" noProof="0"/>
          </a:p>
        </p:txBody>
      </p:sp>
      <p:sp>
        <p:nvSpPr>
          <p:cNvPr id="5"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3</a:t>
            </a:fld>
            <a:endParaRPr lang="fr-FR" dirty="0"/>
          </a:p>
        </p:txBody>
      </p:sp>
      <p:pic>
        <p:nvPicPr>
          <p:cNvPr id="6" name="Image 5">
            <a:extLst>
              <a:ext uri="{FF2B5EF4-FFF2-40B4-BE49-F238E27FC236}">
                <a16:creationId xmlns:a16="http://schemas.microsoft.com/office/drawing/2014/main" id="{2415FE7D-904B-B539-B403-F92F79825ED8}"/>
              </a:ext>
            </a:extLst>
          </p:cNvPr>
          <p:cNvPicPr>
            <a:picLocks noChangeAspect="1"/>
          </p:cNvPicPr>
          <p:nvPr/>
        </p:nvPicPr>
        <p:blipFill>
          <a:blip r:embed="rId3"/>
          <a:stretch>
            <a:fillRect/>
          </a:stretch>
        </p:blipFill>
        <p:spPr>
          <a:xfrm>
            <a:off x="3033701" y="944157"/>
            <a:ext cx="6124596" cy="4451827"/>
          </a:xfrm>
          <a:prstGeom prst="rect">
            <a:avLst/>
          </a:prstGeom>
        </p:spPr>
      </p:pic>
      <p:sp>
        <p:nvSpPr>
          <p:cNvPr id="7" name="ZoneTexte 6">
            <a:extLst>
              <a:ext uri="{FF2B5EF4-FFF2-40B4-BE49-F238E27FC236}">
                <a16:creationId xmlns:a16="http://schemas.microsoft.com/office/drawing/2014/main" id="{E503D5C8-EABC-8DB3-766D-2D8D43C29F2E}"/>
              </a:ext>
            </a:extLst>
          </p:cNvPr>
          <p:cNvSpPr txBox="1"/>
          <p:nvPr/>
        </p:nvSpPr>
        <p:spPr>
          <a:xfrm>
            <a:off x="2395002" y="5395984"/>
            <a:ext cx="7401995" cy="1754326"/>
          </a:xfrm>
          <a:prstGeom prst="rect">
            <a:avLst/>
          </a:prstGeom>
          <a:noFill/>
        </p:spPr>
        <p:txBody>
          <a:bodyPr wrap="square" rtlCol="0">
            <a:spAutoFit/>
          </a:bodyPr>
          <a:lstStyle/>
          <a:p>
            <a:pPr algn="ctr"/>
            <a:r>
              <a:rPr lang="fr-FR" dirty="0"/>
              <a:t>Forte augmentation du nombre de visites là aussi à partir de juillet.</a:t>
            </a:r>
          </a:p>
          <a:p>
            <a:pPr algn="ctr"/>
            <a:r>
              <a:rPr lang="fr-FR" dirty="0"/>
              <a:t>De 10 000 à plus de 500 000. </a:t>
            </a:r>
          </a:p>
          <a:p>
            <a:pPr algn="ctr"/>
            <a:r>
              <a:rPr lang="fr-FR" dirty="0"/>
              <a:t>Taux de conversion août = 5 000 / 50 000 = 0,1 (approximatif)</a:t>
            </a:r>
          </a:p>
          <a:p>
            <a:pPr algn="ctr"/>
            <a:r>
              <a:rPr lang="fr-FR" dirty="0"/>
              <a:t>Taux de conversion février = 27 000 / 530 000 = 0,05 (approximatif)</a:t>
            </a:r>
          </a:p>
          <a:p>
            <a:pPr algn="ctr"/>
            <a:endParaRPr lang="fr-FR" dirty="0"/>
          </a:p>
          <a:p>
            <a:pPr algn="ctr"/>
            <a:endParaRPr lang="fr-FR" dirty="0"/>
          </a:p>
        </p:txBody>
      </p:sp>
      <p:sp>
        <p:nvSpPr>
          <p:cNvPr id="8" name="Titre 1">
            <a:extLst>
              <a:ext uri="{FF2B5EF4-FFF2-40B4-BE49-F238E27FC236}">
                <a16:creationId xmlns:a16="http://schemas.microsoft.com/office/drawing/2014/main" id="{4F487A6A-202B-34F2-3157-3A0DB7CFF017}"/>
              </a:ext>
            </a:extLst>
          </p:cNvPr>
          <p:cNvSpPr txBox="1">
            <a:spLocks/>
          </p:cNvSpPr>
          <p:nvPr/>
        </p:nvSpPr>
        <p:spPr>
          <a:xfrm>
            <a:off x="842211" y="6393"/>
            <a:ext cx="10515600" cy="92333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2800" kern="1200" cap="all" spc="150" baseline="0" dirty="0">
                <a:solidFill>
                  <a:schemeClr val="tx1">
                    <a:lumMod val="75000"/>
                    <a:lumOff val="25000"/>
                  </a:schemeClr>
                </a:solidFill>
                <a:latin typeface="+mj-lt"/>
                <a:ea typeface="+mj-ea"/>
                <a:cs typeface="+mj-cs"/>
              </a:defRPr>
            </a:lvl1pPr>
          </a:lstStyle>
          <a:p>
            <a:r>
              <a:rPr lang="fr-FR" dirty="0"/>
              <a:t>le nombre de visite a un enfant caché avec le nombre de ventes : le taux de conversion.</a:t>
            </a:r>
          </a:p>
        </p:txBody>
      </p:sp>
      <p:pic>
        <p:nvPicPr>
          <p:cNvPr id="9" name="Image 8" descr="Une image contenant texte, Police, capture d’écran, logo&#10;&#10;Le contenu généré par l’IA peut être incorrect.">
            <a:extLst>
              <a:ext uri="{FF2B5EF4-FFF2-40B4-BE49-F238E27FC236}">
                <a16:creationId xmlns:a16="http://schemas.microsoft.com/office/drawing/2014/main" id="{0512DA33-A46C-9CBD-2F91-B8108D6CF218}"/>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1077389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328F602C-7F98-4C02-99D4-ED65E00D66A4}"/>
              </a:ext>
            </a:extLst>
          </p:cNvPr>
          <p:cNvSpPr>
            <a:spLocks noGrp="1"/>
          </p:cNvSpPr>
          <p:nvPr>
            <p:ph type="sldNum" sz="quarter" idx="12"/>
          </p:nvPr>
        </p:nvSpPr>
        <p:spPr>
          <a:xfrm>
            <a:off x="11204448" y="6492875"/>
            <a:ext cx="987552" cy="365125"/>
          </a:xfrm>
        </p:spPr>
        <p:txBody>
          <a:bodyPr rtlCol="0"/>
          <a:lstStyle/>
          <a:p>
            <a:pPr rtl="0"/>
            <a:fld id="{19B51A1E-902D-48AF-9020-955120F399B6}" type="slidenum">
              <a:rPr lang="fr-FR" smtClean="0"/>
              <a:pPr rtl="0"/>
              <a:t>4</a:t>
            </a:fld>
            <a:endParaRPr lang="fr-FR" dirty="0"/>
          </a:p>
        </p:txBody>
      </p:sp>
      <p:pic>
        <p:nvPicPr>
          <p:cNvPr id="3" name="Image 2">
            <a:extLst>
              <a:ext uri="{FF2B5EF4-FFF2-40B4-BE49-F238E27FC236}">
                <a16:creationId xmlns:a16="http://schemas.microsoft.com/office/drawing/2014/main" id="{E91176A3-5CA2-CCD2-8A6A-6351999522B5}"/>
              </a:ext>
            </a:extLst>
          </p:cNvPr>
          <p:cNvPicPr>
            <a:picLocks noChangeAspect="1"/>
          </p:cNvPicPr>
          <p:nvPr/>
        </p:nvPicPr>
        <p:blipFill>
          <a:blip r:embed="rId3"/>
          <a:stretch>
            <a:fillRect/>
          </a:stretch>
        </p:blipFill>
        <p:spPr>
          <a:xfrm>
            <a:off x="2101057" y="462373"/>
            <a:ext cx="7989885" cy="5998968"/>
          </a:xfrm>
          <a:prstGeom prst="rect">
            <a:avLst/>
          </a:prstGeom>
        </p:spPr>
      </p:pic>
      <p:sp>
        <p:nvSpPr>
          <p:cNvPr id="5" name="ZoneTexte 4">
            <a:extLst>
              <a:ext uri="{FF2B5EF4-FFF2-40B4-BE49-F238E27FC236}">
                <a16:creationId xmlns:a16="http://schemas.microsoft.com/office/drawing/2014/main" id="{5F2CDB22-66E5-2C01-0C7C-51F41FB5CFD6}"/>
              </a:ext>
            </a:extLst>
          </p:cNvPr>
          <p:cNvSpPr txBox="1"/>
          <p:nvPr/>
        </p:nvSpPr>
        <p:spPr>
          <a:xfrm>
            <a:off x="2357728" y="6123543"/>
            <a:ext cx="8289967" cy="369332"/>
          </a:xfrm>
          <a:prstGeom prst="rect">
            <a:avLst/>
          </a:prstGeom>
          <a:noFill/>
        </p:spPr>
        <p:txBody>
          <a:bodyPr wrap="square" rtlCol="0">
            <a:spAutoFit/>
          </a:bodyPr>
          <a:lstStyle/>
          <a:p>
            <a:pPr algn="just"/>
            <a:r>
              <a:rPr lang="fr-FR" dirty="0"/>
              <a:t>Taux de conversion qui est divisé par deux entre juillet et février (0,10 à 0,05). </a:t>
            </a:r>
          </a:p>
        </p:txBody>
      </p:sp>
      <p:sp>
        <p:nvSpPr>
          <p:cNvPr id="6" name="Titre 1">
            <a:extLst>
              <a:ext uri="{FF2B5EF4-FFF2-40B4-BE49-F238E27FC236}">
                <a16:creationId xmlns:a16="http://schemas.microsoft.com/office/drawing/2014/main" id="{82AF1DA3-8DEB-180C-05DF-BBE028A18A6E}"/>
              </a:ext>
            </a:extLst>
          </p:cNvPr>
          <p:cNvSpPr>
            <a:spLocks noGrp="1"/>
          </p:cNvSpPr>
          <p:nvPr>
            <p:ph type="title"/>
          </p:nvPr>
        </p:nvSpPr>
        <p:spPr>
          <a:xfrm>
            <a:off x="688848" y="72736"/>
            <a:ext cx="10515600" cy="942543"/>
          </a:xfrm>
        </p:spPr>
        <p:txBody>
          <a:bodyPr/>
          <a:lstStyle/>
          <a:p>
            <a:r>
              <a:rPr lang="fr-FR" dirty="0"/>
              <a:t>Évolution du taux de conversion au cours des 12 derniers mois</a:t>
            </a:r>
          </a:p>
        </p:txBody>
      </p:sp>
      <p:pic>
        <p:nvPicPr>
          <p:cNvPr id="7" name="Image 6" descr="Une image contenant texte, Police, capture d’écran, logo&#10;&#10;Le contenu généré par l’IA peut être incorrect.">
            <a:extLst>
              <a:ext uri="{FF2B5EF4-FFF2-40B4-BE49-F238E27FC236}">
                <a16:creationId xmlns:a16="http://schemas.microsoft.com/office/drawing/2014/main" id="{9439E07F-D4F2-2CBD-3578-0B61A7D1B602}"/>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9981715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9E329779-7CD0-66B6-A1BC-1B30EF625B0B}"/>
              </a:ext>
            </a:extLst>
          </p:cNvPr>
          <p:cNvSpPr>
            <a:spLocks noGrp="1"/>
          </p:cNvSpPr>
          <p:nvPr>
            <p:ph type="sldNum" sz="quarter" idx="12"/>
          </p:nvPr>
        </p:nvSpPr>
        <p:spPr/>
        <p:txBody>
          <a:bodyPr/>
          <a:lstStyle/>
          <a:p>
            <a:pPr rtl="0"/>
            <a:fld id="{B5CEABB6-07DC-46E8-9B57-56EC44A396E5}" type="slidenum">
              <a:rPr lang="fr-FR" noProof="0" smtClean="0"/>
              <a:t>5</a:t>
            </a:fld>
            <a:endParaRPr lang="fr-FR" noProof="0"/>
          </a:p>
        </p:txBody>
      </p:sp>
      <p:sp>
        <p:nvSpPr>
          <p:cNvPr id="2"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5</a:t>
            </a:fld>
            <a:endParaRPr lang="fr-FR" dirty="0"/>
          </a:p>
        </p:txBody>
      </p:sp>
      <p:pic>
        <p:nvPicPr>
          <p:cNvPr id="3" name="Image 2" descr="Une image contenant texte, diagramme, capture d’écran, Rectangle&#10;&#10;Le contenu généré par l’IA peut être incorrect.">
            <a:extLst>
              <a:ext uri="{FF2B5EF4-FFF2-40B4-BE49-F238E27FC236}">
                <a16:creationId xmlns:a16="http://schemas.microsoft.com/office/drawing/2014/main" id="{2CFC9D1A-A636-6112-F50A-51C38D5FEE45}"/>
              </a:ext>
            </a:extLst>
          </p:cNvPr>
          <p:cNvPicPr>
            <a:picLocks noChangeAspect="1"/>
          </p:cNvPicPr>
          <p:nvPr/>
        </p:nvPicPr>
        <p:blipFill>
          <a:blip r:embed="rId3"/>
          <a:stretch>
            <a:fillRect/>
          </a:stretch>
        </p:blipFill>
        <p:spPr>
          <a:xfrm>
            <a:off x="2641386" y="1079177"/>
            <a:ext cx="6548494" cy="4608338"/>
          </a:xfrm>
          <a:prstGeom prst="rect">
            <a:avLst/>
          </a:prstGeom>
        </p:spPr>
      </p:pic>
      <p:sp>
        <p:nvSpPr>
          <p:cNvPr id="5" name="ZoneTexte 4">
            <a:extLst>
              <a:ext uri="{FF2B5EF4-FFF2-40B4-BE49-F238E27FC236}">
                <a16:creationId xmlns:a16="http://schemas.microsoft.com/office/drawing/2014/main" id="{EF0CD643-2533-5CD6-2446-CB3E7AD4785B}"/>
              </a:ext>
            </a:extLst>
          </p:cNvPr>
          <p:cNvSpPr txBox="1"/>
          <p:nvPr/>
        </p:nvSpPr>
        <p:spPr>
          <a:xfrm>
            <a:off x="1242352" y="5770277"/>
            <a:ext cx="9346563" cy="646331"/>
          </a:xfrm>
          <a:prstGeom prst="rect">
            <a:avLst/>
          </a:prstGeom>
          <a:noFill/>
        </p:spPr>
        <p:txBody>
          <a:bodyPr wrap="square" rtlCol="0">
            <a:spAutoFit/>
          </a:bodyPr>
          <a:lstStyle/>
          <a:p>
            <a:pPr algn="ctr"/>
            <a:r>
              <a:rPr lang="fr-FR" dirty="0"/>
              <a:t>Variance augmente et les clients sont beaucoup plus nombreux à passer moins de 6 minutes pour faire leurs achats.</a:t>
            </a:r>
          </a:p>
        </p:txBody>
      </p:sp>
      <p:sp>
        <p:nvSpPr>
          <p:cNvPr id="6" name="Titre 1">
            <a:extLst>
              <a:ext uri="{FF2B5EF4-FFF2-40B4-BE49-F238E27FC236}">
                <a16:creationId xmlns:a16="http://schemas.microsoft.com/office/drawing/2014/main" id="{B638DCEF-0E7B-FF5A-E4B0-9C14906D4760}"/>
              </a:ext>
            </a:extLst>
          </p:cNvPr>
          <p:cNvSpPr>
            <a:spLocks noGrp="1"/>
          </p:cNvSpPr>
          <p:nvPr>
            <p:ph type="title"/>
          </p:nvPr>
        </p:nvSpPr>
        <p:spPr>
          <a:xfrm>
            <a:off x="838200" y="116218"/>
            <a:ext cx="10515600" cy="880197"/>
          </a:xfrm>
        </p:spPr>
        <p:txBody>
          <a:bodyPr>
            <a:normAutofit fontScale="90000"/>
          </a:bodyPr>
          <a:lstStyle/>
          <a:p>
            <a:r>
              <a:rPr lang="fr-FR" dirty="0"/>
              <a:t>Le temps passé sur le site pour un achat a un comportement étrange depuis un moment, C’est  louche !</a:t>
            </a:r>
          </a:p>
        </p:txBody>
      </p:sp>
      <p:pic>
        <p:nvPicPr>
          <p:cNvPr id="7" name="Image 6" descr="Une image contenant texte, Police, capture d’écran, logo&#10;&#10;Le contenu généré par l’IA peut être incorrect.">
            <a:extLst>
              <a:ext uri="{FF2B5EF4-FFF2-40B4-BE49-F238E27FC236}">
                <a16:creationId xmlns:a16="http://schemas.microsoft.com/office/drawing/2014/main" id="{4F138E42-FF66-5DDF-93AB-626C58984D17}"/>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10889455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9E329779-7CD0-66B6-A1BC-1B30EF625B0B}"/>
              </a:ext>
            </a:extLst>
          </p:cNvPr>
          <p:cNvSpPr>
            <a:spLocks noGrp="1"/>
          </p:cNvSpPr>
          <p:nvPr>
            <p:ph type="sldNum" sz="quarter" idx="12"/>
          </p:nvPr>
        </p:nvSpPr>
        <p:spPr/>
        <p:txBody>
          <a:bodyPr/>
          <a:lstStyle/>
          <a:p>
            <a:pPr rtl="0"/>
            <a:fld id="{B5CEABB6-07DC-46E8-9B57-56EC44A396E5}" type="slidenum">
              <a:rPr lang="fr-FR" noProof="0" smtClean="0"/>
              <a:t>6</a:t>
            </a:fld>
            <a:endParaRPr lang="fr-FR" noProof="0"/>
          </a:p>
        </p:txBody>
      </p:sp>
      <p:sp>
        <p:nvSpPr>
          <p:cNvPr id="5"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6</a:t>
            </a:fld>
            <a:endParaRPr lang="fr-FR" dirty="0"/>
          </a:p>
        </p:txBody>
      </p:sp>
      <p:pic>
        <p:nvPicPr>
          <p:cNvPr id="6" name="Image 5" descr="Une image contenant capture d’écran, visualisation&#10;&#10;Le contenu généré par l’IA peut être incorrect.">
            <a:extLst>
              <a:ext uri="{FF2B5EF4-FFF2-40B4-BE49-F238E27FC236}">
                <a16:creationId xmlns:a16="http://schemas.microsoft.com/office/drawing/2014/main" id="{29786476-4BDF-EE96-67CE-9A1137BB4B39}"/>
              </a:ext>
            </a:extLst>
          </p:cNvPr>
          <p:cNvPicPr>
            <a:picLocks noChangeAspect="1"/>
          </p:cNvPicPr>
          <p:nvPr/>
        </p:nvPicPr>
        <p:blipFill>
          <a:blip r:embed="rId3"/>
          <a:stretch>
            <a:fillRect/>
          </a:stretch>
        </p:blipFill>
        <p:spPr>
          <a:xfrm>
            <a:off x="2924347" y="1016637"/>
            <a:ext cx="5995320" cy="4535550"/>
          </a:xfrm>
          <a:prstGeom prst="rect">
            <a:avLst/>
          </a:prstGeom>
        </p:spPr>
      </p:pic>
      <p:sp>
        <p:nvSpPr>
          <p:cNvPr id="7" name="ZoneTexte 6">
            <a:extLst>
              <a:ext uri="{FF2B5EF4-FFF2-40B4-BE49-F238E27FC236}">
                <a16:creationId xmlns:a16="http://schemas.microsoft.com/office/drawing/2014/main" id="{672B12A8-6C11-5AE7-B843-F4233C2A8988}"/>
              </a:ext>
            </a:extLst>
          </p:cNvPr>
          <p:cNvSpPr txBox="1"/>
          <p:nvPr/>
        </p:nvSpPr>
        <p:spPr>
          <a:xfrm>
            <a:off x="2141667" y="5820241"/>
            <a:ext cx="7560680" cy="1200329"/>
          </a:xfrm>
          <a:prstGeom prst="rect">
            <a:avLst/>
          </a:prstGeom>
          <a:noFill/>
        </p:spPr>
        <p:txBody>
          <a:bodyPr wrap="square" rtlCol="0">
            <a:spAutoFit/>
          </a:bodyPr>
          <a:lstStyle/>
          <a:p>
            <a:pPr algn="ctr"/>
            <a:r>
              <a:rPr lang="fr-FR" dirty="0"/>
              <a:t>Forte concentration de paniers autour de 40€. </a:t>
            </a:r>
          </a:p>
          <a:p>
            <a:pPr algn="ctr"/>
            <a:r>
              <a:rPr lang="fr-FR" dirty="0"/>
              <a:t>Plus ils passent de temps sur notre site, plus ils vont avoir un panier élevé. </a:t>
            </a:r>
          </a:p>
          <a:p>
            <a:pPr algn="ctr"/>
            <a:r>
              <a:rPr lang="fr-FR" dirty="0"/>
              <a:t>Revoir la segmentation de notre base client est une priorité.</a:t>
            </a:r>
          </a:p>
          <a:p>
            <a:pPr algn="ctr"/>
            <a:endParaRPr lang="fr-FR" dirty="0"/>
          </a:p>
        </p:txBody>
      </p:sp>
      <p:sp>
        <p:nvSpPr>
          <p:cNvPr id="8" name="Titre 1">
            <a:extLst>
              <a:ext uri="{FF2B5EF4-FFF2-40B4-BE49-F238E27FC236}">
                <a16:creationId xmlns:a16="http://schemas.microsoft.com/office/drawing/2014/main" id="{9B346097-CD60-B70F-E35D-83B3B4CC3325}"/>
              </a:ext>
            </a:extLst>
          </p:cNvPr>
          <p:cNvSpPr>
            <a:spLocks noGrp="1"/>
          </p:cNvSpPr>
          <p:nvPr>
            <p:ph type="title"/>
          </p:nvPr>
        </p:nvSpPr>
        <p:spPr>
          <a:xfrm>
            <a:off x="842211" y="228699"/>
            <a:ext cx="10515600" cy="695763"/>
          </a:xfrm>
        </p:spPr>
        <p:txBody>
          <a:bodyPr>
            <a:normAutofit fontScale="90000"/>
          </a:bodyPr>
          <a:lstStyle/>
          <a:p>
            <a:r>
              <a:rPr lang="fr-FR" dirty="0"/>
              <a:t>Autopsie du panier moyen : quels étaient ses liens avec le temps passé sur le site ?</a:t>
            </a:r>
          </a:p>
        </p:txBody>
      </p:sp>
      <p:pic>
        <p:nvPicPr>
          <p:cNvPr id="9" name="Image 8" descr="Une image contenant texte, Police, capture d’écran, logo&#10;&#10;Le contenu généré par l’IA peut être incorrect.">
            <a:extLst>
              <a:ext uri="{FF2B5EF4-FFF2-40B4-BE49-F238E27FC236}">
                <a16:creationId xmlns:a16="http://schemas.microsoft.com/office/drawing/2014/main" id="{A4C1BADD-9F05-A50E-1952-FF83019CB9ED}"/>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931900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9E329779-7CD0-66B6-A1BC-1B30EF625B0B}"/>
              </a:ext>
            </a:extLst>
          </p:cNvPr>
          <p:cNvSpPr>
            <a:spLocks noGrp="1"/>
          </p:cNvSpPr>
          <p:nvPr>
            <p:ph type="sldNum" sz="quarter" idx="12"/>
          </p:nvPr>
        </p:nvSpPr>
        <p:spPr/>
        <p:txBody>
          <a:bodyPr/>
          <a:lstStyle/>
          <a:p>
            <a:pPr rtl="0"/>
            <a:fld id="{B5CEABB6-07DC-46E8-9B57-56EC44A396E5}" type="slidenum">
              <a:rPr lang="fr-FR" noProof="0" smtClean="0"/>
              <a:t>7</a:t>
            </a:fld>
            <a:endParaRPr lang="fr-FR" noProof="0"/>
          </a:p>
        </p:txBody>
      </p:sp>
      <p:sp>
        <p:nvSpPr>
          <p:cNvPr id="2"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7</a:t>
            </a:fld>
            <a:endParaRPr lang="fr-FR" dirty="0"/>
          </a:p>
        </p:txBody>
      </p:sp>
      <p:pic>
        <p:nvPicPr>
          <p:cNvPr id="9" name="Image 8" descr="Une image contenant texte, capture d’écran, ligne, Caractère coloré&#10;&#10;Le contenu généré par l’IA peut être incorrect.">
            <a:extLst>
              <a:ext uri="{FF2B5EF4-FFF2-40B4-BE49-F238E27FC236}">
                <a16:creationId xmlns:a16="http://schemas.microsoft.com/office/drawing/2014/main" id="{F58E550A-D9A8-0666-3A29-58548655973C}"/>
              </a:ext>
            </a:extLst>
          </p:cNvPr>
          <p:cNvPicPr>
            <a:picLocks noChangeAspect="1"/>
          </p:cNvPicPr>
          <p:nvPr/>
        </p:nvPicPr>
        <p:blipFill>
          <a:blip r:embed="rId3"/>
          <a:stretch>
            <a:fillRect/>
          </a:stretch>
        </p:blipFill>
        <p:spPr>
          <a:xfrm>
            <a:off x="2662505" y="1048880"/>
            <a:ext cx="6866989" cy="4572555"/>
          </a:xfrm>
          <a:prstGeom prst="rect">
            <a:avLst/>
          </a:prstGeom>
        </p:spPr>
      </p:pic>
      <p:sp>
        <p:nvSpPr>
          <p:cNvPr id="10" name="ZoneTexte 9">
            <a:extLst>
              <a:ext uri="{FF2B5EF4-FFF2-40B4-BE49-F238E27FC236}">
                <a16:creationId xmlns:a16="http://schemas.microsoft.com/office/drawing/2014/main" id="{0519737F-9D2D-31DE-5686-D6F447D5D3F5}"/>
              </a:ext>
            </a:extLst>
          </p:cNvPr>
          <p:cNvSpPr txBox="1"/>
          <p:nvPr/>
        </p:nvSpPr>
        <p:spPr>
          <a:xfrm>
            <a:off x="2136301" y="5621435"/>
            <a:ext cx="8181109" cy="923330"/>
          </a:xfrm>
          <a:prstGeom prst="rect">
            <a:avLst/>
          </a:prstGeom>
          <a:noFill/>
        </p:spPr>
        <p:txBody>
          <a:bodyPr wrap="square" rtlCol="0">
            <a:spAutoFit/>
          </a:bodyPr>
          <a:lstStyle/>
          <a:p>
            <a:pPr algn="ctr"/>
            <a:r>
              <a:rPr lang="fr-FR" dirty="0"/>
              <a:t>Arrêt du high tech a mécaniquement fait baisser notre chiffre total. </a:t>
            </a:r>
          </a:p>
          <a:p>
            <a:pPr algn="ctr"/>
            <a:r>
              <a:rPr lang="fr-FR" dirty="0"/>
              <a:t>Biens de conso. Reste stable ~200k€/mois</a:t>
            </a:r>
          </a:p>
          <a:p>
            <a:pPr algn="ctr"/>
            <a:r>
              <a:rPr lang="fr-FR" dirty="0"/>
              <a:t>Très forte évolution de la partie nourriture (~+100k entre janvier et février ~+25%)</a:t>
            </a:r>
          </a:p>
        </p:txBody>
      </p:sp>
      <p:sp>
        <p:nvSpPr>
          <p:cNvPr id="12" name="Titre 1">
            <a:extLst>
              <a:ext uri="{FF2B5EF4-FFF2-40B4-BE49-F238E27FC236}">
                <a16:creationId xmlns:a16="http://schemas.microsoft.com/office/drawing/2014/main" id="{F8A892BB-5431-CA08-0719-4F1CA5524A86}"/>
              </a:ext>
            </a:extLst>
          </p:cNvPr>
          <p:cNvSpPr>
            <a:spLocks noGrp="1"/>
          </p:cNvSpPr>
          <p:nvPr>
            <p:ph type="title"/>
          </p:nvPr>
        </p:nvSpPr>
        <p:spPr>
          <a:xfrm>
            <a:off x="969056" y="55749"/>
            <a:ext cx="10515600" cy="923330"/>
          </a:xfrm>
        </p:spPr>
        <p:txBody>
          <a:bodyPr/>
          <a:lstStyle/>
          <a:p>
            <a:r>
              <a:rPr lang="fr-FR" dirty="0"/>
              <a:t>Le véritable coupable enfin démasqué !</a:t>
            </a:r>
          </a:p>
        </p:txBody>
      </p:sp>
      <p:pic>
        <p:nvPicPr>
          <p:cNvPr id="13" name="Image 12" descr="Une image contenant texte, Police, capture d’écran, logo&#10;&#10;Le contenu généré par l’IA peut être incorrect.">
            <a:extLst>
              <a:ext uri="{FF2B5EF4-FFF2-40B4-BE49-F238E27FC236}">
                <a16:creationId xmlns:a16="http://schemas.microsoft.com/office/drawing/2014/main" id="{12BCD33F-C23C-C272-322D-3BD4DEA0E053}"/>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44899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CAEE93-8585-46D4-A7EC-F184E317CB2E}"/>
              </a:ext>
            </a:extLst>
          </p:cNvPr>
          <p:cNvSpPr>
            <a:spLocks noGrp="1"/>
          </p:cNvSpPr>
          <p:nvPr>
            <p:ph type="ctrTitle"/>
          </p:nvPr>
        </p:nvSpPr>
        <p:spPr>
          <a:xfrm>
            <a:off x="4267200" y="1615736"/>
            <a:ext cx="4179570" cy="1524735"/>
          </a:xfrm>
        </p:spPr>
        <p:txBody>
          <a:bodyPr rtlCol="0"/>
          <a:lstStyle/>
          <a:p>
            <a:pPr rtl="0"/>
            <a:r>
              <a:rPr lang="fr-FR" dirty="0"/>
              <a:t>MERCI</a:t>
            </a:r>
          </a:p>
        </p:txBody>
      </p:sp>
      <p:sp>
        <p:nvSpPr>
          <p:cNvPr id="3" name="Espace réservé du contenu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004161"/>
          </a:xfrm>
        </p:spPr>
        <p:txBody>
          <a:bodyPr rtlCol="0">
            <a:normAutofit/>
          </a:bodyPr>
          <a:lstStyle/>
          <a:p>
            <a:pPr rtl="0"/>
            <a:r>
              <a:rPr lang="fr-FR" dirty="0"/>
              <a:t>Zied Belhocine</a:t>
            </a:r>
          </a:p>
          <a:p>
            <a:pPr rtl="0"/>
            <a:r>
              <a:rPr lang="fr-FR" dirty="0"/>
              <a:t>+33 6 12 34 56 78</a:t>
            </a:r>
          </a:p>
          <a:p>
            <a:pPr rtl="0"/>
            <a:r>
              <a:rPr lang="fr-FR" dirty="0"/>
              <a:t>ziedb@legrandmarche.com</a:t>
            </a:r>
          </a:p>
          <a:p>
            <a:pPr rtl="0"/>
            <a:r>
              <a:rPr lang="fr-FR" dirty="0"/>
              <a:t>www.legrandmarche.com</a:t>
            </a:r>
          </a:p>
        </p:txBody>
      </p:sp>
      <p:sp>
        <p:nvSpPr>
          <p:cNvPr id="6" name="Espace réservé du numéro de diapositive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rtlCol="0"/>
          <a:lstStyle/>
          <a:p>
            <a:pPr rtl="0"/>
            <a:fld id="{B5CEABB6-07DC-46E8-9B57-56EC44A396E5}" type="slidenum">
              <a:rPr lang="fr-FR" smtClean="0"/>
              <a:pPr rtl="0"/>
              <a:t>8</a:t>
            </a:fld>
            <a:endParaRPr lang="fr-FR"/>
          </a:p>
        </p:txBody>
      </p:sp>
      <p:pic>
        <p:nvPicPr>
          <p:cNvPr id="7" name="Image 6" descr="Une image contenant texte, Police, capture d’écran, logo&#10;&#10;Le contenu généré par l’IA peut être incorrect.">
            <a:extLst>
              <a:ext uri="{FF2B5EF4-FFF2-40B4-BE49-F238E27FC236}">
                <a16:creationId xmlns:a16="http://schemas.microsoft.com/office/drawing/2014/main" id="{2DAFD555-2984-F033-E4A1-79B51714A7F5}"/>
              </a:ext>
            </a:extLst>
          </p:cNvPr>
          <p:cNvPicPr>
            <a:picLocks noChangeAspect="1"/>
          </p:cNvPicPr>
          <p:nvPr/>
        </p:nvPicPr>
        <p:blipFill>
          <a:blip r:embed="rId3"/>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2436493926"/>
      </p:ext>
    </p:extLst>
  </p:cSld>
  <p:clrMapOvr>
    <a:masterClrMapping/>
  </p:clrMapOvr>
</p:sld>
</file>

<file path=ppt/theme/theme1.xml><?xml version="1.0" encoding="utf-8"?>
<a:theme xmlns:a="http://schemas.openxmlformats.org/drawingml/2006/main" name="Monolig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3329035_TF56180624_Win32" id="{86818CA5-A7A1-4A11-825D-121ACC2F2553}" vid="{B15E7544-D123-4273-B0AB-D8F961E44E29}"/>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64CF2EF3-001F-4BE9-81B3-86ECBBF942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2BC90D6-94CF-42F7-AAC4-9CF6824C54D5}">
  <ds:schemaRefs>
    <ds:schemaRef ds:uri="http://schemas.microsoft.com/sharepoint/v3/contenttype/forms"/>
  </ds:schemaRefs>
</ds:datastoreItem>
</file>

<file path=customXml/itemProps3.xml><?xml version="1.0" encoding="utf-8"?>
<ds:datastoreItem xmlns:ds="http://schemas.openxmlformats.org/officeDocument/2006/customXml" ds:itemID="{7F97B18F-50BC-4F30-8373-93489E845F83}">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Argumentaire de vente clair et minimaliste</Template>
  <TotalTime>238</TotalTime>
  <Words>578</Words>
  <Application>Microsoft Office PowerPoint</Application>
  <PresentationFormat>Grand écran</PresentationFormat>
  <Paragraphs>54</Paragraphs>
  <Slides>8</Slides>
  <Notes>8</Notes>
  <HiddenSlides>1</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8</vt:i4>
      </vt:variant>
    </vt:vector>
  </HeadingPairs>
  <TitlesOfParts>
    <vt:vector size="12" baseType="lpstr">
      <vt:lpstr>Arial</vt:lpstr>
      <vt:lpstr>Calibri</vt:lpstr>
      <vt:lpstr>Tenorite</vt:lpstr>
      <vt:lpstr>Monoligne</vt:lpstr>
      <vt:lpstr>rapport mensuel des actions marketing</vt:lpstr>
      <vt:lpstr>Présentation PowerPoint</vt:lpstr>
      <vt:lpstr>Présentation PowerPoint</vt:lpstr>
      <vt:lpstr>Évolution du taux de conversion au cours des 12 derniers mois</vt:lpstr>
      <vt:lpstr>Le temps passé sur le site pour un achat a un comportement étrange depuis un moment, C’est  louche !</vt:lpstr>
      <vt:lpstr>Autopsie du panier moyen : quels étaient ses liens avec le temps passé sur le site ?</vt:lpstr>
      <vt:lpstr>Le véritable coupable enfin démasqué !</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Zied Belhocine</dc:creator>
  <cp:lastModifiedBy>Zied Belhocine</cp:lastModifiedBy>
  <cp:revision>2</cp:revision>
  <dcterms:created xsi:type="dcterms:W3CDTF">2026-01-08T10:01:40Z</dcterms:created>
  <dcterms:modified xsi:type="dcterms:W3CDTF">2026-01-16T14:56:52Z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