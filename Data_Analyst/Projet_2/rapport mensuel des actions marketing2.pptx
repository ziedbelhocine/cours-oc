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Lst>
  <p:notesMasterIdLst>
    <p:notesMasterId r:id="rId13"/>
  </p:notesMasterIdLst>
  <p:handoutMasterIdLst>
    <p:handoutMasterId r:id="rId14"/>
  </p:handoutMasterIdLst>
  <p:sldIdLst>
    <p:sldId id="256" r:id="rId5"/>
    <p:sldId id="311" r:id="rId6"/>
    <p:sldId id="310" r:id="rId7"/>
    <p:sldId id="305" r:id="rId8"/>
    <p:sldId id="315" r:id="rId9"/>
    <p:sldId id="312" r:id="rId10"/>
    <p:sldId id="316" r:id="rId11"/>
    <p:sldId id="276" r:id="rId12"/>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3A93C"/>
    <a:srgbClr val="4F9690"/>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89" autoAdjust="0"/>
    <p:restoredTop sz="86441" autoAdjust="0"/>
  </p:normalViewPr>
  <p:slideViewPr>
    <p:cSldViewPr snapToGrid="0">
      <p:cViewPr varScale="1">
        <p:scale>
          <a:sx n="94" d="100"/>
          <a:sy n="94" d="100"/>
        </p:scale>
        <p:origin x="108" y="120"/>
      </p:cViewPr>
      <p:guideLst>
        <p:guide orient="horz" pos="33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3882" y="13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ed Belhocine" userId="200cc0e2b299676e" providerId="LiveId" clId="{95111075-9CB2-432D-B2EF-7A052D7A8864}"/>
    <pc:docChg chg="undo custSel delSld modSld sldOrd">
      <pc:chgData name="Zied Belhocine" userId="200cc0e2b299676e" providerId="LiveId" clId="{95111075-9CB2-432D-B2EF-7A052D7A8864}" dt="2026-01-26T20:08:46.906" v="3464" actId="962"/>
      <pc:docMkLst>
        <pc:docMk/>
      </pc:docMkLst>
      <pc:sldChg chg="addSp modSp mod modNotesTx">
        <pc:chgData name="Zied Belhocine" userId="200cc0e2b299676e" providerId="LiveId" clId="{95111075-9CB2-432D-B2EF-7A052D7A8864}" dt="2026-01-26T20:07:26.278" v="3458" actId="962"/>
        <pc:sldMkLst>
          <pc:docMk/>
          <pc:sldMk cId="1642425379" sldId="256"/>
        </pc:sldMkLst>
        <pc:spChg chg="mod">
          <ac:chgData name="Zied Belhocine" userId="200cc0e2b299676e" providerId="LiveId" clId="{95111075-9CB2-432D-B2EF-7A052D7A8864}" dt="2026-01-26T19:49:40.947" v="1947" actId="14100"/>
          <ac:spMkLst>
            <pc:docMk/>
            <pc:sldMk cId="1642425379" sldId="256"/>
            <ac:spMk id="2" creationId="{216815C6-3AD0-46E6-A74A-1967BD91AF50}"/>
          </ac:spMkLst>
        </pc:spChg>
        <pc:spChg chg="mod">
          <ac:chgData name="Zied Belhocine" userId="200cc0e2b299676e" providerId="LiveId" clId="{95111075-9CB2-432D-B2EF-7A052D7A8864}" dt="2026-01-26T19:49:38.271" v="1946" actId="14100"/>
          <ac:spMkLst>
            <pc:docMk/>
            <pc:sldMk cId="1642425379" sldId="256"/>
            <ac:spMk id="3" creationId="{1901B20D-4C28-4DA3-ABBD-718C22A5E58B}"/>
          </ac:spMkLst>
        </pc:spChg>
        <pc:picChg chg="add mod ord">
          <ac:chgData name="Zied Belhocine" userId="200cc0e2b299676e" providerId="LiveId" clId="{95111075-9CB2-432D-B2EF-7A052D7A8864}" dt="2026-01-26T20:07:26.278" v="3458" actId="962"/>
          <ac:picMkLst>
            <pc:docMk/>
            <pc:sldMk cId="1642425379" sldId="256"/>
            <ac:picMk id="4" creationId="{4653A6BA-22E1-FB5A-81D1-0A3955A0ECE7}"/>
          </ac:picMkLst>
        </pc:picChg>
        <pc:picChg chg="mod">
          <ac:chgData name="Zied Belhocine" userId="200cc0e2b299676e" providerId="LiveId" clId="{95111075-9CB2-432D-B2EF-7A052D7A8864}" dt="2026-01-26T19:55:46.906" v="1960" actId="962"/>
          <ac:picMkLst>
            <pc:docMk/>
            <pc:sldMk cId="1642425379" sldId="256"/>
            <ac:picMk id="7" creationId="{2838F9F2-4DA9-9E4B-C123-DC6A8FC32416}"/>
          </ac:picMkLst>
        </pc:picChg>
      </pc:sldChg>
      <pc:sldChg chg="addSp modSp mod">
        <pc:chgData name="Zied Belhocine" userId="200cc0e2b299676e" providerId="LiveId" clId="{95111075-9CB2-432D-B2EF-7A052D7A8864}" dt="2026-01-26T20:08:27.919" v="3463" actId="962"/>
        <pc:sldMkLst>
          <pc:docMk/>
          <pc:sldMk cId="2436493926" sldId="276"/>
        </pc:sldMkLst>
        <pc:spChg chg="mod">
          <ac:chgData name="Zied Belhocine" userId="200cc0e2b299676e" providerId="LiveId" clId="{95111075-9CB2-432D-B2EF-7A052D7A8864}" dt="2026-01-26T15:59:09.115" v="1903" actId="1076"/>
          <ac:spMkLst>
            <pc:docMk/>
            <pc:sldMk cId="2436493926" sldId="276"/>
            <ac:spMk id="2" creationId="{BCCAEE93-8585-46D4-A7EC-F184E317CB2E}"/>
          </ac:spMkLst>
        </pc:spChg>
        <pc:spChg chg="mod">
          <ac:chgData name="Zied Belhocine" userId="200cc0e2b299676e" providerId="LiveId" clId="{95111075-9CB2-432D-B2EF-7A052D7A8864}" dt="2026-01-26T16:00:55.962" v="1919" actId="14100"/>
          <ac:spMkLst>
            <pc:docMk/>
            <pc:sldMk cId="2436493926" sldId="276"/>
            <ac:spMk id="3" creationId="{24AFFC60-19C3-4901-93F7-7AAF4C09F8C6}"/>
          </ac:spMkLst>
        </pc:spChg>
        <pc:picChg chg="add mod ord">
          <ac:chgData name="Zied Belhocine" userId="200cc0e2b299676e" providerId="LiveId" clId="{95111075-9CB2-432D-B2EF-7A052D7A8864}" dt="2026-01-26T20:07:32.859" v="3460" actId="962"/>
          <ac:picMkLst>
            <pc:docMk/>
            <pc:sldMk cId="2436493926" sldId="276"/>
            <ac:picMk id="4" creationId="{264F1F9B-35D0-9540-815E-FE1EEA0D1D99}"/>
          </ac:picMkLst>
        </pc:picChg>
        <pc:picChg chg="mod">
          <ac:chgData name="Zied Belhocine" userId="200cc0e2b299676e" providerId="LiveId" clId="{95111075-9CB2-432D-B2EF-7A052D7A8864}" dt="2026-01-26T20:08:27.919" v="3463" actId="962"/>
          <ac:picMkLst>
            <pc:docMk/>
            <pc:sldMk cId="2436493926" sldId="276"/>
            <ac:picMk id="7" creationId="{2DAFD555-2984-F033-E4A1-79B51714A7F5}"/>
          </ac:picMkLst>
        </pc:picChg>
      </pc:sldChg>
      <pc:sldChg chg="del">
        <pc:chgData name="Zied Belhocine" userId="200cc0e2b299676e" providerId="LiveId" clId="{95111075-9CB2-432D-B2EF-7A052D7A8864}" dt="2026-01-16T10:22:58.938" v="249" actId="47"/>
        <pc:sldMkLst>
          <pc:docMk/>
          <pc:sldMk cId="4153042215" sldId="300"/>
        </pc:sldMkLst>
      </pc:sldChg>
      <pc:sldChg chg="modSp mod">
        <pc:chgData name="Zied Belhocine" userId="200cc0e2b299676e" providerId="LiveId" clId="{95111075-9CB2-432D-B2EF-7A052D7A8864}" dt="2026-01-26T20:08:46.906" v="3464" actId="962"/>
        <pc:sldMkLst>
          <pc:docMk/>
          <pc:sldMk cId="3998171594" sldId="305"/>
        </pc:sldMkLst>
        <pc:picChg chg="mod">
          <ac:chgData name="Zied Belhocine" userId="200cc0e2b299676e" providerId="LiveId" clId="{95111075-9CB2-432D-B2EF-7A052D7A8864}" dt="2026-01-26T20:07:29.462" v="3459" actId="962"/>
          <ac:picMkLst>
            <pc:docMk/>
            <pc:sldMk cId="3998171594" sldId="305"/>
            <ac:picMk id="3" creationId="{E91176A3-5CA2-CCD2-8A6A-6351999522B5}"/>
          </ac:picMkLst>
        </pc:picChg>
        <pc:picChg chg="mod">
          <ac:chgData name="Zied Belhocine" userId="200cc0e2b299676e" providerId="LiveId" clId="{95111075-9CB2-432D-B2EF-7A052D7A8864}" dt="2026-01-26T20:08:46.906" v="3464" actId="962"/>
          <ac:picMkLst>
            <pc:docMk/>
            <pc:sldMk cId="3998171594" sldId="305"/>
            <ac:picMk id="7" creationId="{9439E07F-D4F2-2CBD-3578-0B61A7D1B602}"/>
          </ac:picMkLst>
        </pc:picChg>
      </pc:sldChg>
      <pc:sldChg chg="del">
        <pc:chgData name="Zied Belhocine" userId="200cc0e2b299676e" providerId="LiveId" clId="{95111075-9CB2-432D-B2EF-7A052D7A8864}" dt="2026-01-16T10:08:36.281" v="7" actId="47"/>
        <pc:sldMkLst>
          <pc:docMk/>
          <pc:sldMk cId="2353362535" sldId="306"/>
        </pc:sldMkLst>
      </pc:sldChg>
      <pc:sldChg chg="del">
        <pc:chgData name="Zied Belhocine" userId="200cc0e2b299676e" providerId="LiveId" clId="{95111075-9CB2-432D-B2EF-7A052D7A8864}" dt="2026-01-16T10:23:01.942" v="250" actId="47"/>
        <pc:sldMkLst>
          <pc:docMk/>
          <pc:sldMk cId="1250150470" sldId="308"/>
        </pc:sldMkLst>
      </pc:sldChg>
      <pc:sldChg chg="del">
        <pc:chgData name="Zied Belhocine" userId="200cc0e2b299676e" providerId="LiveId" clId="{95111075-9CB2-432D-B2EF-7A052D7A8864}" dt="2026-01-16T10:07:42.314" v="1" actId="47"/>
        <pc:sldMkLst>
          <pc:docMk/>
          <pc:sldMk cId="392528271" sldId="309"/>
        </pc:sldMkLst>
      </pc:sldChg>
      <pc:sldChg chg="addSp delSp modSp mod modNotesTx">
        <pc:chgData name="Zied Belhocine" userId="200cc0e2b299676e" providerId="LiveId" clId="{95111075-9CB2-432D-B2EF-7A052D7A8864}" dt="2026-01-26T20:07:43.354" v="3462" actId="33553"/>
        <pc:sldMkLst>
          <pc:docMk/>
          <pc:sldMk cId="1077389057" sldId="310"/>
        </pc:sldMkLst>
        <pc:spChg chg="add mod ord">
          <ac:chgData name="Zied Belhocine" userId="200cc0e2b299676e" providerId="LiveId" clId="{95111075-9CB2-432D-B2EF-7A052D7A8864}" dt="2026-01-26T19:56:00.978" v="1965" actId="13244"/>
          <ac:spMkLst>
            <pc:docMk/>
            <pc:sldMk cId="1077389057" sldId="310"/>
            <ac:spMk id="3" creationId="{E2966769-D94D-CDC9-2F0C-2EE5E89A32C7}"/>
          </ac:spMkLst>
        </pc:spChg>
        <pc:spChg chg="mod">
          <ac:chgData name="Zied Belhocine" userId="200cc0e2b299676e" providerId="LiveId" clId="{95111075-9CB2-432D-B2EF-7A052D7A8864}" dt="2026-01-26T19:55:55.547" v="1963" actId="962"/>
          <ac:spMkLst>
            <pc:docMk/>
            <pc:sldMk cId="1077389057" sldId="310"/>
            <ac:spMk id="4" creationId="{70DA5816-BE7F-1785-7B8B-93C7F95A121B}"/>
          </ac:spMkLst>
        </pc:spChg>
        <pc:spChg chg="mod">
          <ac:chgData name="Zied Belhocine" userId="200cc0e2b299676e" providerId="LiveId" clId="{95111075-9CB2-432D-B2EF-7A052D7A8864}" dt="2026-01-26T19:55:56.335" v="1964" actId="962"/>
          <ac:spMkLst>
            <pc:docMk/>
            <pc:sldMk cId="1077389057" sldId="310"/>
            <ac:spMk id="5" creationId="{328F602C-7F98-4C02-99D4-ED65E00D66A4}"/>
          </ac:spMkLst>
        </pc:spChg>
        <pc:spChg chg="del mod">
          <ac:chgData name="Zied Belhocine" userId="200cc0e2b299676e" providerId="LiveId" clId="{95111075-9CB2-432D-B2EF-7A052D7A8864}" dt="2026-01-16T15:48:58.707" v="1449" actId="478"/>
          <ac:spMkLst>
            <pc:docMk/>
            <pc:sldMk cId="1077389057" sldId="310"/>
            <ac:spMk id="7" creationId="{E503D5C8-EABC-8DB3-766D-2D8D43C29F2E}"/>
          </ac:spMkLst>
        </pc:spChg>
        <pc:spChg chg="mod ord">
          <ac:chgData name="Zied Belhocine" userId="200cc0e2b299676e" providerId="LiveId" clId="{95111075-9CB2-432D-B2EF-7A052D7A8864}" dt="2026-01-26T20:07:43.354" v="3462" actId="33553"/>
          <ac:spMkLst>
            <pc:docMk/>
            <pc:sldMk cId="1077389057" sldId="310"/>
            <ac:spMk id="8" creationId="{4F487A6A-202B-34F2-3157-3A0DB7CFF017}"/>
          </ac:spMkLst>
        </pc:spChg>
        <pc:picChg chg="add del mod ord">
          <ac:chgData name="Zied Belhocine" userId="200cc0e2b299676e" providerId="LiveId" clId="{95111075-9CB2-432D-B2EF-7A052D7A8864}" dt="2026-01-26T16:02:03.210" v="1920" actId="478"/>
          <ac:picMkLst>
            <pc:docMk/>
            <pc:sldMk cId="1077389057" sldId="310"/>
            <ac:picMk id="2" creationId="{91BADD17-2D01-BF0B-8651-44CA7D3E90CA}"/>
          </ac:picMkLst>
        </pc:picChg>
        <pc:picChg chg="mod">
          <ac:chgData name="Zied Belhocine" userId="200cc0e2b299676e" providerId="LiveId" clId="{95111075-9CB2-432D-B2EF-7A052D7A8864}" dt="2026-01-26T20:02:44.298" v="2451" actId="962"/>
          <ac:picMkLst>
            <pc:docMk/>
            <pc:sldMk cId="1077389057" sldId="310"/>
            <ac:picMk id="6" creationId="{2415FE7D-904B-B539-B403-F92F79825ED8}"/>
          </ac:picMkLst>
        </pc:picChg>
        <pc:picChg chg="add del mod ord">
          <ac:chgData name="Zied Belhocine" userId="200cc0e2b299676e" providerId="LiveId" clId="{95111075-9CB2-432D-B2EF-7A052D7A8864}" dt="2026-01-26T16:03:30.577" v="1935" actId="478"/>
          <ac:picMkLst>
            <pc:docMk/>
            <pc:sldMk cId="1077389057" sldId="310"/>
            <ac:picMk id="7" creationId="{369ACE17-8AAC-9CE6-AA8E-27729218091F}"/>
          </ac:picMkLst>
        </pc:picChg>
        <pc:picChg chg="mod">
          <ac:chgData name="Zied Belhocine" userId="200cc0e2b299676e" providerId="LiveId" clId="{95111075-9CB2-432D-B2EF-7A052D7A8864}" dt="2026-01-26T19:56:02.272" v="1966" actId="962"/>
          <ac:picMkLst>
            <pc:docMk/>
            <pc:sldMk cId="1077389057" sldId="310"/>
            <ac:picMk id="9" creationId="{0512DA33-A46C-9CBD-2F91-B8108D6CF218}"/>
          </ac:picMkLst>
        </pc:picChg>
        <pc:picChg chg="add mod">
          <ac:chgData name="Zied Belhocine" userId="200cc0e2b299676e" providerId="LiveId" clId="{95111075-9CB2-432D-B2EF-7A052D7A8864}" dt="2026-01-26T16:03:04.835" v="1930" actId="14100"/>
          <ac:picMkLst>
            <pc:docMk/>
            <pc:sldMk cId="1077389057" sldId="310"/>
            <ac:picMk id="10" creationId="{53529C2E-A09D-2E0B-3466-7F56F938A7A4}"/>
          </ac:picMkLst>
        </pc:picChg>
        <pc:picChg chg="add del mod">
          <ac:chgData name="Zied Belhocine" userId="200cc0e2b299676e" providerId="LiveId" clId="{95111075-9CB2-432D-B2EF-7A052D7A8864}" dt="2026-01-16T10:21:32.452" v="238" actId="21"/>
          <ac:picMkLst>
            <pc:docMk/>
            <pc:sldMk cId="1077389057" sldId="310"/>
            <ac:picMk id="11" creationId="{DB5E87F0-B975-281F-8F51-F476FD212770}"/>
          </ac:picMkLst>
        </pc:picChg>
        <pc:picChg chg="add mod ord">
          <ac:chgData name="Zied Belhocine" userId="200cc0e2b299676e" providerId="LiveId" clId="{95111075-9CB2-432D-B2EF-7A052D7A8864}" dt="2026-01-26T19:55:51.466" v="1961" actId="962"/>
          <ac:picMkLst>
            <pc:docMk/>
            <pc:sldMk cId="1077389057" sldId="310"/>
            <ac:picMk id="11" creationId="{FD3CAF2F-B47F-94D0-A481-E7BFA120A8ED}"/>
          </ac:picMkLst>
        </pc:picChg>
        <pc:picChg chg="add del mod">
          <ac:chgData name="Zied Belhocine" userId="200cc0e2b299676e" providerId="LiveId" clId="{95111075-9CB2-432D-B2EF-7A052D7A8864}" dt="2026-01-16T10:37:37.672" v="350" actId="478"/>
          <ac:picMkLst>
            <pc:docMk/>
            <pc:sldMk cId="1077389057" sldId="310"/>
            <ac:picMk id="12" creationId="{7D117CC0-F17D-D221-DFBC-1C7463B111E2}"/>
          </ac:picMkLst>
        </pc:picChg>
      </pc:sldChg>
      <pc:sldChg chg="addSp delSp modSp mod modNotesTx">
        <pc:chgData name="Zied Belhocine" userId="200cc0e2b299676e" providerId="LiveId" clId="{95111075-9CB2-432D-B2EF-7A052D7A8864}" dt="2026-01-26T20:07:39.028" v="3461" actId="33553"/>
        <pc:sldMkLst>
          <pc:docMk/>
          <pc:sldMk cId="97789807" sldId="311"/>
        </pc:sldMkLst>
        <pc:spChg chg="del mod">
          <ac:chgData name="Zied Belhocine" userId="200cc0e2b299676e" providerId="LiveId" clId="{95111075-9CB2-432D-B2EF-7A052D7A8864}" dt="2026-01-26T19:55:13.491" v="1953" actId="478"/>
          <ac:spMkLst>
            <pc:docMk/>
            <pc:sldMk cId="97789807" sldId="311"/>
            <ac:spMk id="4" creationId="{9E329779-7CD0-66B6-A1BC-1B30EF625B0B}"/>
          </ac:spMkLst>
        </pc:spChg>
        <pc:spChg chg="del">
          <ac:chgData name="Zied Belhocine" userId="200cc0e2b299676e" providerId="LiveId" clId="{95111075-9CB2-432D-B2EF-7A052D7A8864}" dt="2026-01-26T19:55:15.609" v="1954" actId="478"/>
          <ac:spMkLst>
            <pc:docMk/>
            <pc:sldMk cId="97789807" sldId="311"/>
            <ac:spMk id="5" creationId="{328F602C-7F98-4C02-99D4-ED65E00D66A4}"/>
          </ac:spMkLst>
        </pc:spChg>
        <pc:spChg chg="mod">
          <ac:chgData name="Zied Belhocine" userId="200cc0e2b299676e" providerId="LiveId" clId="{95111075-9CB2-432D-B2EF-7A052D7A8864}" dt="2026-01-16T15:45:49.493" v="1415" actId="13822"/>
          <ac:spMkLst>
            <pc:docMk/>
            <pc:sldMk cId="97789807" sldId="311"/>
            <ac:spMk id="10" creationId="{0519737F-9D2D-31DE-5686-D6F447D5D3F5}"/>
          </ac:spMkLst>
        </pc:spChg>
        <pc:spChg chg="mod ord">
          <ac:chgData name="Zied Belhocine" userId="200cc0e2b299676e" providerId="LiveId" clId="{95111075-9CB2-432D-B2EF-7A052D7A8864}" dt="2026-01-26T20:07:39.028" v="3461" actId="33553"/>
          <ac:spMkLst>
            <pc:docMk/>
            <pc:sldMk cId="97789807" sldId="311"/>
            <ac:spMk id="12" creationId="{F8A892BB-5431-CA08-0719-4F1CA5524A86}"/>
          </ac:spMkLst>
        </pc:spChg>
        <pc:graphicFrameChg chg="add del mod modGraphic">
          <ac:chgData name="Zied Belhocine" userId="200cc0e2b299676e" providerId="LiveId" clId="{95111075-9CB2-432D-B2EF-7A052D7A8864}" dt="2026-01-16T10:35:58.328" v="328" actId="931"/>
          <ac:graphicFrameMkLst>
            <pc:docMk/>
            <pc:sldMk cId="97789807" sldId="311"/>
            <ac:graphicFrameMk id="9" creationId="{B34F884C-268B-76EF-D3AA-5B4A642C2F36}"/>
          </ac:graphicFrameMkLst>
        </pc:graphicFrameChg>
        <pc:picChg chg="add del mod ord">
          <ac:chgData name="Zied Belhocine" userId="200cc0e2b299676e" providerId="LiveId" clId="{95111075-9CB2-432D-B2EF-7A052D7A8864}" dt="2026-01-16T15:45:09.909" v="1405" actId="478"/>
          <ac:picMkLst>
            <pc:docMk/>
            <pc:sldMk cId="97789807" sldId="311"/>
            <ac:picMk id="3" creationId="{39E1605E-C959-AA6D-7B85-4E19EF0C68C2}"/>
          </ac:picMkLst>
        </pc:picChg>
        <pc:picChg chg="mod ord">
          <ac:chgData name="Zied Belhocine" userId="200cc0e2b299676e" providerId="LiveId" clId="{95111075-9CB2-432D-B2EF-7A052D7A8864}" dt="2026-01-26T20:00:26.881" v="2243" actId="962"/>
          <ac:picMkLst>
            <pc:docMk/>
            <pc:sldMk cId="97789807" sldId="311"/>
            <ac:picMk id="6" creationId="{1644FE99-D60F-F9B7-54F1-E7C63F4B7639}"/>
          </ac:picMkLst>
        </pc:picChg>
        <pc:picChg chg="add del">
          <ac:chgData name="Zied Belhocine" userId="200cc0e2b299676e" providerId="LiveId" clId="{95111075-9CB2-432D-B2EF-7A052D7A8864}" dt="2026-01-16T15:44:52.849" v="1402" actId="478"/>
          <ac:picMkLst>
            <pc:docMk/>
            <pc:sldMk cId="97789807" sldId="311"/>
            <ac:picMk id="7" creationId="{D596ED2B-98DB-9924-2268-B98773F53022}"/>
          </ac:picMkLst>
        </pc:picChg>
        <pc:picChg chg="add del mod ord">
          <ac:chgData name="Zied Belhocine" userId="200cc0e2b299676e" providerId="LiveId" clId="{95111075-9CB2-432D-B2EF-7A052D7A8864}" dt="2026-01-16T15:46:34.029" v="1419" actId="478"/>
          <ac:picMkLst>
            <pc:docMk/>
            <pc:sldMk cId="97789807" sldId="311"/>
            <ac:picMk id="8" creationId="{755580F9-A4CA-666B-6AE7-94682B7791FF}"/>
          </ac:picMkLst>
        </pc:picChg>
        <pc:picChg chg="add del mod">
          <ac:chgData name="Zied Belhocine" userId="200cc0e2b299676e" providerId="LiveId" clId="{95111075-9CB2-432D-B2EF-7A052D7A8864}" dt="2026-01-16T10:37:32.732" v="348" actId="478"/>
          <ac:picMkLst>
            <pc:docMk/>
            <pc:sldMk cId="97789807" sldId="311"/>
            <ac:picMk id="8" creationId="{7EEA219C-8FBA-0ECB-A4A0-08D54E8BADDA}"/>
          </ac:picMkLst>
        </pc:picChg>
        <pc:picChg chg="add mod ord">
          <ac:chgData name="Zied Belhocine" userId="200cc0e2b299676e" providerId="LiveId" clId="{95111075-9CB2-432D-B2EF-7A052D7A8864}" dt="2026-01-26T19:57:28.224" v="1984" actId="1076"/>
          <ac:picMkLst>
            <pc:docMk/>
            <pc:sldMk cId="97789807" sldId="311"/>
            <ac:picMk id="9" creationId="{73E60735-DA78-FDD1-C307-5A6F583D7873}"/>
          </ac:picMkLst>
        </pc:picChg>
        <pc:picChg chg="mod ord">
          <ac:chgData name="Zied Belhocine" userId="200cc0e2b299676e" providerId="LiveId" clId="{95111075-9CB2-432D-B2EF-7A052D7A8864}" dt="2026-01-26T19:55:34.376" v="1958" actId="962"/>
          <ac:picMkLst>
            <pc:docMk/>
            <pc:sldMk cId="97789807" sldId="311"/>
            <ac:picMk id="13" creationId="{12BCD33F-C23C-C272-322D-3BD4DEA0E053}"/>
          </ac:picMkLst>
        </pc:picChg>
      </pc:sldChg>
      <pc:sldChg chg="addSp delSp modSp mod modNotesTx">
        <pc:chgData name="Zied Belhocine" userId="200cc0e2b299676e" providerId="LiveId" clId="{95111075-9CB2-432D-B2EF-7A052D7A8864}" dt="2026-01-26T20:05:18.215" v="3037" actId="962"/>
        <pc:sldMkLst>
          <pc:docMk/>
          <pc:sldMk cId="3931900636" sldId="312"/>
        </pc:sldMkLst>
        <pc:spChg chg="mod">
          <ac:chgData name="Zied Belhocine" userId="200cc0e2b299676e" providerId="LiveId" clId="{95111075-9CB2-432D-B2EF-7A052D7A8864}" dt="2026-01-26T19:56:24.085" v="1974" actId="962"/>
          <ac:spMkLst>
            <pc:docMk/>
            <pc:sldMk cId="3931900636" sldId="312"/>
            <ac:spMk id="4" creationId="{9E329779-7CD0-66B6-A1BC-1B30EF625B0B}"/>
          </ac:spMkLst>
        </pc:spChg>
        <pc:spChg chg="mod">
          <ac:chgData name="Zied Belhocine" userId="200cc0e2b299676e" providerId="LiveId" clId="{95111075-9CB2-432D-B2EF-7A052D7A8864}" dt="2026-01-26T19:56:24.644" v="1975" actId="962"/>
          <ac:spMkLst>
            <pc:docMk/>
            <pc:sldMk cId="3931900636" sldId="312"/>
            <ac:spMk id="5" creationId="{328F602C-7F98-4C02-99D4-ED65E00D66A4}"/>
          </ac:spMkLst>
        </pc:spChg>
        <pc:spChg chg="mod">
          <ac:chgData name="Zied Belhocine" userId="200cc0e2b299676e" providerId="LiveId" clId="{95111075-9CB2-432D-B2EF-7A052D7A8864}" dt="2026-01-16T15:56:29.402" v="1514" actId="1076"/>
          <ac:spMkLst>
            <pc:docMk/>
            <pc:sldMk cId="3931900636" sldId="312"/>
            <ac:spMk id="7" creationId="{672B12A8-6C11-5AE7-B843-F4233C2A8988}"/>
          </ac:spMkLst>
        </pc:spChg>
        <pc:spChg chg="mod ord">
          <ac:chgData name="Zied Belhocine" userId="200cc0e2b299676e" providerId="LiveId" clId="{95111075-9CB2-432D-B2EF-7A052D7A8864}" dt="2026-01-26T19:56:22.764" v="1972" actId="13244"/>
          <ac:spMkLst>
            <pc:docMk/>
            <pc:sldMk cId="3931900636" sldId="312"/>
            <ac:spMk id="8" creationId="{9B346097-CD60-B70F-E35D-83B3B4CC3325}"/>
          </ac:spMkLst>
        </pc:spChg>
        <pc:graphicFrameChg chg="add del mod modGraphic">
          <ac:chgData name="Zied Belhocine" userId="200cc0e2b299676e" providerId="LiveId" clId="{95111075-9CB2-432D-B2EF-7A052D7A8864}" dt="2026-01-16T10:37:45.090" v="354" actId="478"/>
          <ac:graphicFrameMkLst>
            <pc:docMk/>
            <pc:sldMk cId="3931900636" sldId="312"/>
            <ac:graphicFrameMk id="12" creationId="{B624A9EF-D4C8-404E-A4C0-DF2EE9991174}"/>
          </ac:graphicFrameMkLst>
        </pc:graphicFrameChg>
        <pc:picChg chg="add mod ord">
          <ac:chgData name="Zied Belhocine" userId="200cc0e2b299676e" providerId="LiveId" clId="{95111075-9CB2-432D-B2EF-7A052D7A8864}" dt="2026-01-26T19:57:41.811" v="1987" actId="167"/>
          <ac:picMkLst>
            <pc:docMk/>
            <pc:sldMk cId="3931900636" sldId="312"/>
            <ac:picMk id="2" creationId="{09F10388-1B49-E5F1-F33C-15AAB54169E6}"/>
          </ac:picMkLst>
        </pc:picChg>
        <pc:picChg chg="mod">
          <ac:chgData name="Zied Belhocine" userId="200cc0e2b299676e" providerId="LiveId" clId="{95111075-9CB2-432D-B2EF-7A052D7A8864}" dt="2026-01-26T20:05:18.215" v="3037" actId="962"/>
          <ac:picMkLst>
            <pc:docMk/>
            <pc:sldMk cId="3931900636" sldId="312"/>
            <ac:picMk id="6" creationId="{29786476-4BDF-EE96-67CE-9A1137BB4B39}"/>
          </ac:picMkLst>
        </pc:picChg>
        <pc:picChg chg="mod">
          <ac:chgData name="Zied Belhocine" userId="200cc0e2b299676e" providerId="LiveId" clId="{95111075-9CB2-432D-B2EF-7A052D7A8864}" dt="2026-01-26T19:56:27.219" v="1976" actId="962"/>
          <ac:picMkLst>
            <pc:docMk/>
            <pc:sldMk cId="3931900636" sldId="312"/>
            <ac:picMk id="9" creationId="{A4C1BADD-9F05-A50E-1952-FF83019CB9ED}"/>
          </ac:picMkLst>
        </pc:picChg>
        <pc:picChg chg="add del mod">
          <ac:chgData name="Zied Belhocine" userId="200cc0e2b299676e" providerId="LiveId" clId="{95111075-9CB2-432D-B2EF-7A052D7A8864}" dt="2026-01-16T10:36:28.299" v="334" actId="478"/>
          <ac:picMkLst>
            <pc:docMk/>
            <pc:sldMk cId="3931900636" sldId="312"/>
            <ac:picMk id="11" creationId="{C1464D82-1669-F020-CC89-1B30577D8FAB}"/>
          </ac:picMkLst>
        </pc:picChg>
      </pc:sldChg>
      <pc:sldChg chg="addSp delSp modSp mod ord modNotesTx">
        <pc:chgData name="Zied Belhocine" userId="200cc0e2b299676e" providerId="LiveId" clId="{95111075-9CB2-432D-B2EF-7A052D7A8864}" dt="2026-01-26T20:06:54.405" v="3453" actId="962"/>
        <pc:sldMkLst>
          <pc:docMk/>
          <pc:sldMk cId="1088945588" sldId="315"/>
        </pc:sldMkLst>
        <pc:spChg chg="mod">
          <ac:chgData name="Zied Belhocine" userId="200cc0e2b299676e" providerId="LiveId" clId="{95111075-9CB2-432D-B2EF-7A052D7A8864}" dt="2026-01-26T19:56:11.922" v="1970" actId="962"/>
          <ac:spMkLst>
            <pc:docMk/>
            <pc:sldMk cId="1088945588" sldId="315"/>
            <ac:spMk id="2" creationId="{328F602C-7F98-4C02-99D4-ED65E00D66A4}"/>
          </ac:spMkLst>
        </pc:spChg>
        <pc:spChg chg="mod">
          <ac:chgData name="Zied Belhocine" userId="200cc0e2b299676e" providerId="LiveId" clId="{95111075-9CB2-432D-B2EF-7A052D7A8864}" dt="2026-01-26T19:56:11.490" v="1969" actId="962"/>
          <ac:spMkLst>
            <pc:docMk/>
            <pc:sldMk cId="1088945588" sldId="315"/>
            <ac:spMk id="4" creationId="{9E329779-7CD0-66B6-A1BC-1B30EF625B0B}"/>
          </ac:spMkLst>
        </pc:spChg>
        <pc:spChg chg="mod">
          <ac:chgData name="Zied Belhocine" userId="200cc0e2b299676e" providerId="LiveId" clId="{95111075-9CB2-432D-B2EF-7A052D7A8864}" dt="2026-01-16T15:54:37.684" v="1504" actId="13822"/>
          <ac:spMkLst>
            <pc:docMk/>
            <pc:sldMk cId="1088945588" sldId="315"/>
            <ac:spMk id="5" creationId="{EF0CD643-2533-5CD6-2446-CB3E7AD4785B}"/>
          </ac:spMkLst>
        </pc:spChg>
        <pc:spChg chg="mod ord">
          <ac:chgData name="Zied Belhocine" userId="200cc0e2b299676e" providerId="LiveId" clId="{95111075-9CB2-432D-B2EF-7A052D7A8864}" dt="2026-01-26T19:56:07.256" v="1967" actId="13244"/>
          <ac:spMkLst>
            <pc:docMk/>
            <pc:sldMk cId="1088945588" sldId="315"/>
            <ac:spMk id="6" creationId="{B638DCEF-0E7B-FF5A-E4B0-9C14906D4760}"/>
          </ac:spMkLst>
        </pc:spChg>
        <pc:graphicFrameChg chg="add del mod modGraphic">
          <ac:chgData name="Zied Belhocine" userId="200cc0e2b299676e" providerId="LiveId" clId="{95111075-9CB2-432D-B2EF-7A052D7A8864}" dt="2026-01-16T10:37:41.244" v="352" actId="478"/>
          <ac:graphicFrameMkLst>
            <pc:docMk/>
            <pc:sldMk cId="1088945588" sldId="315"/>
            <ac:graphicFrameMk id="10" creationId="{B42EADAD-A41F-5482-90C2-09FDD28E3035}"/>
          </ac:graphicFrameMkLst>
        </pc:graphicFrameChg>
        <pc:picChg chg="mod">
          <ac:chgData name="Zied Belhocine" userId="200cc0e2b299676e" providerId="LiveId" clId="{95111075-9CB2-432D-B2EF-7A052D7A8864}" dt="2026-01-26T20:06:54.405" v="3453" actId="962"/>
          <ac:picMkLst>
            <pc:docMk/>
            <pc:sldMk cId="1088945588" sldId="315"/>
            <ac:picMk id="3" creationId="{2CFC9D1A-A636-6112-F50A-51C38D5FEE45}"/>
          </ac:picMkLst>
        </pc:picChg>
        <pc:picChg chg="mod">
          <ac:chgData name="Zied Belhocine" userId="200cc0e2b299676e" providerId="LiveId" clId="{95111075-9CB2-432D-B2EF-7A052D7A8864}" dt="2026-01-26T19:56:18.623" v="1971" actId="962"/>
          <ac:picMkLst>
            <pc:docMk/>
            <pc:sldMk cId="1088945588" sldId="315"/>
            <ac:picMk id="7" creationId="{4F138E42-FF66-5DDF-93AB-626C58984D17}"/>
          </ac:picMkLst>
        </pc:picChg>
        <pc:picChg chg="add mod ord">
          <ac:chgData name="Zied Belhocine" userId="200cc0e2b299676e" providerId="LiveId" clId="{95111075-9CB2-432D-B2EF-7A052D7A8864}" dt="2026-01-26T19:57:38.747" v="1986" actId="167"/>
          <ac:picMkLst>
            <pc:docMk/>
            <pc:sldMk cId="1088945588" sldId="315"/>
            <ac:picMk id="8" creationId="{CB10F013-983D-675C-D56E-A2788D88D6F0}"/>
          </ac:picMkLst>
        </pc:picChg>
        <pc:picChg chg="add del mod">
          <ac:chgData name="Zied Belhocine" userId="200cc0e2b299676e" providerId="LiveId" clId="{95111075-9CB2-432D-B2EF-7A052D7A8864}" dt="2026-01-16T10:21:36.877" v="240" actId="478"/>
          <ac:picMkLst>
            <pc:docMk/>
            <pc:sldMk cId="1088945588" sldId="315"/>
            <ac:picMk id="9" creationId="{57E57ED5-CD64-1B14-23E3-7FCF91202B81}"/>
          </ac:picMkLst>
        </pc:picChg>
        <pc:picChg chg="add del mod">
          <ac:chgData name="Zied Belhocine" userId="200cc0e2b299676e" providerId="LiveId" clId="{95111075-9CB2-432D-B2EF-7A052D7A8864}" dt="2026-01-16T10:33:42.972" v="299" actId="478"/>
          <ac:picMkLst>
            <pc:docMk/>
            <pc:sldMk cId="1088945588" sldId="315"/>
            <ac:picMk id="11" creationId="{DB5E87F0-B975-281F-8F51-F476FD212770}"/>
          </ac:picMkLst>
        </pc:picChg>
      </pc:sldChg>
      <pc:sldChg chg="addSp delSp modSp mod modNotesTx">
        <pc:chgData name="Zied Belhocine" userId="200cc0e2b299676e" providerId="LiveId" clId="{95111075-9CB2-432D-B2EF-7A052D7A8864}" dt="2026-01-26T20:07:09.763" v="3457" actId="962"/>
        <pc:sldMkLst>
          <pc:docMk/>
          <pc:sldMk cId="3448997346" sldId="316"/>
        </pc:sldMkLst>
        <pc:spChg chg="mod">
          <ac:chgData name="Zied Belhocine" userId="200cc0e2b299676e" providerId="LiveId" clId="{95111075-9CB2-432D-B2EF-7A052D7A8864}" dt="2026-01-26T19:56:40.490" v="1979" actId="962"/>
          <ac:spMkLst>
            <pc:docMk/>
            <pc:sldMk cId="3448997346" sldId="316"/>
            <ac:spMk id="2" creationId="{328F602C-7F98-4C02-99D4-ED65E00D66A4}"/>
          </ac:spMkLst>
        </pc:spChg>
        <pc:spChg chg="mod">
          <ac:chgData name="Zied Belhocine" userId="200cc0e2b299676e" providerId="LiveId" clId="{95111075-9CB2-432D-B2EF-7A052D7A8864}" dt="2026-01-26T19:56:38.454" v="1978" actId="962"/>
          <ac:spMkLst>
            <pc:docMk/>
            <pc:sldMk cId="3448997346" sldId="316"/>
            <ac:spMk id="4" creationId="{9E329779-7CD0-66B6-A1BC-1B30EF625B0B}"/>
          </ac:spMkLst>
        </pc:spChg>
        <pc:spChg chg="mod">
          <ac:chgData name="Zied Belhocine" userId="200cc0e2b299676e" providerId="LiveId" clId="{95111075-9CB2-432D-B2EF-7A052D7A8864}" dt="2026-01-26T15:57:35.709" v="1832" actId="20577"/>
          <ac:spMkLst>
            <pc:docMk/>
            <pc:sldMk cId="3448997346" sldId="316"/>
            <ac:spMk id="10" creationId="{0519737F-9D2D-31DE-5686-D6F447D5D3F5}"/>
          </ac:spMkLst>
        </pc:spChg>
        <pc:spChg chg="mod ord">
          <ac:chgData name="Zied Belhocine" userId="200cc0e2b299676e" providerId="LiveId" clId="{95111075-9CB2-432D-B2EF-7A052D7A8864}" dt="2026-01-26T19:56:42.336" v="1980" actId="13244"/>
          <ac:spMkLst>
            <pc:docMk/>
            <pc:sldMk cId="3448997346" sldId="316"/>
            <ac:spMk id="12" creationId="{F8A892BB-5431-CA08-0719-4F1CA5524A86}"/>
          </ac:spMkLst>
        </pc:spChg>
        <pc:graphicFrameChg chg="add del mod modGraphic">
          <ac:chgData name="Zied Belhocine" userId="200cc0e2b299676e" providerId="LiveId" clId="{95111075-9CB2-432D-B2EF-7A052D7A8864}" dt="2026-01-16T10:37:49.092" v="356" actId="478"/>
          <ac:graphicFrameMkLst>
            <pc:docMk/>
            <pc:sldMk cId="3448997346" sldId="316"/>
            <ac:graphicFrameMk id="6" creationId="{3C56D24C-9C0B-0A53-98BE-DE4FC6F7B096}"/>
          </ac:graphicFrameMkLst>
        </pc:graphicFrameChg>
        <pc:picChg chg="add del mod">
          <ac:chgData name="Zied Belhocine" userId="200cc0e2b299676e" providerId="LiveId" clId="{95111075-9CB2-432D-B2EF-7A052D7A8864}" dt="2026-01-16T15:57:54.468" v="1522" actId="478"/>
          <ac:picMkLst>
            <pc:docMk/>
            <pc:sldMk cId="3448997346" sldId="316"/>
            <ac:picMk id="3" creationId="{1FE2B4B9-68BA-C9D7-A217-601DBB5B4915}"/>
          </ac:picMkLst>
        </pc:picChg>
        <pc:picChg chg="add mod ord">
          <ac:chgData name="Zied Belhocine" userId="200cc0e2b299676e" providerId="LiveId" clId="{95111075-9CB2-432D-B2EF-7A052D7A8864}" dt="2026-01-26T19:57:44.827" v="1988" actId="167"/>
          <ac:picMkLst>
            <pc:docMk/>
            <pc:sldMk cId="3448997346" sldId="316"/>
            <ac:picMk id="5" creationId="{3634F44F-EE12-B414-A507-AEA20E8D9640}"/>
          </ac:picMkLst>
        </pc:picChg>
        <pc:picChg chg="add del mod">
          <ac:chgData name="Zied Belhocine" userId="200cc0e2b299676e" providerId="LiveId" clId="{95111075-9CB2-432D-B2EF-7A052D7A8864}" dt="2026-01-16T10:37:19.590" v="346" actId="478"/>
          <ac:picMkLst>
            <pc:docMk/>
            <pc:sldMk cId="3448997346" sldId="316"/>
            <ac:picMk id="5" creationId="{F6AAF315-03DB-0CE7-0762-44512D335C08}"/>
          </ac:picMkLst>
        </pc:picChg>
        <pc:picChg chg="mod">
          <ac:chgData name="Zied Belhocine" userId="200cc0e2b299676e" providerId="LiveId" clId="{95111075-9CB2-432D-B2EF-7A052D7A8864}" dt="2026-01-26T20:07:09.763" v="3457" actId="962"/>
          <ac:picMkLst>
            <pc:docMk/>
            <pc:sldMk cId="3448997346" sldId="316"/>
            <ac:picMk id="9" creationId="{F58E550A-D9A8-0666-3A29-58548655973C}"/>
          </ac:picMkLst>
        </pc:picChg>
        <pc:picChg chg="mod">
          <ac:chgData name="Zied Belhocine" userId="200cc0e2b299676e" providerId="LiveId" clId="{95111075-9CB2-432D-B2EF-7A052D7A8864}" dt="2026-01-26T19:56:45.908" v="1981" actId="962"/>
          <ac:picMkLst>
            <pc:docMk/>
            <pc:sldMk cId="3448997346" sldId="316"/>
            <ac:picMk id="13" creationId="{12BCD33F-C23C-C272-322D-3BD4DEA0E05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96F3730-8562-4D7F-A2D1-B258C4FC42CB}" type="datetime1">
              <a:rPr lang="fr-FR" smtClean="0"/>
              <a:t>26/01/2026</a:t>
            </a:fld>
            <a:endParaRPr lang="fr-FR"/>
          </a:p>
        </p:txBody>
      </p:sp>
      <p:sp>
        <p:nvSpPr>
          <p:cNvPr id="4" name="Espace réservé du pied de page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fr-FR" smtClean="0"/>
              <a:t>‹N°›</a:t>
            </a:fld>
            <a:endParaRPr lang="fr-FR"/>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8B237-C4D2-43EE-AC18-AA163EB3D7BC}" type="datetime1">
              <a:rPr lang="fr-FR" smtClean="0"/>
              <a:pPr/>
              <a:t>26/01/2026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fr-FR" noProof="0" smtClean="0"/>
              <a:t>‹N°›</a:t>
            </a:fld>
            <a:endParaRPr lang="fr-FR"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Avant propos  on se met dans la peau d’un inspecteur et on va élucider cette affaire en procédant de manière méthodique. Interroger les témoins, vérifier les alibis et analyser les pièces à conviction.</a:t>
            </a:r>
          </a:p>
          <a:p>
            <a:endParaRPr lang="fr-FR" dirty="0"/>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smtClean="0"/>
              <a:t>1</a:t>
            </a:fld>
            <a:endParaRPr lang="fr-FR"/>
          </a:p>
        </p:txBody>
      </p:sp>
    </p:spTree>
    <p:extLst>
      <p:ext uri="{BB962C8B-B14F-4D97-AF65-F5344CB8AC3E}">
        <p14:creationId xmlns:p14="http://schemas.microsoft.com/office/powerpoint/2010/main" val="2637011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Expliquer le graph : premiers suspect les ventes qui se portent bien mais on sait qu’elles ont une relation avec le nombre de visites.</a:t>
            </a:r>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noProof="0" smtClean="0"/>
              <a:t>2</a:t>
            </a:fld>
            <a:endParaRPr lang="fr-FR" noProof="0"/>
          </a:p>
        </p:txBody>
      </p:sp>
    </p:spTree>
    <p:extLst>
      <p:ext uri="{BB962C8B-B14F-4D97-AF65-F5344CB8AC3E}">
        <p14:creationId xmlns:p14="http://schemas.microsoft.com/office/powerpoint/2010/main" val="3409439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 peut être une piste ici avec le nombre de visite qui augmente de manière exponentielle. La conséquence est un taux de conversion  faible qu’on gagnerait à améliorer!</a:t>
            </a:r>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noProof="0" smtClean="0"/>
              <a:t>3</a:t>
            </a:fld>
            <a:endParaRPr lang="fr-FR" noProof="0"/>
          </a:p>
        </p:txBody>
      </p:sp>
    </p:spTree>
    <p:extLst>
      <p:ext uri="{BB962C8B-B14F-4D97-AF65-F5344CB8AC3E}">
        <p14:creationId xmlns:p14="http://schemas.microsoft.com/office/powerpoint/2010/main" val="3603970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Cela a eu un impact fort sur le taux de conversion qui est divisé par deux entre juillet et février (0,10 à 0,05). Néanmoins, il y a une tendance de stabilisation sur les deux derniers mois et décroit moins rapidement que le taux de conversion augmente, c’est bon signe.</a:t>
            </a:r>
          </a:p>
          <a:p>
            <a:endParaRPr lang="fr-FR" dirty="0"/>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smtClean="0"/>
              <a:t>4</a:t>
            </a:fld>
            <a:endParaRPr lang="fr-FR"/>
          </a:p>
        </p:txBody>
      </p:sp>
    </p:spTree>
    <p:extLst>
      <p:ext uri="{BB962C8B-B14F-4D97-AF65-F5344CB8AC3E}">
        <p14:creationId xmlns:p14="http://schemas.microsoft.com/office/powerpoint/2010/main" val="2640048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temps passé sur le site a un comportement étrange : Expliquer les boîtes à moustache et expliquer que l’affluence a probablement une relation avec la variabilité du temps passé.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noProof="0" smtClean="0"/>
              <a:t>5</a:t>
            </a:fld>
            <a:endParaRPr lang="fr-FR" noProof="0"/>
          </a:p>
        </p:txBody>
      </p:sp>
    </p:spTree>
    <p:extLst>
      <p:ext uri="{BB962C8B-B14F-4D97-AF65-F5344CB8AC3E}">
        <p14:creationId xmlns:p14="http://schemas.microsoft.com/office/powerpoint/2010/main" val="2829296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On peut voir ici que plus ils passent de temps sur notre site, plus ils vont avoir un panier élevé. </a:t>
            </a:r>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noProof="0" smtClean="0"/>
              <a:t>6</a:t>
            </a:fld>
            <a:endParaRPr lang="fr-FR" noProof="0"/>
          </a:p>
        </p:txBody>
      </p:sp>
    </p:spTree>
    <p:extLst>
      <p:ext uri="{BB962C8B-B14F-4D97-AF65-F5344CB8AC3E}">
        <p14:creationId xmlns:p14="http://schemas.microsoft.com/office/powerpoint/2010/main" val="3747008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L’année dernière, nous avons tourné la page du High Tech pour concentrer nos efforts sur la nourriture et les biens de consommation (juillet 2019). Cet arrêt du high tech a mécaniquement fait baisser notre chiffre total. Cependant l’évolution de la partie nourriture est très encourageante.</a:t>
            </a:r>
          </a:p>
          <a:p>
            <a:endParaRPr lang="fr-FR" dirty="0"/>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noProof="0" smtClean="0"/>
              <a:t>7</a:t>
            </a:fld>
            <a:endParaRPr lang="fr-FR" noProof="0"/>
          </a:p>
        </p:txBody>
      </p:sp>
    </p:spTree>
    <p:extLst>
      <p:ext uri="{BB962C8B-B14F-4D97-AF65-F5344CB8AC3E}">
        <p14:creationId xmlns:p14="http://schemas.microsoft.com/office/powerpoint/2010/main" val="603221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D4B9A9E5-4F7F-4A7D-9DE1-899232329269}" type="slidenum">
              <a:rPr lang="fr-FR" smtClean="0"/>
              <a:t>8</a:t>
            </a:fld>
            <a:endParaRPr lang="fr-FR"/>
          </a:p>
        </p:txBody>
      </p:sp>
    </p:spTree>
    <p:extLst>
      <p:ext uri="{BB962C8B-B14F-4D97-AF65-F5344CB8AC3E}">
        <p14:creationId xmlns:p14="http://schemas.microsoft.com/office/powerpoint/2010/main" val="1703282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fr-FR" noProof="0"/>
              <a:t>CLIQUEZ POUR MODIFIER LE STYLE DU TITRE DU MASQUE</a:t>
            </a:r>
          </a:p>
        </p:txBody>
      </p:sp>
      <p:sp>
        <p:nvSpPr>
          <p:cNvPr id="3" name="Sous-titr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pic>
        <p:nvPicPr>
          <p:cNvPr id="8" name="Graphisme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Programme">
    <p:bg>
      <p:bgPr>
        <a:solidFill>
          <a:schemeClr val="bg1"/>
        </a:solidFill>
        <a:effectLst/>
      </p:bgPr>
    </p:bg>
    <p:spTree>
      <p:nvGrpSpPr>
        <p:cNvPr id="1" name=""/>
        <p:cNvGrpSpPr/>
        <p:nvPr/>
      </p:nvGrpSpPr>
      <p:grpSpPr>
        <a:xfrm>
          <a:off x="0" y="0"/>
          <a:ext cx="0" cy="0"/>
          <a:chOff x="0" y="0"/>
          <a:chExt cx="0" cy="0"/>
        </a:xfrm>
      </p:grpSpPr>
      <p:pic>
        <p:nvPicPr>
          <p:cNvPr id="8" name="Graphisme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r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fr-FR" noProof="0"/>
              <a:t>CLIQUEZ POUR MODIFIER LE STYLE DU TITRE DU MASQUE</a:t>
            </a:r>
          </a:p>
        </p:txBody>
      </p:sp>
      <p:sp>
        <p:nvSpPr>
          <p:cNvPr id="3" name="Espace réservé du contenu 2">
            <a:extLst>
              <a:ext uri="{FF2B5EF4-FFF2-40B4-BE49-F238E27FC236}">
                <a16:creationId xmlns:a16="http://schemas.microsoft.com/office/drawing/2014/main" id="{2DA41CE6-5A88-4C5C-B2A4-6A5D2153B16F}"/>
              </a:ext>
            </a:extLst>
          </p:cNvPr>
          <p:cNvSpPr>
            <a:spLocks noGrp="1"/>
          </p:cNvSpPr>
          <p:nvPr>
            <p:ph idx="1" hasCustomPrompt="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fr-FR" noProof="0"/>
              <a:t>20XX</a:t>
            </a:r>
          </a:p>
        </p:txBody>
      </p:sp>
      <p:sp>
        <p:nvSpPr>
          <p:cNvPr id="5" name="Espace réservé du pied de page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fr-FR" noProof="0"/>
              <a:t>Pitch Deck</a:t>
            </a:r>
          </a:p>
        </p:txBody>
      </p:sp>
      <p:sp>
        <p:nvSpPr>
          <p:cNvPr id="6" name="Espace réservé du numéro de diapositive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ronologie">
    <p:spTree>
      <p:nvGrpSpPr>
        <p:cNvPr id="1" name=""/>
        <p:cNvGrpSpPr/>
        <p:nvPr/>
      </p:nvGrpSpPr>
      <p:grpSpPr>
        <a:xfrm>
          <a:off x="0" y="0"/>
          <a:ext cx="0" cy="0"/>
          <a:chOff x="0" y="0"/>
          <a:chExt cx="0" cy="0"/>
        </a:xfrm>
      </p:grpSpPr>
      <p:sp>
        <p:nvSpPr>
          <p:cNvPr id="12" name="Graphisme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fr-FR" noProof="0"/>
          </a:p>
        </p:txBody>
      </p:sp>
      <p:sp>
        <p:nvSpPr>
          <p:cNvPr id="2" name="Titr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ICI POUR MODIFIER LE TITRE</a:t>
            </a:r>
          </a:p>
        </p:txBody>
      </p:sp>
      <p:sp>
        <p:nvSpPr>
          <p:cNvPr id="16" name="Espace réservé du texte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17" name="Espace réservé du texte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18" name="Espace réservé du texte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19" name="Espace réservé du texte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34" name="Espace réservé du texte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sp>
        <p:nvSpPr>
          <p:cNvPr id="35" name="Espace réservé du texte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sp>
        <p:nvSpPr>
          <p:cNvPr id="36" name="Espace réservé du texte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sp>
        <p:nvSpPr>
          <p:cNvPr id="37" name="Espace réservé du texte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cxnSp>
        <p:nvCxnSpPr>
          <p:cNvPr id="3" name="Connecteur droit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necteur droit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necteur droit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necteur droit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Espace réservé de la date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fr-FR" noProof="0"/>
              <a:t>20XX</a:t>
            </a:r>
          </a:p>
        </p:txBody>
      </p:sp>
      <p:sp>
        <p:nvSpPr>
          <p:cNvPr id="6" name="Espace réservé du pied de page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fr-FR" noProof="0"/>
              <a:t>Pitch Deck</a:t>
            </a:r>
          </a:p>
        </p:txBody>
      </p:sp>
      <p:sp>
        <p:nvSpPr>
          <p:cNvPr id="7" name="Espace réservé du numéro de diapositive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onne de contenu 3">
    <p:bg>
      <p:bgPr>
        <a:solidFill>
          <a:schemeClr val="accent2"/>
        </a:solidFill>
        <a:effectLst/>
      </p:bgPr>
    </p:bg>
    <p:spTree>
      <p:nvGrpSpPr>
        <p:cNvPr id="1" name=""/>
        <p:cNvGrpSpPr/>
        <p:nvPr/>
      </p:nvGrpSpPr>
      <p:grpSpPr>
        <a:xfrm>
          <a:off x="0" y="0"/>
          <a:ext cx="0" cy="0"/>
          <a:chOff x="0" y="0"/>
          <a:chExt cx="0" cy="0"/>
        </a:xfrm>
      </p:grpSpPr>
      <p:sp>
        <p:nvSpPr>
          <p:cNvPr id="14" name="Titr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5" name="Espace réservé du texte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7" name="Espace réservé du texte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1" name="Espace réservé du texte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POUR AJOUTER UN SOUS-TITRE</a:t>
            </a:r>
          </a:p>
        </p:txBody>
      </p:sp>
      <p:sp>
        <p:nvSpPr>
          <p:cNvPr id="32" name="Espace réservé du texte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3" name="Espace réservé du texte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POUR AJOUTER UN SOUS-TITRE</a:t>
            </a:r>
          </a:p>
        </p:txBody>
      </p:sp>
      <p:sp>
        <p:nvSpPr>
          <p:cNvPr id="34" name="Espace réservé du texte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2" name="Espace réservé du texte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POUR AJOUTER UN SOUS-TITRE</a:t>
            </a:r>
          </a:p>
        </p:txBody>
      </p:sp>
      <p:sp>
        <p:nvSpPr>
          <p:cNvPr id="13" name="Espace réservé du texte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 name="Espace réservé de la date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fr-FR" noProof="0"/>
              <a:t>20XX</a:t>
            </a:r>
          </a:p>
        </p:txBody>
      </p:sp>
      <p:sp>
        <p:nvSpPr>
          <p:cNvPr id="4" name="Espace réservé du pied de page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fr-FR" noProof="0"/>
              <a:t>Pitch Deck</a:t>
            </a:r>
          </a:p>
        </p:txBody>
      </p:sp>
      <p:sp>
        <p:nvSpPr>
          <p:cNvPr id="5" name="Espace réservé du numéro de diapositive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fr-FR" noProof="0" smtClean="0"/>
              <a:t>‹N°›</a:t>
            </a:fld>
            <a:endParaRPr lang="fr-FR" noProof="0"/>
          </a:p>
        </p:txBody>
      </p:sp>
      <p:cxnSp>
        <p:nvCxnSpPr>
          <p:cNvPr id="2" name="Connecteur droit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sme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sme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onne de contenu 2">
    <p:bg>
      <p:bgPr>
        <a:solidFill>
          <a:schemeClr val="bg1"/>
        </a:solidFill>
        <a:effectLst/>
      </p:bgPr>
    </p:bg>
    <p:spTree>
      <p:nvGrpSpPr>
        <p:cNvPr id="1" name=""/>
        <p:cNvGrpSpPr/>
        <p:nvPr/>
      </p:nvGrpSpPr>
      <p:grpSpPr>
        <a:xfrm>
          <a:off x="0" y="0"/>
          <a:ext cx="0" cy="0"/>
          <a:chOff x="0" y="0"/>
          <a:chExt cx="0" cy="0"/>
        </a:xfrm>
      </p:grpSpPr>
      <p:sp>
        <p:nvSpPr>
          <p:cNvPr id="14" name="Titr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5" name="Espace réservé du texte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7" name="Espace réservé du texte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6" name="Espace réservé du texte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8" name="Espace réservé du texte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9" name="Espace réservé du texte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0" name="Espace réservé du texte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3" name="Espace réservé du texte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4" name="Espace réservé du texte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 name="Espace réservé de la date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fr-FR" noProof="0"/>
              <a:t>20XX</a:t>
            </a:r>
          </a:p>
        </p:txBody>
      </p:sp>
      <p:sp>
        <p:nvSpPr>
          <p:cNvPr id="4" name="Espace réservé du pied de page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fr-FR" noProof="0"/>
              <a:t>Pitch Deck</a:t>
            </a:r>
          </a:p>
        </p:txBody>
      </p:sp>
      <p:sp>
        <p:nvSpPr>
          <p:cNvPr id="5" name="Espace réservé du numéro de diapositive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fr-FR" noProof="0" smtClean="0"/>
              <a:pPr rtl="0"/>
              <a:t>‹N°›</a:t>
            </a:fld>
            <a:endParaRPr lang="fr-FR" noProof="0"/>
          </a:p>
        </p:txBody>
      </p:sp>
      <p:pic>
        <p:nvPicPr>
          <p:cNvPr id="2" name="Graphisme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a:t>
            </a:r>
          </a:p>
        </p:txBody>
      </p:sp>
      <p:cxnSp>
        <p:nvCxnSpPr>
          <p:cNvPr id="14" name="Connecteur droit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e la date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10" name="Espace réservé du pied de page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fr-FR" noProof="0"/>
              <a:t>Pitch Deck</a:t>
            </a:r>
          </a:p>
        </p:txBody>
      </p:sp>
      <p:sp>
        <p:nvSpPr>
          <p:cNvPr id="11" name="Espace réservé du numéro de diapositive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ut de section">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fr-FR" noProof="0"/>
              <a:t>CLIQUEZ ICI POUR MODIFIER LE STYLE DU TITRE</a:t>
            </a:r>
          </a:p>
        </p:txBody>
      </p:sp>
      <p:pic>
        <p:nvPicPr>
          <p:cNvPr id="5" name="Graphisme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pic>
        <p:nvPicPr>
          <p:cNvPr id="7" name="Graphisme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r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cxnSp>
        <p:nvCxnSpPr>
          <p:cNvPr id="9" name="Connecteur droit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Espace réservé du texte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2" name="Espace réservé du texte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3" name="Espace réservé du texte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4" name="Espace réservé du texte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5" name="Espace réservé du texte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6" name="Espace réservé du texte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7" name="Espace réservé de la date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fr-FR" noProof="0"/>
              <a:t>20XX</a:t>
            </a:r>
          </a:p>
        </p:txBody>
      </p:sp>
      <p:sp>
        <p:nvSpPr>
          <p:cNvPr id="18" name="Espace réservé du pied de page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fr-FR" noProof="0"/>
              <a:t>Pitch Deck</a:t>
            </a:r>
          </a:p>
        </p:txBody>
      </p:sp>
      <p:sp>
        <p:nvSpPr>
          <p:cNvPr id="19" name="Espace réservé du numéro de diapositive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fr-FR" noProof="0" smtClean="0"/>
              <a:pPr rtl="0"/>
              <a:t>‹N°›</a:t>
            </a:fld>
            <a:endParaRPr lang="fr-FR"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ois contenu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 LE TEXTE</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ICI POUR MODIFIER LE TEXTE</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21" name="Espace réservé du texte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 LE TEXTE</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cxnSp>
        <p:nvCxnSpPr>
          <p:cNvPr id="16" name="Connecteur droit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ison des marchés">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23" name="Espace réservé du texte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24" name="Espace réservé du texte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ici pour modifier</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ici pour modifier</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pour modifier les styles du texte du masque</a:t>
            </a:r>
          </a:p>
        </p:txBody>
      </p:sp>
      <p:pic>
        <p:nvPicPr>
          <p:cNvPr id="11" name="Graphisme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sme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sme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Espace réservé du contenu 3">
            <a:extLst>
              <a:ext uri="{FF2B5EF4-FFF2-40B4-BE49-F238E27FC236}">
                <a16:creationId xmlns:a16="http://schemas.microsoft.com/office/drawing/2014/main" id="{82D8880F-3EAC-45C9-91F2-19A193791A18}"/>
              </a:ext>
            </a:extLst>
          </p:cNvPr>
          <p:cNvSpPr>
            <a:spLocks noGrp="1"/>
          </p:cNvSpPr>
          <p:nvPr>
            <p:ph sz="half" idx="17" hasCustomPrompt="1"/>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Modifiez les styles du texte</a:t>
            </a:r>
          </a:p>
        </p:txBody>
      </p:sp>
      <p:sp>
        <p:nvSpPr>
          <p:cNvPr id="26" name="Espace réservé du contenu 5">
            <a:extLst>
              <a:ext uri="{FF2B5EF4-FFF2-40B4-BE49-F238E27FC236}">
                <a16:creationId xmlns:a16="http://schemas.microsoft.com/office/drawing/2014/main" id="{9019518E-E850-403D-A5B5-4B53F8C4A56B}"/>
              </a:ext>
            </a:extLst>
          </p:cNvPr>
          <p:cNvSpPr>
            <a:spLocks noGrp="1"/>
          </p:cNvSpPr>
          <p:nvPr>
            <p:ph sz="quarter" idx="18" hasCustomPrompt="1"/>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Modifiez les styles du texte</a:t>
            </a:r>
          </a:p>
          <a:p>
            <a:pPr lvl="1" rtl="0"/>
            <a:endParaRPr lang="fr-FR" noProof="0"/>
          </a:p>
        </p:txBody>
      </p:sp>
      <p:sp>
        <p:nvSpPr>
          <p:cNvPr id="27" name="Espace réservé du contenu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Modifiez les styles du texte</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eux contenus">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 LE TEXTE</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ICI POUR MODIFIER LE TEXTE</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pic>
        <p:nvPicPr>
          <p:cNvPr id="11" name="Graphisme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u">
    <p:spTree>
      <p:nvGrpSpPr>
        <p:cNvPr id="1" name=""/>
        <p:cNvGrpSpPr/>
        <p:nvPr/>
      </p:nvGrpSpPr>
      <p:grpSpPr>
        <a:xfrm>
          <a:off x="0" y="0"/>
          <a:ext cx="0" cy="0"/>
          <a:chOff x="0" y="0"/>
          <a:chExt cx="0" cy="0"/>
        </a:xfrm>
      </p:grpSpPr>
      <p:pic>
        <p:nvPicPr>
          <p:cNvPr id="14" name="Graphisme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r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20" name="Espace réservé du texte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5" name="Espace réservé du texte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6" name="Espace réservé du texte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7" name="Espace réservé du texte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8" name="Espace réservé du texte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9" name="Espace réservé du texte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1" name="Espace réservé de la date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22" name="Espace réservé du pied de page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fr-FR" noProof="0"/>
              <a:t>Pitch Deck</a:t>
            </a:r>
          </a:p>
        </p:txBody>
      </p:sp>
      <p:sp>
        <p:nvSpPr>
          <p:cNvPr id="24" name="Espace réservé du numéro de diapositive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ronologi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tx1">
                  <a:lumMod val="75000"/>
                  <a:lumOff val="25000"/>
                </a:schemeClr>
              </a:solidFill>
            </a:endParaRPr>
          </a:p>
        </p:txBody>
      </p:sp>
      <p:sp>
        <p:nvSpPr>
          <p:cNvPr id="2" name="Titr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fr-FR" noProof="0"/>
              <a:t>MODIFIEZ LE STYLE DU TITRE</a:t>
            </a:r>
          </a:p>
        </p:txBody>
      </p:sp>
      <p:sp>
        <p:nvSpPr>
          <p:cNvPr id="6" name="Espace réservé du texte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fr-FR" noProof="0"/>
              <a:t>Année</a:t>
            </a:r>
          </a:p>
        </p:txBody>
      </p:sp>
      <p:sp>
        <p:nvSpPr>
          <p:cNvPr id="7" name="Espace réservé du texte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8" name="Espace réservé du texte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9" name="Espace réservé du texte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0" name="Espace réservé du texte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1" name="Espace réservé du texte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fr-FR" noProof="0"/>
              <a:t>Année</a:t>
            </a:r>
          </a:p>
        </p:txBody>
      </p:sp>
      <p:sp>
        <p:nvSpPr>
          <p:cNvPr id="12" name="Espace réservé du texte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3" name="Espace réservé du texte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4" name="Espace réservé du texte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5" name="Espace réservé du texte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6" name="Espace réservé du texte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7" name="Espace réservé du texte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8" name="Espace réservé du texte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9" name="Espace réservé du texte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0" name="Espace réservé du texte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1" name="Espace réservé du texte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2" name="Espace réservé du texte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3" name="Espace réservé du texte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4" name="Espace réservé du texte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5" name="Espace réservé du texte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6" name="Espace réservé du texte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7" name="Espace réservé du texte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8" name="Espace réservé du texte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9" name="Espace réservé du texte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30" name="Espace réservé du texte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31" name="Espace réservé du texte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tx1">
                  <a:lumMod val="75000"/>
                  <a:lumOff val="25000"/>
                </a:schemeClr>
              </a:solidFill>
            </a:endParaRPr>
          </a:p>
        </p:txBody>
      </p:sp>
      <p:sp>
        <p:nvSpPr>
          <p:cNvPr id="36" name="Espace réservé de la date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37" name="Espace réservé du pied de page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fr-FR" noProof="0"/>
              <a:t>Pitch Deck</a:t>
            </a:r>
          </a:p>
        </p:txBody>
      </p:sp>
      <p:sp>
        <p:nvSpPr>
          <p:cNvPr id="38" name="Espace réservé du numéro de diapositive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7" name="Espace réservé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fr-FR" noProof="0"/>
              <a:t>Cliquez sur l’icône pour ajouter un graphique SmartArt</a:t>
            </a:r>
          </a:p>
        </p:txBody>
      </p:sp>
      <p:sp>
        <p:nvSpPr>
          <p:cNvPr id="2" name="Titr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3" name="Espace réservé de la date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fr-FR" noProof="0"/>
              <a:t>20XX</a:t>
            </a:r>
          </a:p>
        </p:txBody>
      </p:sp>
      <p:sp>
        <p:nvSpPr>
          <p:cNvPr id="4" name="Espace réservé du pied de page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fr-FR" noProof="0"/>
              <a:t>Pitch Deck</a:t>
            </a:r>
          </a:p>
        </p:txBody>
      </p:sp>
      <p:cxnSp>
        <p:nvCxnSpPr>
          <p:cNvPr id="10" name="Connecteur droit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Espace réservé du numéro de diapositive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e équipe 4 personne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1" name="Espace réservé d’image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FR" noProof="0"/>
              <a:t>Cliquez sur l’icône pour ajouter une image</a:t>
            </a:r>
          </a:p>
        </p:txBody>
      </p:sp>
      <p:sp>
        <p:nvSpPr>
          <p:cNvPr id="17" name="Espace réservé d’image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FR" noProof="0"/>
              <a:t>Cliquez sur l’icône pour ajouter une image</a:t>
            </a:r>
          </a:p>
        </p:txBody>
      </p:sp>
      <p:sp>
        <p:nvSpPr>
          <p:cNvPr id="18" name="Espace réservé d’image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fr-FR" noProof="0"/>
              <a:t>Cliquez sur l’icône pour ajouter une image</a:t>
            </a:r>
          </a:p>
        </p:txBody>
      </p:sp>
      <p:sp>
        <p:nvSpPr>
          <p:cNvPr id="19" name="Espace réservé d’image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FR" noProof="0"/>
              <a:t>Cliquez sur l’icône pour ajouter une image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3" name="Espace réservé du texte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4" name="Espace réservé du texte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5" name="Espace réservé du texte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6" name="Espace réservé du texte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7" name="Espace réservé du texte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8" name="Espace réservé du texte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9" name="Espace réservé du texte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cxnSp>
        <p:nvCxnSpPr>
          <p:cNvPr id="10" name="Connecteur droit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e équipe 8 personnes">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fr-FR" noProof="0"/>
              <a:t>CLIQUEZ ICI POUR MODIFIER LE STYLE DU TITRE</a:t>
            </a:r>
          </a:p>
        </p:txBody>
      </p:sp>
      <p:sp>
        <p:nvSpPr>
          <p:cNvPr id="11" name="Espace réservé d’image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17" name="Espace réservé d’image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18" name="Espace réservé d’image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fr-FR" noProof="0"/>
              <a:t>Cliquez sur l’icône pour ajouter une image</a:t>
            </a:r>
          </a:p>
        </p:txBody>
      </p:sp>
      <p:sp>
        <p:nvSpPr>
          <p:cNvPr id="19" name="Espace réservé d’image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6" name="Espace réservé du texte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3" name="Espace réservé du texte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7" name="Espace réservé du texte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4" name="Espace réservé du texte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8" name="Espace réservé du texte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5" name="Espace réservé du texte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9" name="Espace réservé du texte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55" name="Espace réservé d’image 10">
            <a:extLst>
              <a:ext uri="{FF2B5EF4-FFF2-40B4-BE49-F238E27FC236}">
                <a16:creationId xmlns:a16="http://schemas.microsoft.com/office/drawing/2014/main" id="{1EBAEB1D-A7F9-4F90-B642-4277D3802BAB}"/>
              </a:ext>
            </a:extLst>
          </p:cNvPr>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56" name="Espace réservé d’image 10">
            <a:extLst>
              <a:ext uri="{FF2B5EF4-FFF2-40B4-BE49-F238E27FC236}">
                <a16:creationId xmlns:a16="http://schemas.microsoft.com/office/drawing/2014/main" id="{9461A69E-14C8-4325-89AF-D4257C1C05BA}"/>
              </a:ext>
            </a:extLst>
          </p:cNvPr>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57" name="Espace réservé d’image 10">
            <a:extLst>
              <a:ext uri="{FF2B5EF4-FFF2-40B4-BE49-F238E27FC236}">
                <a16:creationId xmlns:a16="http://schemas.microsoft.com/office/drawing/2014/main" id="{0FB38616-82FB-4DAD-A82E-3777ACB41148}"/>
              </a:ext>
            </a:extLst>
          </p:cNvPr>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fr-FR" noProof="0"/>
              <a:t>Cliquez sur l’icône pour ajouter une image</a:t>
            </a:r>
          </a:p>
        </p:txBody>
      </p:sp>
      <p:sp>
        <p:nvSpPr>
          <p:cNvPr id="58" name="Espace réservé d’image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54" name="Espace réservé du texte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2" name="Espace réservé du texte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59" name="Espace réservé du texte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3" name="Espace réservé du texte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0" name="Espace réservé du texte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4" name="Espace réservé du texte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1" name="Espace réservé du texte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5" name="Espace réservé du texte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fr-FR" noProof="0" smtClean="0"/>
              <a:t>‹N°›</a:t>
            </a:fld>
            <a:endParaRPr lang="fr-FR" noProof="0"/>
          </a:p>
        </p:txBody>
      </p:sp>
      <p:pic>
        <p:nvPicPr>
          <p:cNvPr id="13" name="Graphisme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sme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u">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1" name="Espace réservé du contenu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17" name="Espace réservé du texte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24" name="Espace réservé du contenu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5" name="Espace réservé d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18" name="Espace réservé du texte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ICI POUR MODIFIER</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25" name="Espace réservé du contenu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21" name="Espace réservé du texte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19" name="Espace réservé du texte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26" name="Espace réservé du contenu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14" name="Espace réservé du texte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23" name="Espace réservé du texte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cxnSp>
        <p:nvCxnSpPr>
          <p:cNvPr id="16" name="Connecteur droit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Espace réservé du contenu 3">
            <a:extLst>
              <a:ext uri="{FF2B5EF4-FFF2-40B4-BE49-F238E27FC236}">
                <a16:creationId xmlns:a16="http://schemas.microsoft.com/office/drawing/2014/main" id="{492F9083-A886-4EEB-94D6-1FAE6DC33000}"/>
              </a:ext>
            </a:extLst>
          </p:cNvPr>
          <p:cNvSpPr>
            <a:spLocks noGrp="1"/>
          </p:cNvSpPr>
          <p:nvPr>
            <p:ph sz="half" idx="16" hasCustomPrompt="1"/>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ynthès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a:t>
            </a:r>
          </a:p>
        </p:txBody>
      </p:sp>
      <p:cxnSp>
        <p:nvCxnSpPr>
          <p:cNvPr id="23" name="Connecteur droit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Espace réservé de la date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22" name="Espace réservé du pied de page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fr-FR" noProof="0"/>
              <a:t>Pitch Deck</a:t>
            </a:r>
          </a:p>
        </p:txBody>
      </p:sp>
      <p:sp>
        <p:nvSpPr>
          <p:cNvPr id="24" name="Espace réservé du numéro de diapositive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fr-FR" noProof="0"/>
              <a:t>CLIQUEZ POUR MODIFIER LE STYLE DU TITRE DU MASQUE</a:t>
            </a:r>
          </a:p>
        </p:txBody>
      </p:sp>
      <p:sp>
        <p:nvSpPr>
          <p:cNvPr id="3" name="Sous-titr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pic>
        <p:nvPicPr>
          <p:cNvPr id="6" name="Graphisme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Espace réservé de la date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fr-FR" noProof="0"/>
              <a:t>20XX</a:t>
            </a:r>
          </a:p>
        </p:txBody>
      </p:sp>
      <p:sp>
        <p:nvSpPr>
          <p:cNvPr id="10" name="Espace réservé du pied de page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fr-FR" noProof="0"/>
              <a:t>Pitch Deck</a:t>
            </a:r>
          </a:p>
        </p:txBody>
      </p:sp>
      <p:sp>
        <p:nvSpPr>
          <p:cNvPr id="11" name="Espace réservé du numéro de diapositive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fr-FR" noProof="0"/>
              <a:t>Modifiez le style du titre</a:t>
            </a:r>
          </a:p>
        </p:txBody>
      </p:sp>
      <p:sp>
        <p:nvSpPr>
          <p:cNvPr id="3" name="Espace réservé du texte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fr-FR" noProof="0"/>
              <a:t>20XX</a:t>
            </a:r>
          </a:p>
        </p:txBody>
      </p:sp>
      <p:sp>
        <p:nvSpPr>
          <p:cNvPr id="5" name="Espace réservé du pied de page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fr-FR" noProof="0"/>
              <a:t>Pitch Deck</a:t>
            </a:r>
          </a:p>
        </p:txBody>
      </p:sp>
      <p:sp>
        <p:nvSpPr>
          <p:cNvPr id="6" name="Espace réservé du numéro de diapositive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fr-FR" noProof="0" smtClean="0"/>
              <a:pPr rtl="0"/>
              <a:t>‹N°›</a:t>
            </a:fld>
            <a:endParaRPr lang="fr-FR"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ftr="0" dt="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32.png"/></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37.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653A6BA-22E1-FB5A-81D1-0A3955A0EC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10391"/>
            <a:ext cx="12192000" cy="6858000"/>
          </a:xfrm>
          <a:prstGeom prst="rect">
            <a:avLst/>
          </a:prstGeom>
        </p:spPr>
      </p:pic>
      <p:sp>
        <p:nvSpPr>
          <p:cNvPr id="2" name="Titre 1">
            <a:extLst>
              <a:ext uri="{FF2B5EF4-FFF2-40B4-BE49-F238E27FC236}">
                <a16:creationId xmlns:a16="http://schemas.microsoft.com/office/drawing/2014/main" id="{216815C6-3AD0-46E6-A74A-1967BD91AF50}"/>
              </a:ext>
            </a:extLst>
          </p:cNvPr>
          <p:cNvSpPr>
            <a:spLocks noGrp="1"/>
          </p:cNvSpPr>
          <p:nvPr>
            <p:ph type="ctrTitle"/>
          </p:nvPr>
        </p:nvSpPr>
        <p:spPr>
          <a:xfrm>
            <a:off x="7340832" y="4170859"/>
            <a:ext cx="4580698" cy="1192860"/>
          </a:xfrm>
        </p:spPr>
        <p:style>
          <a:lnRef idx="2">
            <a:schemeClr val="accent6"/>
          </a:lnRef>
          <a:fillRef idx="1">
            <a:schemeClr val="lt1"/>
          </a:fillRef>
          <a:effectRef idx="0">
            <a:schemeClr val="accent6"/>
          </a:effectRef>
          <a:fontRef idx="minor">
            <a:schemeClr val="dk1"/>
          </a:fontRef>
        </p:style>
        <p:txBody>
          <a:bodyPr rtlCol="0"/>
          <a:lstStyle/>
          <a:p>
            <a:pPr rtl="0"/>
            <a:r>
              <a:rPr lang="fr-FR" b="1" dirty="0"/>
              <a:t>rapport mensuel Février 2020</a:t>
            </a:r>
            <a:endParaRPr lang="fr-FR" dirty="0"/>
          </a:p>
        </p:txBody>
      </p:sp>
      <p:sp>
        <p:nvSpPr>
          <p:cNvPr id="3" name="Sous-titre 2">
            <a:extLst>
              <a:ext uri="{FF2B5EF4-FFF2-40B4-BE49-F238E27FC236}">
                <a16:creationId xmlns:a16="http://schemas.microsoft.com/office/drawing/2014/main" id="{1901B20D-4C28-4DA3-ABBD-718C22A5E58B}"/>
              </a:ext>
            </a:extLst>
          </p:cNvPr>
          <p:cNvSpPr>
            <a:spLocks noGrp="1"/>
          </p:cNvSpPr>
          <p:nvPr>
            <p:ph type="subTitle" idx="1"/>
          </p:nvPr>
        </p:nvSpPr>
        <p:spPr>
          <a:xfrm>
            <a:off x="7340832" y="5388560"/>
            <a:ext cx="4580697" cy="396660"/>
          </a:xfrm>
        </p:spPr>
        <p:style>
          <a:lnRef idx="2">
            <a:schemeClr val="dk1"/>
          </a:lnRef>
          <a:fillRef idx="1">
            <a:schemeClr val="lt1"/>
          </a:fillRef>
          <a:effectRef idx="0">
            <a:schemeClr val="dk1"/>
          </a:effectRef>
          <a:fontRef idx="minor">
            <a:schemeClr val="dk1"/>
          </a:fontRef>
        </p:style>
        <p:txBody>
          <a:bodyPr rtlCol="0"/>
          <a:lstStyle/>
          <a:p>
            <a:pPr rtl="0"/>
            <a:r>
              <a:rPr lang="fr-FR" dirty="0"/>
              <a:t>Zied Belhocine</a:t>
            </a:r>
          </a:p>
        </p:txBody>
      </p:sp>
      <p:pic>
        <p:nvPicPr>
          <p:cNvPr id="7" name="Image 6">
            <a:extLst>
              <a:ext uri="{FF2B5EF4-FFF2-40B4-BE49-F238E27FC236}">
                <a16:creationId xmlns:a16="http://schemas.microsoft.com/office/drawing/2014/main" id="{2838F9F2-4DA9-9E4B-C123-DC6A8FC3241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73E60735-DA78-FDD1-C307-5A6F583D78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8000"/>
          </a:xfrm>
          <a:prstGeom prst="rect">
            <a:avLst/>
          </a:prstGeom>
        </p:spPr>
      </p:pic>
      <p:sp>
        <p:nvSpPr>
          <p:cNvPr id="12" name="Titre 1">
            <a:extLst>
              <a:ext uri="{FF2B5EF4-FFF2-40B4-BE49-F238E27FC236}">
                <a16:creationId xmlns:a16="http://schemas.microsoft.com/office/drawing/2014/main" id="{F8A892BB-5431-CA08-0719-4F1CA5524A86}"/>
              </a:ext>
            </a:extLst>
          </p:cNvPr>
          <p:cNvSpPr txBox="1">
            <a:spLocks noGrp="1"/>
          </p:cNvSpPr>
          <p:nvPr>
            <p:ph type="title" idx="4294967295"/>
          </p:nvPr>
        </p:nvSpPr>
        <p:spPr>
          <a:xfrm>
            <a:off x="958665" y="152326"/>
            <a:ext cx="10515600" cy="923330"/>
          </a:xfrm>
          <a:prstGeom prst="rect">
            <a:avLst/>
          </a:prstGeom>
          <a:solidFill>
            <a:schemeClr val="lt1"/>
          </a:solidFill>
          <a:ln w="12700" cap="flat" cmpd="sng" algn="ctr">
            <a:solidFill>
              <a:schemeClr val="dk1"/>
            </a:solidFill>
            <a:prstDash val="solid"/>
            <a:miter lim="800000"/>
          </a:ln>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l"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800" b="0" i="0" u="none" strike="noStrike" kern="1200" cap="all" spc="150" normalizeH="0" baseline="0" noProof="0" dirty="0">
                <a:ln>
                  <a:noFill/>
                </a:ln>
                <a:solidFill>
                  <a:schemeClr val="tx1">
                    <a:lumMod val="75000"/>
                    <a:lumOff val="25000"/>
                  </a:schemeClr>
                </a:solidFill>
                <a:effectLst/>
                <a:uLnTx/>
                <a:uFillTx/>
                <a:latin typeface="+mj-lt"/>
                <a:ea typeface="+mj-ea"/>
                <a:cs typeface="+mj-cs"/>
              </a:rPr>
              <a:t>Pourquoi notre Chiffre d’affaire baisse alors que nous vendons plus ?! Menons l’enquête !</a:t>
            </a:r>
          </a:p>
        </p:txBody>
      </p:sp>
      <p:pic>
        <p:nvPicPr>
          <p:cNvPr id="6" name="Image 5" descr="Graphique en courbe représentant l'évolution du Chiffre d'affaire et du nombre de ventes de début 2019 à février 2020.">
            <a:extLst>
              <a:ext uri="{FF2B5EF4-FFF2-40B4-BE49-F238E27FC236}">
                <a16:creationId xmlns:a16="http://schemas.microsoft.com/office/drawing/2014/main" id="{1644FE99-D60F-F9B7-54F1-E7C63F4B7639}"/>
              </a:ext>
            </a:extLst>
          </p:cNvPr>
          <p:cNvPicPr>
            <a:picLocks noChangeAspect="1"/>
          </p:cNvPicPr>
          <p:nvPr/>
        </p:nvPicPr>
        <p:blipFill>
          <a:blip r:embed="rId4"/>
          <a:stretch>
            <a:fillRect/>
          </a:stretch>
        </p:blipFill>
        <p:spPr>
          <a:xfrm>
            <a:off x="2868003" y="1227982"/>
            <a:ext cx="6047284" cy="3768647"/>
          </a:xfrm>
          <a:prstGeom prst="rect">
            <a:avLst/>
          </a:prstGeom>
        </p:spPr>
      </p:pic>
      <p:sp>
        <p:nvSpPr>
          <p:cNvPr id="10" name="ZoneTexte 9">
            <a:extLst>
              <a:ext uri="{FF2B5EF4-FFF2-40B4-BE49-F238E27FC236}">
                <a16:creationId xmlns:a16="http://schemas.microsoft.com/office/drawing/2014/main" id="{0519737F-9D2D-31DE-5686-D6F447D5D3F5}"/>
              </a:ext>
            </a:extLst>
          </p:cNvPr>
          <p:cNvSpPr txBox="1"/>
          <p:nvPr/>
        </p:nvSpPr>
        <p:spPr>
          <a:xfrm>
            <a:off x="1801091" y="5156021"/>
            <a:ext cx="8181109"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a:t>Chiffre d’affaires en augmentation sur les 12 derniers mois mais baisse soudaine au mois de février. Quelles causes ? Quel avenir ?</a:t>
            </a:r>
          </a:p>
          <a:p>
            <a:pPr algn="ctr"/>
            <a:r>
              <a:rPr lang="fr-FR" dirty="0"/>
              <a:t>Le nombre de vente est en nette augmentation depuis le mois de juillet (de 1 500 à presque 27 000 en février).</a:t>
            </a:r>
          </a:p>
        </p:txBody>
      </p:sp>
      <p:pic>
        <p:nvPicPr>
          <p:cNvPr id="13" name="Image 12">
            <a:extLst>
              <a:ext uri="{FF2B5EF4-FFF2-40B4-BE49-F238E27FC236}">
                <a16:creationId xmlns:a16="http://schemas.microsoft.com/office/drawing/2014/main" id="{12BCD33F-C23C-C272-322D-3BD4DEA0E05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97789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FD3CAF2F-B47F-94D0-A481-E7BFA120A8E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8000"/>
          </a:xfrm>
          <a:prstGeom prst="rect">
            <a:avLst/>
          </a:prstGeom>
        </p:spPr>
      </p:pic>
      <p:sp>
        <p:nvSpPr>
          <p:cNvPr id="8" name="Titre 1">
            <a:extLst>
              <a:ext uri="{FF2B5EF4-FFF2-40B4-BE49-F238E27FC236}">
                <a16:creationId xmlns:a16="http://schemas.microsoft.com/office/drawing/2014/main" id="{4F487A6A-202B-34F2-3157-3A0DB7CFF017}"/>
              </a:ext>
            </a:extLst>
          </p:cNvPr>
          <p:cNvSpPr txBox="1">
            <a:spLocks noGrp="1"/>
          </p:cNvSpPr>
          <p:nvPr>
            <p:ph type="title" idx="4294967295"/>
          </p:nvPr>
        </p:nvSpPr>
        <p:spPr>
          <a:xfrm>
            <a:off x="838200" y="90995"/>
            <a:ext cx="10515600" cy="923330"/>
          </a:xfrm>
          <a:prstGeom prst="rect">
            <a:avLst/>
          </a:prstGeom>
          <a:solidFill>
            <a:schemeClr val="lt1"/>
          </a:solidFill>
          <a:ln w="12700" cap="flat" cmpd="sng" algn="ctr">
            <a:solidFill>
              <a:schemeClr val="dk1"/>
            </a:solidFill>
            <a:prstDash val="solid"/>
            <a:miter lim="800000"/>
          </a:ln>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l"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800" b="0" i="0" u="none" strike="noStrike" kern="1200" cap="all" spc="150" normalizeH="0" baseline="0" noProof="0" dirty="0">
                <a:ln>
                  <a:noFill/>
                </a:ln>
                <a:solidFill>
                  <a:schemeClr val="tx1">
                    <a:lumMod val="75000"/>
                    <a:lumOff val="25000"/>
                  </a:schemeClr>
                </a:solidFill>
                <a:effectLst/>
                <a:uLnTx/>
                <a:uFillTx/>
                <a:latin typeface="+mj-lt"/>
                <a:ea typeface="+mj-ea"/>
                <a:cs typeface="+mj-cs"/>
              </a:rPr>
              <a:t>le nombre de ventes a un enfant caché avec le nombre de visites : le taux de conversion.</a:t>
            </a:r>
          </a:p>
        </p:txBody>
      </p:sp>
      <p:sp>
        <p:nvSpPr>
          <p:cNvPr id="4" name="Espace réservé du numéro de diapositive 3">
            <a:extLst>
              <a:ext uri="{FF2B5EF4-FFF2-40B4-BE49-F238E27FC236}">
                <a16:creationId xmlns:a16="http://schemas.microsoft.com/office/drawing/2014/main" id="{70DA5816-BE7F-1785-7B8B-93C7F95A121B}"/>
              </a:ext>
              <a:ext uri="{C183D7F6-B498-43B3-948B-1728B52AA6E4}">
                <adec:decorative xmlns:adec="http://schemas.microsoft.com/office/drawing/2017/decorative" val="1"/>
              </a:ext>
            </a:extLst>
          </p:cNvPr>
          <p:cNvSpPr>
            <a:spLocks noGrp="1"/>
          </p:cNvSpPr>
          <p:nvPr>
            <p:ph type="sldNum" sz="quarter" idx="12"/>
          </p:nvPr>
        </p:nvSpPr>
        <p:spPr/>
        <p:txBody>
          <a:bodyPr/>
          <a:lstStyle/>
          <a:p>
            <a:pPr rtl="0"/>
            <a:fld id="{B5CEABB6-07DC-46E8-9B57-56EC44A396E5}" type="slidenum">
              <a:rPr lang="fr-FR" noProof="0" smtClean="0"/>
              <a:t>3</a:t>
            </a:fld>
            <a:endParaRPr lang="fr-FR" noProof="0"/>
          </a:p>
        </p:txBody>
      </p:sp>
      <p:sp>
        <p:nvSpPr>
          <p:cNvPr id="5" name="Espace réservé du numéro de diapositive 3">
            <a:extLst>
              <a:ext uri="{FF2B5EF4-FFF2-40B4-BE49-F238E27FC236}">
                <a16:creationId xmlns:a16="http://schemas.microsoft.com/office/drawing/2014/main" id="{328F602C-7F98-4C02-99D4-ED65E00D66A4}"/>
              </a:ext>
              <a:ext uri="{C183D7F6-B498-43B3-948B-1728B52AA6E4}">
                <adec:decorative xmlns:adec="http://schemas.microsoft.com/office/drawing/2017/decorative" val="1"/>
              </a:ext>
            </a:extLst>
          </p:cNvPr>
          <p:cNvSpPr txBox="1">
            <a:spLocks/>
          </p:cNvSpPr>
          <p:nvPr/>
        </p:nvSpPr>
        <p:spPr>
          <a:xfrm>
            <a:off x="11204448" y="6492875"/>
            <a:ext cx="987552" cy="365125"/>
          </a:xfrm>
          <a:prstGeom prst="rect">
            <a:avLst/>
          </a:prstGeom>
        </p:spPr>
        <p:txBody>
          <a:bodyPr vert="horz" lIns="91440" tIns="45720" rIns="91440" bIns="45720" rtlCol="0" anchor="ctr"/>
          <a:lstStyle>
            <a:defPPr rtl="0">
              <a:defRPr lang="fr-F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pPr/>
              <a:t>3</a:t>
            </a:fld>
            <a:endParaRPr lang="fr-FR" dirty="0"/>
          </a:p>
        </p:txBody>
      </p:sp>
      <p:pic>
        <p:nvPicPr>
          <p:cNvPr id="6" name="Image 5" descr="Graphique en courbe représentant l'évolution du nombre de visites sur le site et du nombre de ventes de début 2019 à février 2020. On déduit de ces données l'évolution du taux de conversion.">
            <a:extLst>
              <a:ext uri="{FF2B5EF4-FFF2-40B4-BE49-F238E27FC236}">
                <a16:creationId xmlns:a16="http://schemas.microsoft.com/office/drawing/2014/main" id="{2415FE7D-904B-B539-B403-F92F79825ED8}"/>
              </a:ext>
            </a:extLst>
          </p:cNvPr>
          <p:cNvPicPr>
            <a:picLocks noChangeAspect="1"/>
          </p:cNvPicPr>
          <p:nvPr/>
        </p:nvPicPr>
        <p:blipFill>
          <a:blip r:embed="rId4"/>
          <a:stretch>
            <a:fillRect/>
          </a:stretch>
        </p:blipFill>
        <p:spPr>
          <a:xfrm>
            <a:off x="4916166" y="1291718"/>
            <a:ext cx="5310198" cy="3859860"/>
          </a:xfrm>
          <a:prstGeom prst="rect">
            <a:avLst/>
          </a:prstGeom>
        </p:spPr>
      </p:pic>
      <p:sp>
        <p:nvSpPr>
          <p:cNvPr id="3" name="ZoneTexte 2">
            <a:extLst>
              <a:ext uri="{FF2B5EF4-FFF2-40B4-BE49-F238E27FC236}">
                <a16:creationId xmlns:a16="http://schemas.microsoft.com/office/drawing/2014/main" id="{E2966769-D94D-CDC9-2F0C-2EE5E89A32C7}"/>
              </a:ext>
            </a:extLst>
          </p:cNvPr>
          <p:cNvSpPr txBox="1"/>
          <p:nvPr/>
        </p:nvSpPr>
        <p:spPr>
          <a:xfrm>
            <a:off x="2045255" y="5428972"/>
            <a:ext cx="8181109"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a:t>Forte augmentation du nombre de visites là aussi à partir de juillet.</a:t>
            </a:r>
          </a:p>
          <a:p>
            <a:pPr algn="ctr"/>
            <a:r>
              <a:rPr lang="fr-FR" dirty="0"/>
              <a:t>De 10 000 à plus de 500 000. </a:t>
            </a:r>
          </a:p>
          <a:p>
            <a:pPr algn="ctr"/>
            <a:r>
              <a:rPr lang="fr-FR" dirty="0"/>
              <a:t>Taux de conversion août = 5 000 / 50 000 = 0,10 (approximatif)</a:t>
            </a:r>
          </a:p>
          <a:p>
            <a:pPr algn="ctr"/>
            <a:r>
              <a:rPr lang="fr-FR" dirty="0"/>
              <a:t>Taux de conversion février = 27 000 / 530 000 = 0,05 (approximatif)</a:t>
            </a:r>
          </a:p>
        </p:txBody>
      </p:sp>
      <p:pic>
        <p:nvPicPr>
          <p:cNvPr id="9" name="Image 8">
            <a:extLst>
              <a:ext uri="{FF2B5EF4-FFF2-40B4-BE49-F238E27FC236}">
                <a16:creationId xmlns:a16="http://schemas.microsoft.com/office/drawing/2014/main" id="{0512DA33-A46C-9CBD-2F91-B8108D6CF218}"/>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1077389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328F602C-7F98-4C02-99D4-ED65E00D66A4}"/>
              </a:ext>
            </a:extLst>
          </p:cNvPr>
          <p:cNvSpPr>
            <a:spLocks noGrp="1"/>
          </p:cNvSpPr>
          <p:nvPr>
            <p:ph type="sldNum" sz="quarter" idx="12"/>
          </p:nvPr>
        </p:nvSpPr>
        <p:spPr>
          <a:xfrm>
            <a:off x="11204448" y="6492875"/>
            <a:ext cx="987552" cy="365125"/>
          </a:xfrm>
        </p:spPr>
        <p:txBody>
          <a:bodyPr rtlCol="0"/>
          <a:lstStyle/>
          <a:p>
            <a:pPr rtl="0"/>
            <a:fld id="{19B51A1E-902D-48AF-9020-955120F399B6}" type="slidenum">
              <a:rPr lang="fr-FR" smtClean="0"/>
              <a:pPr rtl="0"/>
              <a:t>4</a:t>
            </a:fld>
            <a:endParaRPr lang="fr-FR" dirty="0"/>
          </a:p>
        </p:txBody>
      </p:sp>
      <p:pic>
        <p:nvPicPr>
          <p:cNvPr id="3" name="Image 2">
            <a:extLst>
              <a:ext uri="{FF2B5EF4-FFF2-40B4-BE49-F238E27FC236}">
                <a16:creationId xmlns:a16="http://schemas.microsoft.com/office/drawing/2014/main" id="{E91176A3-5CA2-CCD2-8A6A-6351999522B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01057" y="462373"/>
            <a:ext cx="7989885" cy="5998968"/>
          </a:xfrm>
          <a:prstGeom prst="rect">
            <a:avLst/>
          </a:prstGeom>
        </p:spPr>
      </p:pic>
      <p:sp>
        <p:nvSpPr>
          <p:cNvPr id="5" name="ZoneTexte 4">
            <a:extLst>
              <a:ext uri="{FF2B5EF4-FFF2-40B4-BE49-F238E27FC236}">
                <a16:creationId xmlns:a16="http://schemas.microsoft.com/office/drawing/2014/main" id="{5F2CDB22-66E5-2C01-0C7C-51F41FB5CFD6}"/>
              </a:ext>
            </a:extLst>
          </p:cNvPr>
          <p:cNvSpPr txBox="1"/>
          <p:nvPr/>
        </p:nvSpPr>
        <p:spPr>
          <a:xfrm>
            <a:off x="2357728" y="6123543"/>
            <a:ext cx="8289967" cy="369332"/>
          </a:xfrm>
          <a:prstGeom prst="rect">
            <a:avLst/>
          </a:prstGeom>
          <a:noFill/>
        </p:spPr>
        <p:txBody>
          <a:bodyPr wrap="square" rtlCol="0">
            <a:spAutoFit/>
          </a:bodyPr>
          <a:lstStyle/>
          <a:p>
            <a:pPr algn="just"/>
            <a:r>
              <a:rPr lang="fr-FR" dirty="0"/>
              <a:t>Taux de conversion qui est divisé par deux entre juillet et février (0,10 à 0,05). </a:t>
            </a:r>
          </a:p>
        </p:txBody>
      </p:sp>
      <p:sp>
        <p:nvSpPr>
          <p:cNvPr id="6" name="Titre 1">
            <a:extLst>
              <a:ext uri="{FF2B5EF4-FFF2-40B4-BE49-F238E27FC236}">
                <a16:creationId xmlns:a16="http://schemas.microsoft.com/office/drawing/2014/main" id="{82AF1DA3-8DEB-180C-05DF-BBE028A18A6E}"/>
              </a:ext>
            </a:extLst>
          </p:cNvPr>
          <p:cNvSpPr>
            <a:spLocks noGrp="1"/>
          </p:cNvSpPr>
          <p:nvPr>
            <p:ph type="title"/>
          </p:nvPr>
        </p:nvSpPr>
        <p:spPr>
          <a:xfrm>
            <a:off x="688848" y="72736"/>
            <a:ext cx="10515600" cy="942543"/>
          </a:xfrm>
        </p:spPr>
        <p:txBody>
          <a:bodyPr/>
          <a:lstStyle/>
          <a:p>
            <a:r>
              <a:rPr lang="fr-FR" dirty="0"/>
              <a:t>Évolution du taux de conversion au cours des 12 derniers mois</a:t>
            </a:r>
          </a:p>
        </p:txBody>
      </p:sp>
      <p:pic>
        <p:nvPicPr>
          <p:cNvPr id="7" name="Image 6">
            <a:extLst>
              <a:ext uri="{FF2B5EF4-FFF2-40B4-BE49-F238E27FC236}">
                <a16:creationId xmlns:a16="http://schemas.microsoft.com/office/drawing/2014/main" id="{9439E07F-D4F2-2CBD-3578-0B61A7D1B60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3998171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B10F013-983D-675C-D56E-A2788D88D6F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8000"/>
          </a:xfrm>
          <a:prstGeom prst="rect">
            <a:avLst/>
          </a:prstGeom>
        </p:spPr>
      </p:pic>
      <p:sp>
        <p:nvSpPr>
          <p:cNvPr id="6" name="Titre 1">
            <a:extLst>
              <a:ext uri="{FF2B5EF4-FFF2-40B4-BE49-F238E27FC236}">
                <a16:creationId xmlns:a16="http://schemas.microsoft.com/office/drawing/2014/main" id="{B638DCEF-0E7B-FF5A-E4B0-9C14906D4760}"/>
              </a:ext>
            </a:extLst>
          </p:cNvPr>
          <p:cNvSpPr>
            <a:spLocks noGrp="1"/>
          </p:cNvSpPr>
          <p:nvPr>
            <p:ph type="title"/>
          </p:nvPr>
        </p:nvSpPr>
        <p:spPr>
          <a:xfrm>
            <a:off x="838200" y="116218"/>
            <a:ext cx="10515600" cy="880197"/>
          </a:xfrm>
        </p:spPr>
        <p:style>
          <a:lnRef idx="2">
            <a:schemeClr val="dk1"/>
          </a:lnRef>
          <a:fillRef idx="1">
            <a:schemeClr val="lt1"/>
          </a:fillRef>
          <a:effectRef idx="0">
            <a:schemeClr val="dk1"/>
          </a:effectRef>
          <a:fontRef idx="minor">
            <a:schemeClr val="dk1"/>
          </a:fontRef>
        </p:style>
        <p:txBody>
          <a:bodyPr>
            <a:normAutofit fontScale="90000"/>
          </a:bodyPr>
          <a:lstStyle/>
          <a:p>
            <a:r>
              <a:rPr lang="fr-FR" dirty="0"/>
              <a:t>Le temps passé sur le site pour un achat a un comportement étrange depuis un moment, C’est  louche !</a:t>
            </a:r>
          </a:p>
        </p:txBody>
      </p:sp>
      <p:sp>
        <p:nvSpPr>
          <p:cNvPr id="4" name="Espace réservé du numéro de diapositive 3">
            <a:extLst>
              <a:ext uri="{FF2B5EF4-FFF2-40B4-BE49-F238E27FC236}">
                <a16:creationId xmlns:a16="http://schemas.microsoft.com/office/drawing/2014/main" id="{9E329779-7CD0-66B6-A1BC-1B30EF625B0B}"/>
              </a:ext>
              <a:ext uri="{C183D7F6-B498-43B3-948B-1728B52AA6E4}">
                <adec:decorative xmlns:adec="http://schemas.microsoft.com/office/drawing/2017/decorative" val="1"/>
              </a:ext>
            </a:extLst>
          </p:cNvPr>
          <p:cNvSpPr>
            <a:spLocks noGrp="1"/>
          </p:cNvSpPr>
          <p:nvPr>
            <p:ph type="sldNum" sz="quarter" idx="12"/>
          </p:nvPr>
        </p:nvSpPr>
        <p:spPr/>
        <p:txBody>
          <a:bodyPr/>
          <a:lstStyle/>
          <a:p>
            <a:pPr rtl="0"/>
            <a:fld id="{B5CEABB6-07DC-46E8-9B57-56EC44A396E5}" type="slidenum">
              <a:rPr lang="fr-FR" noProof="0" smtClean="0"/>
              <a:t>5</a:t>
            </a:fld>
            <a:endParaRPr lang="fr-FR" noProof="0"/>
          </a:p>
        </p:txBody>
      </p:sp>
      <p:sp>
        <p:nvSpPr>
          <p:cNvPr id="2" name="Espace réservé du numéro de diapositive 3">
            <a:extLst>
              <a:ext uri="{FF2B5EF4-FFF2-40B4-BE49-F238E27FC236}">
                <a16:creationId xmlns:a16="http://schemas.microsoft.com/office/drawing/2014/main" id="{328F602C-7F98-4C02-99D4-ED65E00D66A4}"/>
              </a:ext>
              <a:ext uri="{C183D7F6-B498-43B3-948B-1728B52AA6E4}">
                <adec:decorative xmlns:adec="http://schemas.microsoft.com/office/drawing/2017/decorative" val="1"/>
              </a:ext>
            </a:extLst>
          </p:cNvPr>
          <p:cNvSpPr txBox="1">
            <a:spLocks/>
          </p:cNvSpPr>
          <p:nvPr/>
        </p:nvSpPr>
        <p:spPr>
          <a:xfrm>
            <a:off x="11204448" y="6492875"/>
            <a:ext cx="987552" cy="365125"/>
          </a:xfrm>
          <a:prstGeom prst="rect">
            <a:avLst/>
          </a:prstGeom>
        </p:spPr>
        <p:txBody>
          <a:bodyPr vert="horz" lIns="91440" tIns="45720" rIns="91440" bIns="45720" rtlCol="0" anchor="ctr"/>
          <a:lstStyle>
            <a:defPPr rtl="0">
              <a:defRPr lang="fr-F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pPr/>
              <a:t>5</a:t>
            </a:fld>
            <a:endParaRPr lang="fr-FR" dirty="0"/>
          </a:p>
        </p:txBody>
      </p:sp>
      <p:pic>
        <p:nvPicPr>
          <p:cNvPr id="3" name="Image 2" descr="Graphique représentant l'évolution de la variabilité du temps passé sur le site pour un achat par un client de début 2019 à février 2020.. Chaque mois est représenté par une boite à moustache.">
            <a:extLst>
              <a:ext uri="{FF2B5EF4-FFF2-40B4-BE49-F238E27FC236}">
                <a16:creationId xmlns:a16="http://schemas.microsoft.com/office/drawing/2014/main" id="{2CFC9D1A-A636-6112-F50A-51C38D5FEE45}"/>
              </a:ext>
            </a:extLst>
          </p:cNvPr>
          <p:cNvPicPr>
            <a:picLocks noChangeAspect="1"/>
          </p:cNvPicPr>
          <p:nvPr/>
        </p:nvPicPr>
        <p:blipFill>
          <a:blip r:embed="rId4"/>
          <a:stretch>
            <a:fillRect/>
          </a:stretch>
        </p:blipFill>
        <p:spPr>
          <a:xfrm>
            <a:off x="3191134" y="1466048"/>
            <a:ext cx="5448998" cy="3834595"/>
          </a:xfrm>
          <a:prstGeom prst="rect">
            <a:avLst/>
          </a:prstGeom>
        </p:spPr>
      </p:pic>
      <p:sp>
        <p:nvSpPr>
          <p:cNvPr id="5" name="ZoneTexte 4">
            <a:extLst>
              <a:ext uri="{FF2B5EF4-FFF2-40B4-BE49-F238E27FC236}">
                <a16:creationId xmlns:a16="http://schemas.microsoft.com/office/drawing/2014/main" id="{EF0CD643-2533-5CD6-2446-CB3E7AD4785B}"/>
              </a:ext>
            </a:extLst>
          </p:cNvPr>
          <p:cNvSpPr txBox="1"/>
          <p:nvPr/>
        </p:nvSpPr>
        <p:spPr>
          <a:xfrm>
            <a:off x="1242352" y="5770277"/>
            <a:ext cx="934656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a:t>Variance augmente et les clients sont beaucoup plus nombreux à passer moins de 6 minutes pour faire leurs achats.</a:t>
            </a:r>
          </a:p>
        </p:txBody>
      </p:sp>
      <p:pic>
        <p:nvPicPr>
          <p:cNvPr id="7" name="Image 6">
            <a:extLst>
              <a:ext uri="{FF2B5EF4-FFF2-40B4-BE49-F238E27FC236}">
                <a16:creationId xmlns:a16="http://schemas.microsoft.com/office/drawing/2014/main" id="{4F138E42-FF66-5DDF-93AB-626C58984D17}"/>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1088945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09F10388-1B49-E5F1-F33C-15AAB54169E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8000"/>
          </a:xfrm>
          <a:prstGeom prst="rect">
            <a:avLst/>
          </a:prstGeom>
        </p:spPr>
      </p:pic>
      <p:sp>
        <p:nvSpPr>
          <p:cNvPr id="8" name="Titre 1">
            <a:extLst>
              <a:ext uri="{FF2B5EF4-FFF2-40B4-BE49-F238E27FC236}">
                <a16:creationId xmlns:a16="http://schemas.microsoft.com/office/drawing/2014/main" id="{9B346097-CD60-B70F-E35D-83B3B4CC3325}"/>
              </a:ext>
            </a:extLst>
          </p:cNvPr>
          <p:cNvSpPr>
            <a:spLocks noGrp="1"/>
          </p:cNvSpPr>
          <p:nvPr>
            <p:ph type="title"/>
          </p:nvPr>
        </p:nvSpPr>
        <p:spPr>
          <a:xfrm>
            <a:off x="842211" y="228699"/>
            <a:ext cx="10515600" cy="789610"/>
          </a:xfrm>
        </p:spPr>
        <p:style>
          <a:lnRef idx="2">
            <a:schemeClr val="dk1"/>
          </a:lnRef>
          <a:fillRef idx="1">
            <a:schemeClr val="lt1"/>
          </a:fillRef>
          <a:effectRef idx="0">
            <a:schemeClr val="dk1"/>
          </a:effectRef>
          <a:fontRef idx="minor">
            <a:schemeClr val="dk1"/>
          </a:fontRef>
        </p:style>
        <p:txBody>
          <a:bodyPr>
            <a:normAutofit fontScale="90000"/>
          </a:bodyPr>
          <a:lstStyle/>
          <a:p>
            <a:r>
              <a:rPr lang="fr-FR" dirty="0"/>
              <a:t>Autopsie du panier moyen : quels étaient ses liens avec le temps passé sur le site ?</a:t>
            </a:r>
          </a:p>
        </p:txBody>
      </p:sp>
      <p:sp>
        <p:nvSpPr>
          <p:cNvPr id="4" name="Espace réservé du numéro de diapositive 3">
            <a:extLst>
              <a:ext uri="{FF2B5EF4-FFF2-40B4-BE49-F238E27FC236}">
                <a16:creationId xmlns:a16="http://schemas.microsoft.com/office/drawing/2014/main" id="{9E329779-7CD0-66B6-A1BC-1B30EF625B0B}"/>
              </a:ext>
              <a:ext uri="{C183D7F6-B498-43B3-948B-1728B52AA6E4}">
                <adec:decorative xmlns:adec="http://schemas.microsoft.com/office/drawing/2017/decorative" val="1"/>
              </a:ext>
            </a:extLst>
          </p:cNvPr>
          <p:cNvSpPr>
            <a:spLocks noGrp="1"/>
          </p:cNvSpPr>
          <p:nvPr>
            <p:ph type="sldNum" sz="quarter" idx="12"/>
          </p:nvPr>
        </p:nvSpPr>
        <p:spPr/>
        <p:txBody>
          <a:bodyPr/>
          <a:lstStyle/>
          <a:p>
            <a:pPr rtl="0"/>
            <a:fld id="{B5CEABB6-07DC-46E8-9B57-56EC44A396E5}" type="slidenum">
              <a:rPr lang="fr-FR" noProof="0" smtClean="0"/>
              <a:t>6</a:t>
            </a:fld>
            <a:endParaRPr lang="fr-FR" noProof="0"/>
          </a:p>
        </p:txBody>
      </p:sp>
      <p:sp>
        <p:nvSpPr>
          <p:cNvPr id="5" name="Espace réservé du numéro de diapositive 3">
            <a:extLst>
              <a:ext uri="{FF2B5EF4-FFF2-40B4-BE49-F238E27FC236}">
                <a16:creationId xmlns:a16="http://schemas.microsoft.com/office/drawing/2014/main" id="{328F602C-7F98-4C02-99D4-ED65E00D66A4}"/>
              </a:ext>
              <a:ext uri="{C183D7F6-B498-43B3-948B-1728B52AA6E4}">
                <adec:decorative xmlns:adec="http://schemas.microsoft.com/office/drawing/2017/decorative" val="1"/>
              </a:ext>
            </a:extLst>
          </p:cNvPr>
          <p:cNvSpPr txBox="1">
            <a:spLocks/>
          </p:cNvSpPr>
          <p:nvPr/>
        </p:nvSpPr>
        <p:spPr>
          <a:xfrm>
            <a:off x="11204448" y="6492875"/>
            <a:ext cx="987552" cy="365125"/>
          </a:xfrm>
          <a:prstGeom prst="rect">
            <a:avLst/>
          </a:prstGeom>
        </p:spPr>
        <p:txBody>
          <a:bodyPr vert="horz" lIns="91440" tIns="45720" rIns="91440" bIns="45720" rtlCol="0" anchor="ctr"/>
          <a:lstStyle>
            <a:defPPr rtl="0">
              <a:defRPr lang="fr-F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pPr/>
              <a:t>6</a:t>
            </a:fld>
            <a:endParaRPr lang="fr-FR" dirty="0"/>
          </a:p>
        </p:txBody>
      </p:sp>
      <p:pic>
        <p:nvPicPr>
          <p:cNvPr id="6" name="Image 5" descr="Graphique en nuage de points montrant la relation entre le temps passé pour un achat et le panier moyen.">
            <a:extLst>
              <a:ext uri="{FF2B5EF4-FFF2-40B4-BE49-F238E27FC236}">
                <a16:creationId xmlns:a16="http://schemas.microsoft.com/office/drawing/2014/main" id="{29786476-4BDF-EE96-67CE-9A1137BB4B39}"/>
              </a:ext>
            </a:extLst>
          </p:cNvPr>
          <p:cNvPicPr>
            <a:picLocks noChangeAspect="1"/>
          </p:cNvPicPr>
          <p:nvPr/>
        </p:nvPicPr>
        <p:blipFill>
          <a:blip r:embed="rId4"/>
          <a:stretch>
            <a:fillRect/>
          </a:stretch>
        </p:blipFill>
        <p:spPr>
          <a:xfrm>
            <a:off x="3305747" y="1449761"/>
            <a:ext cx="5232517" cy="3958478"/>
          </a:xfrm>
          <a:prstGeom prst="rect">
            <a:avLst/>
          </a:prstGeom>
        </p:spPr>
      </p:pic>
      <p:sp>
        <p:nvSpPr>
          <p:cNvPr id="7" name="ZoneTexte 6">
            <a:extLst>
              <a:ext uri="{FF2B5EF4-FFF2-40B4-BE49-F238E27FC236}">
                <a16:creationId xmlns:a16="http://schemas.microsoft.com/office/drawing/2014/main" id="{672B12A8-6C11-5AE7-B843-F4233C2A8988}"/>
              </a:ext>
            </a:extLst>
          </p:cNvPr>
          <p:cNvSpPr txBox="1"/>
          <p:nvPr/>
        </p:nvSpPr>
        <p:spPr>
          <a:xfrm>
            <a:off x="1809716" y="5644362"/>
            <a:ext cx="8224581"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a:t>Forte concentration de paniers autour de 40€. </a:t>
            </a:r>
          </a:p>
          <a:p>
            <a:pPr algn="ctr"/>
            <a:r>
              <a:rPr lang="fr-FR" dirty="0"/>
              <a:t>Plus ils passent de temps sur notre site, plus ils vont avoir un panier élevé. </a:t>
            </a:r>
          </a:p>
          <a:p>
            <a:pPr algn="ctr"/>
            <a:r>
              <a:rPr lang="fr-FR" dirty="0"/>
              <a:t>Revoir la segmentation de notre base client est une priorité.</a:t>
            </a:r>
          </a:p>
        </p:txBody>
      </p:sp>
      <p:pic>
        <p:nvPicPr>
          <p:cNvPr id="9" name="Image 8">
            <a:extLst>
              <a:ext uri="{FF2B5EF4-FFF2-40B4-BE49-F238E27FC236}">
                <a16:creationId xmlns:a16="http://schemas.microsoft.com/office/drawing/2014/main" id="{A4C1BADD-9F05-A50E-1952-FF83019CB9E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3931900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634F44F-EE12-B414-A507-AEA20E8D96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7999"/>
          </a:xfrm>
          <a:prstGeom prst="rect">
            <a:avLst/>
          </a:prstGeom>
        </p:spPr>
      </p:pic>
      <p:sp>
        <p:nvSpPr>
          <p:cNvPr id="12" name="Titre 1">
            <a:extLst>
              <a:ext uri="{FF2B5EF4-FFF2-40B4-BE49-F238E27FC236}">
                <a16:creationId xmlns:a16="http://schemas.microsoft.com/office/drawing/2014/main" id="{F8A892BB-5431-CA08-0719-4F1CA5524A86}"/>
              </a:ext>
            </a:extLst>
          </p:cNvPr>
          <p:cNvSpPr>
            <a:spLocks noGrp="1"/>
          </p:cNvSpPr>
          <p:nvPr>
            <p:ph type="title"/>
          </p:nvPr>
        </p:nvSpPr>
        <p:spPr>
          <a:xfrm>
            <a:off x="969055" y="247914"/>
            <a:ext cx="10515600" cy="553052"/>
          </a:xfrm>
        </p:spPr>
        <p:style>
          <a:lnRef idx="2">
            <a:schemeClr val="dk1"/>
          </a:lnRef>
          <a:fillRef idx="1">
            <a:schemeClr val="lt1"/>
          </a:fillRef>
          <a:effectRef idx="0">
            <a:schemeClr val="dk1"/>
          </a:effectRef>
          <a:fontRef idx="minor">
            <a:schemeClr val="dk1"/>
          </a:fontRef>
        </p:style>
        <p:txBody>
          <a:bodyPr/>
          <a:lstStyle/>
          <a:p>
            <a:r>
              <a:rPr lang="fr-FR" dirty="0"/>
              <a:t>Le véritable coupable enfin démasqué !</a:t>
            </a:r>
          </a:p>
        </p:txBody>
      </p:sp>
      <p:sp>
        <p:nvSpPr>
          <p:cNvPr id="4" name="Espace réservé du numéro de diapositive 3">
            <a:extLst>
              <a:ext uri="{FF2B5EF4-FFF2-40B4-BE49-F238E27FC236}">
                <a16:creationId xmlns:a16="http://schemas.microsoft.com/office/drawing/2014/main" id="{9E329779-7CD0-66B6-A1BC-1B30EF625B0B}"/>
              </a:ext>
              <a:ext uri="{C183D7F6-B498-43B3-948B-1728B52AA6E4}">
                <adec:decorative xmlns:adec="http://schemas.microsoft.com/office/drawing/2017/decorative" val="1"/>
              </a:ext>
            </a:extLst>
          </p:cNvPr>
          <p:cNvSpPr>
            <a:spLocks noGrp="1"/>
          </p:cNvSpPr>
          <p:nvPr>
            <p:ph type="sldNum" sz="quarter" idx="12"/>
          </p:nvPr>
        </p:nvSpPr>
        <p:spPr/>
        <p:txBody>
          <a:bodyPr/>
          <a:lstStyle/>
          <a:p>
            <a:pPr rtl="0"/>
            <a:fld id="{B5CEABB6-07DC-46E8-9B57-56EC44A396E5}" type="slidenum">
              <a:rPr lang="fr-FR" noProof="0" smtClean="0"/>
              <a:t>7</a:t>
            </a:fld>
            <a:endParaRPr lang="fr-FR" noProof="0"/>
          </a:p>
        </p:txBody>
      </p:sp>
      <p:sp>
        <p:nvSpPr>
          <p:cNvPr id="2" name="Espace réservé du numéro de diapositive 3">
            <a:extLst>
              <a:ext uri="{FF2B5EF4-FFF2-40B4-BE49-F238E27FC236}">
                <a16:creationId xmlns:a16="http://schemas.microsoft.com/office/drawing/2014/main" id="{328F602C-7F98-4C02-99D4-ED65E00D66A4}"/>
              </a:ext>
              <a:ext uri="{C183D7F6-B498-43B3-948B-1728B52AA6E4}">
                <adec:decorative xmlns:adec="http://schemas.microsoft.com/office/drawing/2017/decorative" val="1"/>
              </a:ext>
            </a:extLst>
          </p:cNvPr>
          <p:cNvSpPr txBox="1">
            <a:spLocks/>
          </p:cNvSpPr>
          <p:nvPr/>
        </p:nvSpPr>
        <p:spPr>
          <a:xfrm>
            <a:off x="11204448" y="6492875"/>
            <a:ext cx="987552" cy="365125"/>
          </a:xfrm>
          <a:prstGeom prst="rect">
            <a:avLst/>
          </a:prstGeom>
        </p:spPr>
        <p:txBody>
          <a:bodyPr vert="horz" lIns="91440" tIns="45720" rIns="91440" bIns="45720" rtlCol="0" anchor="ctr"/>
          <a:lstStyle>
            <a:defPPr rtl="0">
              <a:defRPr lang="fr-FR"/>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51A1E-902D-48AF-9020-955120F399B6}" type="slidenum">
              <a:rPr lang="fr-FR" smtClean="0"/>
              <a:pPr/>
              <a:t>7</a:t>
            </a:fld>
            <a:endParaRPr lang="fr-FR" dirty="0"/>
          </a:p>
        </p:txBody>
      </p:sp>
      <p:pic>
        <p:nvPicPr>
          <p:cNvPr id="9" name="Image 8" descr="Histogramme montrant l'évolution du Chiffre d'affaire de début 2019 à février 2020.. Chaque mois est représenté par une barre divisée en catégorie (nourriture/biens de conso/high-tech) qui ont chacune une couleur différente.">
            <a:extLst>
              <a:ext uri="{FF2B5EF4-FFF2-40B4-BE49-F238E27FC236}">
                <a16:creationId xmlns:a16="http://schemas.microsoft.com/office/drawing/2014/main" id="{F58E550A-D9A8-0666-3A29-58548655973C}"/>
              </a:ext>
            </a:extLst>
          </p:cNvPr>
          <p:cNvPicPr>
            <a:picLocks noChangeAspect="1"/>
          </p:cNvPicPr>
          <p:nvPr/>
        </p:nvPicPr>
        <p:blipFill>
          <a:blip r:embed="rId4"/>
          <a:stretch>
            <a:fillRect/>
          </a:stretch>
        </p:blipFill>
        <p:spPr>
          <a:xfrm>
            <a:off x="4809325" y="957615"/>
            <a:ext cx="6067895" cy="4040459"/>
          </a:xfrm>
          <a:prstGeom prst="rect">
            <a:avLst/>
          </a:prstGeom>
        </p:spPr>
      </p:pic>
      <p:sp>
        <p:nvSpPr>
          <p:cNvPr id="10" name="ZoneTexte 9">
            <a:extLst>
              <a:ext uri="{FF2B5EF4-FFF2-40B4-BE49-F238E27FC236}">
                <a16:creationId xmlns:a16="http://schemas.microsoft.com/office/drawing/2014/main" id="{0519737F-9D2D-31DE-5686-D6F447D5D3F5}"/>
              </a:ext>
            </a:extLst>
          </p:cNvPr>
          <p:cNvSpPr txBox="1"/>
          <p:nvPr/>
        </p:nvSpPr>
        <p:spPr>
          <a:xfrm>
            <a:off x="2136300" y="5134598"/>
            <a:ext cx="8181109"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dirty="0"/>
              <a:t>Arrêt du high tech a mécaniquement fait baisser notre chiffre total. </a:t>
            </a:r>
          </a:p>
          <a:p>
            <a:pPr algn="ctr"/>
            <a:r>
              <a:rPr lang="fr-FR" dirty="0"/>
              <a:t>Biens de conso. Reste stable ~200k€/mois</a:t>
            </a:r>
          </a:p>
          <a:p>
            <a:pPr algn="ctr"/>
            <a:r>
              <a:rPr lang="fr-FR" dirty="0"/>
              <a:t>Très forte évolution de la partie nourriture (~+100k entre janvier et février ~+25%)</a:t>
            </a:r>
          </a:p>
          <a:p>
            <a:pPr algn="ctr"/>
            <a:r>
              <a:rPr lang="fr-FR" dirty="0"/>
              <a:t>Axe stratégiques : Se concentrer sur le développement de la partie nourriture et revoir la segmentation de notre clientèle.</a:t>
            </a:r>
          </a:p>
        </p:txBody>
      </p:sp>
      <p:pic>
        <p:nvPicPr>
          <p:cNvPr id="13" name="Image 12">
            <a:extLst>
              <a:ext uri="{FF2B5EF4-FFF2-40B4-BE49-F238E27FC236}">
                <a16:creationId xmlns:a16="http://schemas.microsoft.com/office/drawing/2014/main" id="{12BCD33F-C23C-C272-322D-3BD4DEA0E05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3448997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264F1F9B-35D0-9540-815E-FE1EEA0D1D9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0"/>
            <a:ext cx="12192000" cy="6858000"/>
          </a:xfrm>
          <a:prstGeom prst="rect">
            <a:avLst/>
          </a:prstGeom>
          <a:solidFill>
            <a:srgbClr val="FFFFFF"/>
          </a:solidFill>
        </p:spPr>
      </p:pic>
      <p:sp>
        <p:nvSpPr>
          <p:cNvPr id="2" name="Titre 1">
            <a:extLst>
              <a:ext uri="{FF2B5EF4-FFF2-40B4-BE49-F238E27FC236}">
                <a16:creationId xmlns:a16="http://schemas.microsoft.com/office/drawing/2014/main" id="{BCCAEE93-8585-46D4-A7EC-F184E317CB2E}"/>
              </a:ext>
            </a:extLst>
          </p:cNvPr>
          <p:cNvSpPr>
            <a:spLocks noGrp="1"/>
          </p:cNvSpPr>
          <p:nvPr>
            <p:ph type="ctrTitle"/>
          </p:nvPr>
        </p:nvSpPr>
        <p:spPr>
          <a:xfrm>
            <a:off x="4152900" y="1397754"/>
            <a:ext cx="4179570" cy="449226"/>
          </a:xfrm>
        </p:spPr>
        <p:txBody>
          <a:bodyPr rtlCol="0"/>
          <a:lstStyle/>
          <a:p>
            <a:pPr rtl="0"/>
            <a:r>
              <a:rPr lang="fr-FR" dirty="0"/>
              <a:t>MERCI et bravo !</a:t>
            </a:r>
          </a:p>
        </p:txBody>
      </p:sp>
      <p:sp>
        <p:nvSpPr>
          <p:cNvPr id="3" name="Espace réservé du contenu 2">
            <a:extLst>
              <a:ext uri="{FF2B5EF4-FFF2-40B4-BE49-F238E27FC236}">
                <a16:creationId xmlns:a16="http://schemas.microsoft.com/office/drawing/2014/main" id="{24AFFC60-19C3-4901-93F7-7AAF4C09F8C6}"/>
              </a:ext>
            </a:extLst>
          </p:cNvPr>
          <p:cNvSpPr>
            <a:spLocks noGrp="1"/>
          </p:cNvSpPr>
          <p:nvPr>
            <p:ph type="subTitle" idx="1"/>
          </p:nvPr>
        </p:nvSpPr>
        <p:spPr>
          <a:xfrm>
            <a:off x="7298471" y="4202560"/>
            <a:ext cx="4893529" cy="1408531"/>
          </a:xfrm>
          <a:solidFill>
            <a:srgbClr val="FFFFFF"/>
          </a:solidFill>
        </p:spPr>
        <p:style>
          <a:lnRef idx="2">
            <a:schemeClr val="dk1"/>
          </a:lnRef>
          <a:fillRef idx="1">
            <a:schemeClr val="lt1"/>
          </a:fillRef>
          <a:effectRef idx="0">
            <a:schemeClr val="dk1"/>
          </a:effectRef>
          <a:fontRef idx="minor">
            <a:schemeClr val="dk1"/>
          </a:fontRef>
        </p:style>
        <p:txBody>
          <a:bodyPr rtlCol="0">
            <a:normAutofit fontScale="85000" lnSpcReduction="20000"/>
          </a:bodyPr>
          <a:lstStyle/>
          <a:p>
            <a:pPr rtl="0"/>
            <a:r>
              <a:rPr lang="fr-FR" dirty="0"/>
              <a:t>Zied Belhocine</a:t>
            </a:r>
          </a:p>
          <a:p>
            <a:pPr rtl="0"/>
            <a:r>
              <a:rPr lang="fr-FR" dirty="0"/>
              <a:t>+33 6 12 34 56 78</a:t>
            </a:r>
          </a:p>
          <a:p>
            <a:pPr rtl="0"/>
            <a:r>
              <a:rPr lang="fr-FR" dirty="0"/>
              <a:t>ziedb@legrandmarche.com</a:t>
            </a:r>
          </a:p>
          <a:p>
            <a:pPr rtl="0"/>
            <a:r>
              <a:rPr lang="fr-FR" dirty="0"/>
              <a:t>www.legrandmarche.com</a:t>
            </a:r>
          </a:p>
        </p:txBody>
      </p:sp>
      <p:sp>
        <p:nvSpPr>
          <p:cNvPr id="6" name="Espace réservé du numéro de diapositive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fr-FR" smtClean="0"/>
              <a:pPr rtl="0"/>
              <a:t>8</a:t>
            </a:fld>
            <a:endParaRPr lang="fr-FR"/>
          </a:p>
        </p:txBody>
      </p:sp>
      <p:pic>
        <p:nvPicPr>
          <p:cNvPr id="7" name="Image 6">
            <a:extLst>
              <a:ext uri="{FF2B5EF4-FFF2-40B4-BE49-F238E27FC236}">
                <a16:creationId xmlns:a16="http://schemas.microsoft.com/office/drawing/2014/main" id="{2DAFD555-2984-F033-E4A1-79B51714A7F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794093" y="6206721"/>
            <a:ext cx="1127436" cy="422580"/>
          </a:xfrm>
          <a:prstGeom prst="rect">
            <a:avLst/>
          </a:prstGeom>
        </p:spPr>
      </p:pic>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g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35_TF56180624_Win32" id="{86818CA5-A7A1-4A11-825D-121ACC2F2553}" vid="{B15E7544-D123-4273-B0AB-D8F961E44E2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Argumentaire de vente clair et minimaliste</Template>
  <TotalTime>516</TotalTime>
  <Words>615</Words>
  <Application>Microsoft Office PowerPoint</Application>
  <PresentationFormat>Grand écran</PresentationFormat>
  <Paragraphs>53</Paragraphs>
  <Slides>8</Slides>
  <Notes>8</Notes>
  <HiddenSlides>1</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Calibri</vt:lpstr>
      <vt:lpstr>Tenorite</vt:lpstr>
      <vt:lpstr>Monoligne</vt:lpstr>
      <vt:lpstr>rapport mensuel Février 2020</vt:lpstr>
      <vt:lpstr>Pourquoi notre Chiffre d’affaire baisse alors que nous vendons plus ?! Menons l’enquête !</vt:lpstr>
      <vt:lpstr>le nombre de ventes a un enfant caché avec le nombre de visites : le taux de conversion.</vt:lpstr>
      <vt:lpstr>Évolution du taux de conversion au cours des 12 derniers mois</vt:lpstr>
      <vt:lpstr>Le temps passé sur le site pour un achat a un comportement étrange depuis un moment, C’est  louche !</vt:lpstr>
      <vt:lpstr>Autopsie du panier moyen : quels étaient ses liens avec le temps passé sur le site ?</vt:lpstr>
      <vt:lpstr>Le véritable coupable enfin démasqué !</vt:lpstr>
      <vt:lpstr>MERCI et bravo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Zied Belhocine</dc:creator>
  <cp:lastModifiedBy>Zied Belhocine</cp:lastModifiedBy>
  <cp:revision>2</cp:revision>
  <dcterms:created xsi:type="dcterms:W3CDTF">2026-01-08T10:01:40Z</dcterms:created>
  <dcterms:modified xsi:type="dcterms:W3CDTF">2026-01-26T20:09:21Z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