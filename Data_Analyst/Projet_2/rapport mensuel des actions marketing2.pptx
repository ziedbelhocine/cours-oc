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6" r:id="rId4"/>
  </p:sldMasterIdLst>
  <p:notesMasterIdLst>
    <p:notesMasterId r:id="rId13"/>
  </p:notesMasterIdLst>
  <p:handoutMasterIdLst>
    <p:handoutMasterId r:id="rId14"/>
  </p:handoutMasterIdLst>
  <p:sldIdLst>
    <p:sldId id="256" r:id="rId5"/>
    <p:sldId id="311" r:id="rId6"/>
    <p:sldId id="310" r:id="rId7"/>
    <p:sldId id="305" r:id="rId8"/>
    <p:sldId id="315" r:id="rId9"/>
    <p:sldId id="312" r:id="rId10"/>
    <p:sldId id="316" r:id="rId11"/>
    <p:sldId id="276" r:id="rId12"/>
  </p:sldIdLst>
  <p:sldSz cx="12192000" cy="6858000"/>
  <p:notesSz cx="6858000" cy="9144000"/>
  <p:defaultTextStyle>
    <a:defPPr rtl="0">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60"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5" name="Author" initials="A" lastIdx="0" clrIdx="4"/>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6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82930" autoAdjust="0"/>
  </p:normalViewPr>
  <p:slideViewPr>
    <p:cSldViewPr snapToGrid="0">
      <p:cViewPr varScale="1">
        <p:scale>
          <a:sx n="92" d="100"/>
          <a:sy n="92" d="100"/>
        </p:scale>
        <p:origin x="1254" y="78"/>
      </p:cViewPr>
      <p:guideLst>
        <p:guide orient="horz" pos="3360"/>
        <p:guide pos="3840"/>
      </p:guideLst>
    </p:cSldViewPr>
  </p:slideViewPr>
  <p:notesTextViewPr>
    <p:cViewPr>
      <p:scale>
        <a:sx n="1" d="1"/>
        <a:sy n="1" d="1"/>
      </p:scale>
      <p:origin x="0" y="0"/>
    </p:cViewPr>
  </p:notesTextViewPr>
  <p:notesViewPr>
    <p:cSldViewPr snapToGrid="0">
      <p:cViewPr>
        <p:scale>
          <a:sx n="1" d="2"/>
          <a:sy n="1" d="2"/>
        </p:scale>
        <p:origin x="3882" y="133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openxmlformats.org/officeDocument/2006/relationships/theme" Target="theme/theme1.xml"/><Relationship Id="rId3" Type="http://schemas.openxmlformats.org/officeDocument/2006/relationships/customXml" Target="../customXml/item3.xml"/><Relationship Id="rId21" Type="http://schemas.microsoft.com/office/2018/10/relationships/authors" Targe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commentAuthors" Target="commentAuthors.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ied Belhocine" userId="200cc0e2b299676e" providerId="LiveId" clId="{95111075-9CB2-432D-B2EF-7A052D7A8864}"/>
    <pc:docChg chg="undo custSel delSld modSld sldOrd">
      <pc:chgData name="Zied Belhocine" userId="200cc0e2b299676e" providerId="LiveId" clId="{95111075-9CB2-432D-B2EF-7A052D7A8864}" dt="2026-01-16T15:59:05.604" v="1538" actId="1076"/>
      <pc:docMkLst>
        <pc:docMk/>
      </pc:docMkLst>
      <pc:sldChg chg="del">
        <pc:chgData name="Zied Belhocine" userId="200cc0e2b299676e" providerId="LiveId" clId="{95111075-9CB2-432D-B2EF-7A052D7A8864}" dt="2026-01-16T10:22:58.938" v="249" actId="47"/>
        <pc:sldMkLst>
          <pc:docMk/>
          <pc:sldMk cId="4153042215" sldId="300"/>
        </pc:sldMkLst>
      </pc:sldChg>
      <pc:sldChg chg="del">
        <pc:chgData name="Zied Belhocine" userId="200cc0e2b299676e" providerId="LiveId" clId="{95111075-9CB2-432D-B2EF-7A052D7A8864}" dt="2026-01-16T10:08:36.281" v="7" actId="47"/>
        <pc:sldMkLst>
          <pc:docMk/>
          <pc:sldMk cId="2353362535" sldId="306"/>
        </pc:sldMkLst>
      </pc:sldChg>
      <pc:sldChg chg="del">
        <pc:chgData name="Zied Belhocine" userId="200cc0e2b299676e" providerId="LiveId" clId="{95111075-9CB2-432D-B2EF-7A052D7A8864}" dt="2026-01-16T10:23:01.942" v="250" actId="47"/>
        <pc:sldMkLst>
          <pc:docMk/>
          <pc:sldMk cId="1250150470" sldId="308"/>
        </pc:sldMkLst>
      </pc:sldChg>
      <pc:sldChg chg="del">
        <pc:chgData name="Zied Belhocine" userId="200cc0e2b299676e" providerId="LiveId" clId="{95111075-9CB2-432D-B2EF-7A052D7A8864}" dt="2026-01-16T10:07:42.314" v="1" actId="47"/>
        <pc:sldMkLst>
          <pc:docMk/>
          <pc:sldMk cId="392528271" sldId="309"/>
        </pc:sldMkLst>
      </pc:sldChg>
      <pc:sldChg chg="addSp delSp modSp mod modNotesTx">
        <pc:chgData name="Zied Belhocine" userId="200cc0e2b299676e" providerId="LiveId" clId="{95111075-9CB2-432D-B2EF-7A052D7A8864}" dt="2026-01-16T15:56:54.462" v="1518" actId="313"/>
        <pc:sldMkLst>
          <pc:docMk/>
          <pc:sldMk cId="1077389057" sldId="310"/>
        </pc:sldMkLst>
        <pc:spChg chg="add mod">
          <ac:chgData name="Zied Belhocine" userId="200cc0e2b299676e" providerId="LiveId" clId="{95111075-9CB2-432D-B2EF-7A052D7A8864}" dt="2026-01-16T15:51:46.209" v="1493" actId="20577"/>
          <ac:spMkLst>
            <pc:docMk/>
            <pc:sldMk cId="1077389057" sldId="310"/>
            <ac:spMk id="3" creationId="{E2966769-D94D-CDC9-2F0C-2EE5E89A32C7}"/>
          </ac:spMkLst>
        </pc:spChg>
        <pc:spChg chg="del mod">
          <ac:chgData name="Zied Belhocine" userId="200cc0e2b299676e" providerId="LiveId" clId="{95111075-9CB2-432D-B2EF-7A052D7A8864}" dt="2026-01-16T15:48:58.707" v="1449" actId="478"/>
          <ac:spMkLst>
            <pc:docMk/>
            <pc:sldMk cId="1077389057" sldId="310"/>
            <ac:spMk id="7" creationId="{E503D5C8-EABC-8DB3-766D-2D8D43C29F2E}"/>
          </ac:spMkLst>
        </pc:spChg>
        <pc:spChg chg="mod">
          <ac:chgData name="Zied Belhocine" userId="200cc0e2b299676e" providerId="LiveId" clId="{95111075-9CB2-432D-B2EF-7A052D7A8864}" dt="2026-01-16T15:53:44.409" v="1494" actId="1076"/>
          <ac:spMkLst>
            <pc:docMk/>
            <pc:sldMk cId="1077389057" sldId="310"/>
            <ac:spMk id="8" creationId="{4F487A6A-202B-34F2-3157-3A0DB7CFF017}"/>
          </ac:spMkLst>
        </pc:spChg>
        <pc:picChg chg="add mod ord">
          <ac:chgData name="Zied Belhocine" userId="200cc0e2b299676e" providerId="LiveId" clId="{95111075-9CB2-432D-B2EF-7A052D7A8864}" dt="2026-01-16T15:48:45.838" v="1444" actId="1076"/>
          <ac:picMkLst>
            <pc:docMk/>
            <pc:sldMk cId="1077389057" sldId="310"/>
            <ac:picMk id="2" creationId="{91BADD17-2D01-BF0B-8651-44CA7D3E90CA}"/>
          </ac:picMkLst>
        </pc:picChg>
        <pc:picChg chg="mod">
          <ac:chgData name="Zied Belhocine" userId="200cc0e2b299676e" providerId="LiveId" clId="{95111075-9CB2-432D-B2EF-7A052D7A8864}" dt="2026-01-16T15:48:56.832" v="1448" actId="1076"/>
          <ac:picMkLst>
            <pc:docMk/>
            <pc:sldMk cId="1077389057" sldId="310"/>
            <ac:picMk id="6" creationId="{2415FE7D-904B-B539-B403-F92F79825ED8}"/>
          </ac:picMkLst>
        </pc:picChg>
        <pc:picChg chg="add del mod">
          <ac:chgData name="Zied Belhocine" userId="200cc0e2b299676e" providerId="LiveId" clId="{95111075-9CB2-432D-B2EF-7A052D7A8864}" dt="2026-01-16T10:21:32.452" v="238" actId="21"/>
          <ac:picMkLst>
            <pc:docMk/>
            <pc:sldMk cId="1077389057" sldId="310"/>
            <ac:picMk id="11" creationId="{DB5E87F0-B975-281F-8F51-F476FD212770}"/>
          </ac:picMkLst>
        </pc:picChg>
        <pc:picChg chg="add del mod">
          <ac:chgData name="Zied Belhocine" userId="200cc0e2b299676e" providerId="LiveId" clId="{95111075-9CB2-432D-B2EF-7A052D7A8864}" dt="2026-01-16T10:37:37.672" v="350" actId="478"/>
          <ac:picMkLst>
            <pc:docMk/>
            <pc:sldMk cId="1077389057" sldId="310"/>
            <ac:picMk id="12" creationId="{7D117CC0-F17D-D221-DFBC-1C7463B111E2}"/>
          </ac:picMkLst>
        </pc:picChg>
      </pc:sldChg>
      <pc:sldChg chg="addSp delSp modSp mod modNotesTx">
        <pc:chgData name="Zied Belhocine" userId="200cc0e2b299676e" providerId="LiveId" clId="{95111075-9CB2-432D-B2EF-7A052D7A8864}" dt="2026-01-16T15:46:48.387" v="1423" actId="1076"/>
        <pc:sldMkLst>
          <pc:docMk/>
          <pc:sldMk cId="97789807" sldId="311"/>
        </pc:sldMkLst>
        <pc:spChg chg="mod">
          <ac:chgData name="Zied Belhocine" userId="200cc0e2b299676e" providerId="LiveId" clId="{95111075-9CB2-432D-B2EF-7A052D7A8864}" dt="2026-01-16T15:45:49.493" v="1415" actId="13822"/>
          <ac:spMkLst>
            <pc:docMk/>
            <pc:sldMk cId="97789807" sldId="311"/>
            <ac:spMk id="10" creationId="{0519737F-9D2D-31DE-5686-D6F447D5D3F5}"/>
          </ac:spMkLst>
        </pc:spChg>
        <pc:spChg chg="mod">
          <ac:chgData name="Zied Belhocine" userId="200cc0e2b299676e" providerId="LiveId" clId="{95111075-9CB2-432D-B2EF-7A052D7A8864}" dt="2026-01-16T15:45:54.917" v="1416" actId="1076"/>
          <ac:spMkLst>
            <pc:docMk/>
            <pc:sldMk cId="97789807" sldId="311"/>
            <ac:spMk id="12" creationId="{F8A892BB-5431-CA08-0719-4F1CA5524A86}"/>
          </ac:spMkLst>
        </pc:spChg>
        <pc:graphicFrameChg chg="add del mod modGraphic">
          <ac:chgData name="Zied Belhocine" userId="200cc0e2b299676e" providerId="LiveId" clId="{95111075-9CB2-432D-B2EF-7A052D7A8864}" dt="2026-01-16T10:35:58.328" v="328" actId="931"/>
          <ac:graphicFrameMkLst>
            <pc:docMk/>
            <pc:sldMk cId="97789807" sldId="311"/>
            <ac:graphicFrameMk id="9" creationId="{B34F884C-268B-76EF-D3AA-5B4A642C2F36}"/>
          </ac:graphicFrameMkLst>
        </pc:graphicFrameChg>
        <pc:picChg chg="add del mod ord">
          <ac:chgData name="Zied Belhocine" userId="200cc0e2b299676e" providerId="LiveId" clId="{95111075-9CB2-432D-B2EF-7A052D7A8864}" dt="2026-01-16T15:45:09.909" v="1405" actId="478"/>
          <ac:picMkLst>
            <pc:docMk/>
            <pc:sldMk cId="97789807" sldId="311"/>
            <ac:picMk id="3" creationId="{39E1605E-C959-AA6D-7B85-4E19EF0C68C2}"/>
          </ac:picMkLst>
        </pc:picChg>
        <pc:picChg chg="mod">
          <ac:chgData name="Zied Belhocine" userId="200cc0e2b299676e" providerId="LiveId" clId="{95111075-9CB2-432D-B2EF-7A052D7A8864}" dt="2026-01-16T15:46:48.387" v="1423" actId="1076"/>
          <ac:picMkLst>
            <pc:docMk/>
            <pc:sldMk cId="97789807" sldId="311"/>
            <ac:picMk id="6" creationId="{1644FE99-D60F-F9B7-54F1-E7C63F4B7639}"/>
          </ac:picMkLst>
        </pc:picChg>
        <pc:picChg chg="add del">
          <ac:chgData name="Zied Belhocine" userId="200cc0e2b299676e" providerId="LiveId" clId="{95111075-9CB2-432D-B2EF-7A052D7A8864}" dt="2026-01-16T15:44:52.849" v="1402" actId="478"/>
          <ac:picMkLst>
            <pc:docMk/>
            <pc:sldMk cId="97789807" sldId="311"/>
            <ac:picMk id="7" creationId="{D596ED2B-98DB-9924-2268-B98773F53022}"/>
          </ac:picMkLst>
        </pc:picChg>
        <pc:picChg chg="add del mod ord">
          <ac:chgData name="Zied Belhocine" userId="200cc0e2b299676e" providerId="LiveId" clId="{95111075-9CB2-432D-B2EF-7A052D7A8864}" dt="2026-01-16T15:46:34.029" v="1419" actId="478"/>
          <ac:picMkLst>
            <pc:docMk/>
            <pc:sldMk cId="97789807" sldId="311"/>
            <ac:picMk id="8" creationId="{755580F9-A4CA-666B-6AE7-94682B7791FF}"/>
          </ac:picMkLst>
        </pc:picChg>
        <pc:picChg chg="add del mod">
          <ac:chgData name="Zied Belhocine" userId="200cc0e2b299676e" providerId="LiveId" clId="{95111075-9CB2-432D-B2EF-7A052D7A8864}" dt="2026-01-16T10:37:32.732" v="348" actId="478"/>
          <ac:picMkLst>
            <pc:docMk/>
            <pc:sldMk cId="97789807" sldId="311"/>
            <ac:picMk id="8" creationId="{7EEA219C-8FBA-0ECB-A4A0-08D54E8BADDA}"/>
          </ac:picMkLst>
        </pc:picChg>
        <pc:picChg chg="add mod ord">
          <ac:chgData name="Zied Belhocine" userId="200cc0e2b299676e" providerId="LiveId" clId="{95111075-9CB2-432D-B2EF-7A052D7A8864}" dt="2026-01-16T15:46:44.181" v="1422" actId="167"/>
          <ac:picMkLst>
            <pc:docMk/>
            <pc:sldMk cId="97789807" sldId="311"/>
            <ac:picMk id="9" creationId="{73E60735-DA78-FDD1-C307-5A6F583D7873}"/>
          </ac:picMkLst>
        </pc:picChg>
      </pc:sldChg>
      <pc:sldChg chg="addSp delSp modSp mod modNotesTx">
        <pc:chgData name="Zied Belhocine" userId="200cc0e2b299676e" providerId="LiveId" clId="{95111075-9CB2-432D-B2EF-7A052D7A8864}" dt="2026-01-16T15:58:58.023" v="1537" actId="1076"/>
        <pc:sldMkLst>
          <pc:docMk/>
          <pc:sldMk cId="3931900636" sldId="312"/>
        </pc:sldMkLst>
        <pc:spChg chg="mod">
          <ac:chgData name="Zied Belhocine" userId="200cc0e2b299676e" providerId="LiveId" clId="{95111075-9CB2-432D-B2EF-7A052D7A8864}" dt="2026-01-16T15:56:29.402" v="1514" actId="1076"/>
          <ac:spMkLst>
            <pc:docMk/>
            <pc:sldMk cId="3931900636" sldId="312"/>
            <ac:spMk id="7" creationId="{672B12A8-6C11-5AE7-B843-F4233C2A8988}"/>
          </ac:spMkLst>
        </pc:spChg>
        <pc:spChg chg="mod">
          <ac:chgData name="Zied Belhocine" userId="200cc0e2b299676e" providerId="LiveId" clId="{95111075-9CB2-432D-B2EF-7A052D7A8864}" dt="2026-01-16T15:56:40.608" v="1517" actId="14100"/>
          <ac:spMkLst>
            <pc:docMk/>
            <pc:sldMk cId="3931900636" sldId="312"/>
            <ac:spMk id="8" creationId="{9B346097-CD60-B70F-E35D-83B3B4CC3325}"/>
          </ac:spMkLst>
        </pc:spChg>
        <pc:graphicFrameChg chg="add del mod modGraphic">
          <ac:chgData name="Zied Belhocine" userId="200cc0e2b299676e" providerId="LiveId" clId="{95111075-9CB2-432D-B2EF-7A052D7A8864}" dt="2026-01-16T10:37:45.090" v="354" actId="478"/>
          <ac:graphicFrameMkLst>
            <pc:docMk/>
            <pc:sldMk cId="3931900636" sldId="312"/>
            <ac:graphicFrameMk id="12" creationId="{B624A9EF-D4C8-404E-A4C0-DF2EE9991174}"/>
          </ac:graphicFrameMkLst>
        </pc:graphicFrameChg>
        <pc:picChg chg="add mod ord">
          <ac:chgData name="Zied Belhocine" userId="200cc0e2b299676e" providerId="LiveId" clId="{95111075-9CB2-432D-B2EF-7A052D7A8864}" dt="2026-01-16T15:56:10.181" v="1508" actId="167"/>
          <ac:picMkLst>
            <pc:docMk/>
            <pc:sldMk cId="3931900636" sldId="312"/>
            <ac:picMk id="2" creationId="{09F10388-1B49-E5F1-F33C-15AAB54169E6}"/>
          </ac:picMkLst>
        </pc:picChg>
        <pc:picChg chg="mod">
          <ac:chgData name="Zied Belhocine" userId="200cc0e2b299676e" providerId="LiveId" clId="{95111075-9CB2-432D-B2EF-7A052D7A8864}" dt="2026-01-16T15:58:58.023" v="1537" actId="1076"/>
          <ac:picMkLst>
            <pc:docMk/>
            <pc:sldMk cId="3931900636" sldId="312"/>
            <ac:picMk id="6" creationId="{29786476-4BDF-EE96-67CE-9A1137BB4B39}"/>
          </ac:picMkLst>
        </pc:picChg>
        <pc:picChg chg="add del mod">
          <ac:chgData name="Zied Belhocine" userId="200cc0e2b299676e" providerId="LiveId" clId="{95111075-9CB2-432D-B2EF-7A052D7A8864}" dt="2026-01-16T10:36:28.299" v="334" actId="478"/>
          <ac:picMkLst>
            <pc:docMk/>
            <pc:sldMk cId="3931900636" sldId="312"/>
            <ac:picMk id="11" creationId="{C1464D82-1669-F020-CC89-1B30577D8FAB}"/>
          </ac:picMkLst>
        </pc:picChg>
      </pc:sldChg>
      <pc:sldChg chg="addSp delSp modSp mod ord modNotesTx">
        <pc:chgData name="Zied Belhocine" userId="200cc0e2b299676e" providerId="LiveId" clId="{95111075-9CB2-432D-B2EF-7A052D7A8864}" dt="2026-01-16T15:54:37.684" v="1504" actId="13822"/>
        <pc:sldMkLst>
          <pc:docMk/>
          <pc:sldMk cId="1088945588" sldId="315"/>
        </pc:sldMkLst>
        <pc:spChg chg="mod">
          <ac:chgData name="Zied Belhocine" userId="200cc0e2b299676e" providerId="LiveId" clId="{95111075-9CB2-432D-B2EF-7A052D7A8864}" dt="2026-01-16T15:54:37.684" v="1504" actId="13822"/>
          <ac:spMkLst>
            <pc:docMk/>
            <pc:sldMk cId="1088945588" sldId="315"/>
            <ac:spMk id="5" creationId="{EF0CD643-2533-5CD6-2446-CB3E7AD4785B}"/>
          </ac:spMkLst>
        </pc:spChg>
        <pc:spChg chg="mod">
          <ac:chgData name="Zied Belhocine" userId="200cc0e2b299676e" providerId="LiveId" clId="{95111075-9CB2-432D-B2EF-7A052D7A8864}" dt="2026-01-16T15:54:29.041" v="1500" actId="13822"/>
          <ac:spMkLst>
            <pc:docMk/>
            <pc:sldMk cId="1088945588" sldId="315"/>
            <ac:spMk id="6" creationId="{B638DCEF-0E7B-FF5A-E4B0-9C14906D4760}"/>
          </ac:spMkLst>
        </pc:spChg>
        <pc:graphicFrameChg chg="add del mod modGraphic">
          <ac:chgData name="Zied Belhocine" userId="200cc0e2b299676e" providerId="LiveId" clId="{95111075-9CB2-432D-B2EF-7A052D7A8864}" dt="2026-01-16T10:37:41.244" v="352" actId="478"/>
          <ac:graphicFrameMkLst>
            <pc:docMk/>
            <pc:sldMk cId="1088945588" sldId="315"/>
            <ac:graphicFrameMk id="10" creationId="{B42EADAD-A41F-5482-90C2-09FDD28E3035}"/>
          </ac:graphicFrameMkLst>
        </pc:graphicFrameChg>
        <pc:picChg chg="mod">
          <ac:chgData name="Zied Belhocine" userId="200cc0e2b299676e" providerId="LiveId" clId="{95111075-9CB2-432D-B2EF-7A052D7A8864}" dt="2026-01-16T15:54:34.177" v="1503" actId="1076"/>
          <ac:picMkLst>
            <pc:docMk/>
            <pc:sldMk cId="1088945588" sldId="315"/>
            <ac:picMk id="3" creationId="{2CFC9D1A-A636-6112-F50A-51C38D5FEE45}"/>
          </ac:picMkLst>
        </pc:picChg>
        <pc:picChg chg="add mod ord">
          <ac:chgData name="Zied Belhocine" userId="200cc0e2b299676e" providerId="LiveId" clId="{95111075-9CB2-432D-B2EF-7A052D7A8864}" dt="2026-01-16T15:54:25.050" v="1499" actId="167"/>
          <ac:picMkLst>
            <pc:docMk/>
            <pc:sldMk cId="1088945588" sldId="315"/>
            <ac:picMk id="8" creationId="{CB10F013-983D-675C-D56E-A2788D88D6F0}"/>
          </ac:picMkLst>
        </pc:picChg>
        <pc:picChg chg="add del mod">
          <ac:chgData name="Zied Belhocine" userId="200cc0e2b299676e" providerId="LiveId" clId="{95111075-9CB2-432D-B2EF-7A052D7A8864}" dt="2026-01-16T10:21:36.877" v="240" actId="478"/>
          <ac:picMkLst>
            <pc:docMk/>
            <pc:sldMk cId="1088945588" sldId="315"/>
            <ac:picMk id="9" creationId="{57E57ED5-CD64-1B14-23E3-7FCF91202B81}"/>
          </ac:picMkLst>
        </pc:picChg>
        <pc:picChg chg="add del mod">
          <ac:chgData name="Zied Belhocine" userId="200cc0e2b299676e" providerId="LiveId" clId="{95111075-9CB2-432D-B2EF-7A052D7A8864}" dt="2026-01-16T10:33:42.972" v="299" actId="478"/>
          <ac:picMkLst>
            <pc:docMk/>
            <pc:sldMk cId="1088945588" sldId="315"/>
            <ac:picMk id="11" creationId="{DB5E87F0-B975-281F-8F51-F476FD212770}"/>
          </ac:picMkLst>
        </pc:picChg>
      </pc:sldChg>
      <pc:sldChg chg="addSp delSp modSp mod modNotesTx">
        <pc:chgData name="Zied Belhocine" userId="200cc0e2b299676e" providerId="LiveId" clId="{95111075-9CB2-432D-B2EF-7A052D7A8864}" dt="2026-01-16T15:59:05.604" v="1538" actId="1076"/>
        <pc:sldMkLst>
          <pc:docMk/>
          <pc:sldMk cId="3448997346" sldId="316"/>
        </pc:sldMkLst>
        <pc:spChg chg="mod">
          <ac:chgData name="Zied Belhocine" userId="200cc0e2b299676e" providerId="LiveId" clId="{95111075-9CB2-432D-B2EF-7A052D7A8864}" dt="2026-01-16T15:58:15.525" v="1530" actId="13822"/>
          <ac:spMkLst>
            <pc:docMk/>
            <pc:sldMk cId="3448997346" sldId="316"/>
            <ac:spMk id="10" creationId="{0519737F-9D2D-31DE-5686-D6F447D5D3F5}"/>
          </ac:spMkLst>
        </pc:spChg>
        <pc:spChg chg="mod">
          <ac:chgData name="Zied Belhocine" userId="200cc0e2b299676e" providerId="LiveId" clId="{95111075-9CB2-432D-B2EF-7A052D7A8864}" dt="2026-01-16T15:58:11.079" v="1529" actId="13822"/>
          <ac:spMkLst>
            <pc:docMk/>
            <pc:sldMk cId="3448997346" sldId="316"/>
            <ac:spMk id="12" creationId="{F8A892BB-5431-CA08-0719-4F1CA5524A86}"/>
          </ac:spMkLst>
        </pc:spChg>
        <pc:graphicFrameChg chg="add del mod modGraphic">
          <ac:chgData name="Zied Belhocine" userId="200cc0e2b299676e" providerId="LiveId" clId="{95111075-9CB2-432D-B2EF-7A052D7A8864}" dt="2026-01-16T10:37:49.092" v="356" actId="478"/>
          <ac:graphicFrameMkLst>
            <pc:docMk/>
            <pc:sldMk cId="3448997346" sldId="316"/>
            <ac:graphicFrameMk id="6" creationId="{3C56D24C-9C0B-0A53-98BE-DE4FC6F7B096}"/>
          </ac:graphicFrameMkLst>
        </pc:graphicFrameChg>
        <pc:picChg chg="add del mod">
          <ac:chgData name="Zied Belhocine" userId="200cc0e2b299676e" providerId="LiveId" clId="{95111075-9CB2-432D-B2EF-7A052D7A8864}" dt="2026-01-16T15:57:54.468" v="1522" actId="478"/>
          <ac:picMkLst>
            <pc:docMk/>
            <pc:sldMk cId="3448997346" sldId="316"/>
            <ac:picMk id="3" creationId="{1FE2B4B9-68BA-C9D7-A217-601DBB5B4915}"/>
          </ac:picMkLst>
        </pc:picChg>
        <pc:picChg chg="add mod ord">
          <ac:chgData name="Zied Belhocine" userId="200cc0e2b299676e" providerId="LiveId" clId="{95111075-9CB2-432D-B2EF-7A052D7A8864}" dt="2026-01-16T15:58:03.859" v="1526" actId="167"/>
          <ac:picMkLst>
            <pc:docMk/>
            <pc:sldMk cId="3448997346" sldId="316"/>
            <ac:picMk id="5" creationId="{3634F44F-EE12-B414-A507-AEA20E8D9640}"/>
          </ac:picMkLst>
        </pc:picChg>
        <pc:picChg chg="add del mod">
          <ac:chgData name="Zied Belhocine" userId="200cc0e2b299676e" providerId="LiveId" clId="{95111075-9CB2-432D-B2EF-7A052D7A8864}" dt="2026-01-16T10:37:19.590" v="346" actId="478"/>
          <ac:picMkLst>
            <pc:docMk/>
            <pc:sldMk cId="3448997346" sldId="316"/>
            <ac:picMk id="5" creationId="{F6AAF315-03DB-0CE7-0762-44512D335C08}"/>
          </ac:picMkLst>
        </pc:picChg>
        <pc:picChg chg="mod">
          <ac:chgData name="Zied Belhocine" userId="200cc0e2b299676e" providerId="LiveId" clId="{95111075-9CB2-432D-B2EF-7A052D7A8864}" dt="2026-01-16T15:59:05.604" v="1538" actId="1076"/>
          <ac:picMkLst>
            <pc:docMk/>
            <pc:sldMk cId="3448997346" sldId="316"/>
            <ac:picMk id="9" creationId="{F58E550A-D9A8-0666-3A29-58548655973C}"/>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53F6ED8B-CF52-4A64-BACC-61D9C1041E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a:extLst>
              <a:ext uri="{FF2B5EF4-FFF2-40B4-BE49-F238E27FC236}">
                <a16:creationId xmlns:a16="http://schemas.microsoft.com/office/drawing/2014/main" id="{0D7022B2-02C5-4E03-99BC-0BA3C57AC49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996F3730-8562-4D7F-A2D1-B258C4FC42CB}" type="datetime1">
              <a:rPr lang="fr-FR" smtClean="0"/>
              <a:t>16/01/2026</a:t>
            </a:fld>
            <a:endParaRPr lang="fr-FR"/>
          </a:p>
        </p:txBody>
      </p:sp>
      <p:sp>
        <p:nvSpPr>
          <p:cNvPr id="4" name="Espace réservé du pied de page 3">
            <a:extLst>
              <a:ext uri="{FF2B5EF4-FFF2-40B4-BE49-F238E27FC236}">
                <a16:creationId xmlns:a16="http://schemas.microsoft.com/office/drawing/2014/main" id="{BC3FEE8C-8D38-4F2A-950E-071C6823E2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a:extLst>
              <a:ext uri="{FF2B5EF4-FFF2-40B4-BE49-F238E27FC236}">
                <a16:creationId xmlns:a16="http://schemas.microsoft.com/office/drawing/2014/main" id="{8C567A6D-959B-4552-AB8D-4CCA819CAA7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4BF9A36D-7FAC-478F-9944-F324014F6FD1}" type="slidenum">
              <a:rPr lang="fr-FR" smtClean="0"/>
              <a:t>‹N°›</a:t>
            </a:fld>
            <a:endParaRPr lang="fr-FR"/>
          </a:p>
        </p:txBody>
      </p:sp>
    </p:spTree>
    <p:extLst>
      <p:ext uri="{BB962C8B-B14F-4D97-AF65-F5344CB8AC3E}">
        <p14:creationId xmlns:p14="http://schemas.microsoft.com/office/powerpoint/2010/main" val="134246769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28B237-C4D2-43EE-AC18-AA163EB3D7BC}" type="datetime1">
              <a:rPr lang="fr-FR" smtClean="0"/>
              <a:pPr/>
              <a:t>16/01/2026</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D4B9A9E5-4F7F-4A7D-9DE1-899232329269}" type="slidenum">
              <a:rPr lang="fr-FR" noProof="0" smtClean="0"/>
              <a:t>‹N°›</a:t>
            </a:fld>
            <a:endParaRPr lang="fr-FR" noProof="0"/>
          </a:p>
        </p:txBody>
      </p:sp>
    </p:spTree>
    <p:extLst>
      <p:ext uri="{BB962C8B-B14F-4D97-AF65-F5344CB8AC3E}">
        <p14:creationId xmlns:p14="http://schemas.microsoft.com/office/powerpoint/2010/main" val="138778318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smtClean="0"/>
              <a:t>1</a:t>
            </a:fld>
            <a:endParaRPr lang="fr-FR"/>
          </a:p>
        </p:txBody>
      </p:sp>
    </p:spTree>
    <p:extLst>
      <p:ext uri="{BB962C8B-B14F-4D97-AF65-F5344CB8AC3E}">
        <p14:creationId xmlns:p14="http://schemas.microsoft.com/office/powerpoint/2010/main" val="26370113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Avant propos  on se met dans la peau d’un inspecteur et on va élucider cette affaire en procédant de manière méthodique. Interroger les témoins, vérifier les alibis et analyser les pièces à conviction.</a:t>
            </a:r>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Expliquer le graph : premiers suspect les ventes qui se portent bien mais on sait qu’elles ont une relation avec le nombre de visites.</a:t>
            </a:r>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noProof="0" smtClean="0"/>
              <a:t>2</a:t>
            </a:fld>
            <a:endParaRPr lang="fr-FR" noProof="0"/>
          </a:p>
        </p:txBody>
      </p:sp>
    </p:spTree>
    <p:extLst>
      <p:ext uri="{BB962C8B-B14F-4D97-AF65-F5344CB8AC3E}">
        <p14:creationId xmlns:p14="http://schemas.microsoft.com/office/powerpoint/2010/main" val="34094399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On a peut être une piste ici avec le nombre de visite qui augmente de manière exponentielle. La conséquence est un taux de conversion  faible qu’on gagnerait à améliorer!</a:t>
            </a:r>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noProof="0" smtClean="0"/>
              <a:t>3</a:t>
            </a:fld>
            <a:endParaRPr lang="fr-FR" noProof="0"/>
          </a:p>
        </p:txBody>
      </p:sp>
    </p:spTree>
    <p:extLst>
      <p:ext uri="{BB962C8B-B14F-4D97-AF65-F5344CB8AC3E}">
        <p14:creationId xmlns:p14="http://schemas.microsoft.com/office/powerpoint/2010/main" val="36039707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Cela a eu un impact fort sur le taux de conversion qui est divisé par deux entre juillet et février (0,10 à 0,05). Néanmoins, il y a une tendance de stabilisation sur les deux derniers mois et décroit moins rapidement que le taux de conversion augmente, c’est bon signe.</a:t>
            </a:r>
          </a:p>
          <a:p>
            <a:endParaRPr lang="fr-FR" dirty="0"/>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smtClean="0"/>
              <a:t>4</a:t>
            </a:fld>
            <a:endParaRPr lang="fr-FR"/>
          </a:p>
        </p:txBody>
      </p:sp>
    </p:spTree>
    <p:extLst>
      <p:ext uri="{BB962C8B-B14F-4D97-AF65-F5344CB8AC3E}">
        <p14:creationId xmlns:p14="http://schemas.microsoft.com/office/powerpoint/2010/main" val="26400482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Le temps passé sur el site a un comportement étrange : Expliquer les boîtes à moustache et expliquer que l’affluence </a:t>
            </a:r>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noProof="0" smtClean="0"/>
              <a:t>5</a:t>
            </a:fld>
            <a:endParaRPr lang="fr-FR" noProof="0"/>
          </a:p>
        </p:txBody>
      </p:sp>
    </p:spTree>
    <p:extLst>
      <p:ext uri="{BB962C8B-B14F-4D97-AF65-F5344CB8AC3E}">
        <p14:creationId xmlns:p14="http://schemas.microsoft.com/office/powerpoint/2010/main" val="28292962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On peut voir ici que plus ils passent de temps sur notre site, plus ils vont avoir un panier élevé. </a:t>
            </a:r>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noProof="0" smtClean="0"/>
              <a:t>6</a:t>
            </a:fld>
            <a:endParaRPr lang="fr-FR" noProof="0"/>
          </a:p>
        </p:txBody>
      </p:sp>
    </p:spTree>
    <p:extLst>
      <p:ext uri="{BB962C8B-B14F-4D97-AF65-F5344CB8AC3E}">
        <p14:creationId xmlns:p14="http://schemas.microsoft.com/office/powerpoint/2010/main" val="37470081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t>L’année dernière, nous avons tourné la page du High Tech pour concentrer nos efforts sur la nourriture et les biens de consommation (juillet 2019). Cet arrêt du high tech a mécaniquement fait baisser notre chiffre total. Cependant l’évolution de la partie nourriture est très encourageante.</a:t>
            </a:r>
          </a:p>
          <a:p>
            <a:endParaRPr lang="fr-FR" dirty="0"/>
          </a:p>
        </p:txBody>
      </p:sp>
      <p:sp>
        <p:nvSpPr>
          <p:cNvPr id="4" name="Espace réservé du numéro de diapositive 3"/>
          <p:cNvSpPr>
            <a:spLocks noGrp="1"/>
          </p:cNvSpPr>
          <p:nvPr>
            <p:ph type="sldNum" sz="quarter" idx="5"/>
          </p:nvPr>
        </p:nvSpPr>
        <p:spPr/>
        <p:txBody>
          <a:bodyPr/>
          <a:lstStyle/>
          <a:p>
            <a:pPr rtl="0"/>
            <a:fld id="{D4B9A9E5-4F7F-4A7D-9DE1-899232329269}" type="slidenum">
              <a:rPr lang="fr-FR" noProof="0" smtClean="0"/>
              <a:t>7</a:t>
            </a:fld>
            <a:endParaRPr lang="fr-FR" noProof="0"/>
          </a:p>
        </p:txBody>
      </p:sp>
    </p:spTree>
    <p:extLst>
      <p:ext uri="{BB962C8B-B14F-4D97-AF65-F5344CB8AC3E}">
        <p14:creationId xmlns:p14="http://schemas.microsoft.com/office/powerpoint/2010/main" val="6032217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D4B9A9E5-4F7F-4A7D-9DE1-899232329269}" type="slidenum">
              <a:rPr lang="fr-FR" smtClean="0"/>
              <a:t>8</a:t>
            </a:fld>
            <a:endParaRPr lang="fr-FR"/>
          </a:p>
        </p:txBody>
      </p:sp>
    </p:spTree>
    <p:extLst>
      <p:ext uri="{BB962C8B-B14F-4D97-AF65-F5344CB8AC3E}">
        <p14:creationId xmlns:p14="http://schemas.microsoft.com/office/powerpoint/2010/main" val="17032820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20.svg"/><Relationship Id="rId2" Type="http://schemas.openxmlformats.org/officeDocument/2006/relationships/image" Target="../media/image15.png"/><Relationship Id="rId1" Type="http://schemas.openxmlformats.org/officeDocument/2006/relationships/slideMaster" Target="../slideMasters/slideMaster1.xml"/><Relationship Id="rId6" Type="http://schemas.openxmlformats.org/officeDocument/2006/relationships/image" Target="../media/image19.png"/><Relationship Id="rId5" Type="http://schemas.openxmlformats.org/officeDocument/2006/relationships/image" Target="../media/image18.svg"/><Relationship Id="rId4" Type="http://schemas.openxmlformats.org/officeDocument/2006/relationships/image" Target="../media/image17.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bg>
      <p:bgPr>
        <a:solidFill>
          <a:schemeClr val="accent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16040" y="4434840"/>
            <a:ext cx="4941771" cy="1122202"/>
          </a:xfrm>
        </p:spPr>
        <p:txBody>
          <a:bodyPr rtlCol="0" anchor="b">
            <a:noAutofit/>
          </a:bodyPr>
          <a:lstStyle>
            <a:lvl1pPr algn="l">
              <a:defRPr sz="3600" cap="all" spc="150" baseline="0">
                <a:solidFill>
                  <a:schemeClr val="tx1">
                    <a:lumMod val="75000"/>
                    <a:lumOff val="25000"/>
                  </a:schemeClr>
                </a:solidFill>
              </a:defRPr>
            </a:lvl1pPr>
          </a:lstStyle>
          <a:p>
            <a:pPr rtl="0"/>
            <a:r>
              <a:rPr lang="fr-FR" noProof="0"/>
              <a:t>CLIQUEZ POUR MODIFIER LE STYLE DU TITRE DU MASQUE</a:t>
            </a:r>
          </a:p>
        </p:txBody>
      </p:sp>
      <p:sp>
        <p:nvSpPr>
          <p:cNvPr id="3" name="Sous-titre 2">
            <a:extLst>
              <a:ext uri="{FF2B5EF4-FFF2-40B4-BE49-F238E27FC236}">
                <a16:creationId xmlns:a16="http://schemas.microsoft.com/office/drawing/2014/main" id="{55457758-A125-4CEA-A3D5-CBD010417BD2}"/>
              </a:ext>
            </a:extLst>
          </p:cNvPr>
          <p:cNvSpPr>
            <a:spLocks noGrp="1"/>
          </p:cNvSpPr>
          <p:nvPr>
            <p:ph type="subTitle" idx="1"/>
          </p:nvPr>
        </p:nvSpPr>
        <p:spPr>
          <a:xfrm>
            <a:off x="6416041" y="5586890"/>
            <a:ext cx="4941770" cy="396660"/>
          </a:xfrm>
        </p:spPr>
        <p:txBody>
          <a:bodyPr rtlCol="0">
            <a:normAutofit/>
          </a:bodyPr>
          <a:lstStyle>
            <a:lvl1pPr marL="0" indent="0" algn="l">
              <a:lnSpc>
                <a:spcPct val="100000"/>
              </a:lnSpc>
              <a:buNone/>
              <a:defRPr sz="16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fr-FR" noProof="0"/>
              <a:t>Modifiez le style des sous-titres du masque</a:t>
            </a:r>
          </a:p>
        </p:txBody>
      </p:sp>
      <p:pic>
        <p:nvPicPr>
          <p:cNvPr id="8" name="Graphisme 7">
            <a:extLst>
              <a:ext uri="{FF2B5EF4-FFF2-40B4-BE49-F238E27FC236}">
                <a16:creationId xmlns:a16="http://schemas.microsoft.com/office/drawing/2014/main" id="{A04F1E16-9A84-4D0E-9706-79C396AF6AE6}"/>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l="9358" t="23650" b="-1"/>
          <a:stretch/>
        </p:blipFill>
        <p:spPr>
          <a:xfrm>
            <a:off x="0" y="0"/>
            <a:ext cx="9488312" cy="5054323"/>
          </a:xfrm>
          <a:prstGeom prst="rect">
            <a:avLst/>
          </a:prstGeom>
        </p:spPr>
      </p:pic>
    </p:spTree>
    <p:extLst>
      <p:ext uri="{BB962C8B-B14F-4D97-AF65-F5344CB8AC3E}">
        <p14:creationId xmlns:p14="http://schemas.microsoft.com/office/powerpoint/2010/main" val="9131086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Programme">
    <p:bg>
      <p:bgPr>
        <a:solidFill>
          <a:schemeClr val="bg1"/>
        </a:solidFill>
        <a:effectLst/>
      </p:bgPr>
    </p:bg>
    <p:spTree>
      <p:nvGrpSpPr>
        <p:cNvPr id="1" name=""/>
        <p:cNvGrpSpPr/>
        <p:nvPr/>
      </p:nvGrpSpPr>
      <p:grpSpPr>
        <a:xfrm>
          <a:off x="0" y="0"/>
          <a:ext cx="0" cy="0"/>
          <a:chOff x="0" y="0"/>
          <a:chExt cx="0" cy="0"/>
        </a:xfrm>
      </p:grpSpPr>
      <p:pic>
        <p:nvPicPr>
          <p:cNvPr id="8" name="Graphisme 7">
            <a:extLst>
              <a:ext uri="{FF2B5EF4-FFF2-40B4-BE49-F238E27FC236}">
                <a16:creationId xmlns:a16="http://schemas.microsoft.com/office/drawing/2014/main" id="{D514C6BF-376E-43E8-881D-2E767426990A}"/>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t="18301" r="28341" b="23071"/>
          <a:stretch/>
        </p:blipFill>
        <p:spPr>
          <a:xfrm>
            <a:off x="5488815" y="0"/>
            <a:ext cx="6703185" cy="6858000"/>
          </a:xfrm>
          <a:prstGeom prst="rect">
            <a:avLst/>
          </a:prstGeom>
        </p:spPr>
      </p:pic>
      <p:sp>
        <p:nvSpPr>
          <p:cNvPr id="2" name="Titr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499" y="1020445"/>
            <a:ext cx="3171825" cy="1325563"/>
          </a:xfrm>
        </p:spPr>
        <p:txBody>
          <a:bodyPr rtlCol="0" anchor="b">
            <a:normAutofit/>
          </a:bodyPr>
          <a:lstStyle>
            <a:lvl1pPr>
              <a:defRPr sz="2800" spc="150" baseline="0">
                <a:solidFill>
                  <a:schemeClr val="tx1">
                    <a:lumMod val="75000"/>
                    <a:lumOff val="25000"/>
                  </a:schemeClr>
                </a:solidFill>
              </a:defRPr>
            </a:lvl1pPr>
          </a:lstStyle>
          <a:p>
            <a:pPr rtl="0"/>
            <a:r>
              <a:rPr lang="fr-FR" noProof="0"/>
              <a:t>CLIQUEZ POUR MODIFIER LE STYLE DU TITRE DU MASQUE</a:t>
            </a:r>
          </a:p>
        </p:txBody>
      </p:sp>
      <p:sp>
        <p:nvSpPr>
          <p:cNvPr id="3" name="Espace réservé du contenu 2">
            <a:extLst>
              <a:ext uri="{FF2B5EF4-FFF2-40B4-BE49-F238E27FC236}">
                <a16:creationId xmlns:a16="http://schemas.microsoft.com/office/drawing/2014/main" id="{2DA41CE6-5A88-4C5C-B2A4-6A5D2153B16F}"/>
              </a:ext>
            </a:extLst>
          </p:cNvPr>
          <p:cNvSpPr>
            <a:spLocks noGrp="1"/>
          </p:cNvSpPr>
          <p:nvPr>
            <p:ph idx="1" hasCustomPrompt="1"/>
          </p:nvPr>
        </p:nvSpPr>
        <p:spPr>
          <a:xfrm>
            <a:off x="1333499" y="2924175"/>
            <a:ext cx="3171825" cy="2519363"/>
          </a:xfrm>
        </p:spPr>
        <p:txBody>
          <a:bodyPr rtlCol="0">
            <a:normAutofit/>
          </a:bodyPr>
          <a:lstStyle>
            <a:lvl1pPr marL="0" indent="0">
              <a:lnSpc>
                <a:spcPct val="120000"/>
              </a:lnSpc>
              <a:spcBef>
                <a:spcPts val="1000"/>
              </a:spcBef>
              <a:buNone/>
              <a:defRPr sz="1400">
                <a:solidFill>
                  <a:schemeClr val="tx1">
                    <a:lumMod val="75000"/>
                    <a:lumOff val="25000"/>
                  </a:schemeClr>
                </a:solidFill>
              </a:defRPr>
            </a:lvl1pPr>
            <a:lvl2pPr marL="457200" indent="0">
              <a:lnSpc>
                <a:spcPct val="120000"/>
              </a:lnSpc>
              <a:spcBef>
                <a:spcPts val="1000"/>
              </a:spcBef>
              <a:buNone/>
              <a:defRPr sz="1400">
                <a:solidFill>
                  <a:schemeClr val="tx1">
                    <a:lumMod val="75000"/>
                    <a:lumOff val="25000"/>
                  </a:schemeClr>
                </a:solidFill>
              </a:defRPr>
            </a:lvl2pPr>
            <a:lvl3pPr marL="914400" indent="0">
              <a:lnSpc>
                <a:spcPct val="120000"/>
              </a:lnSpc>
              <a:spcBef>
                <a:spcPts val="1000"/>
              </a:spcBef>
              <a:buNone/>
              <a:defRPr sz="1400">
                <a:solidFill>
                  <a:schemeClr val="tx1">
                    <a:lumMod val="75000"/>
                    <a:lumOff val="25000"/>
                  </a:schemeClr>
                </a:solidFill>
              </a:defRPr>
            </a:lvl3pPr>
            <a:lvl4pPr marL="1371600" indent="0">
              <a:lnSpc>
                <a:spcPct val="120000"/>
              </a:lnSpc>
              <a:spcBef>
                <a:spcPts val="1000"/>
              </a:spcBef>
              <a:buNone/>
              <a:defRPr sz="1400">
                <a:solidFill>
                  <a:schemeClr val="tx1">
                    <a:lumMod val="75000"/>
                    <a:lumOff val="25000"/>
                  </a:schemeClr>
                </a:solidFill>
              </a:defRPr>
            </a:lvl4pPr>
            <a:lvl5pPr marL="1828800" indent="0">
              <a:lnSpc>
                <a:spcPct val="120000"/>
              </a:lnSpc>
              <a:spcBef>
                <a:spcPts val="1000"/>
              </a:spcBef>
              <a:buNone/>
              <a:defRPr sz="140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a:extLst>
              <a:ext uri="{FF2B5EF4-FFF2-40B4-BE49-F238E27FC236}">
                <a16:creationId xmlns:a16="http://schemas.microsoft.com/office/drawing/2014/main" id="{A39F5093-3C53-4152-B8FE-0522E0795269}"/>
              </a:ext>
            </a:extLst>
          </p:cNvPr>
          <p:cNvSpPr>
            <a:spLocks noGrp="1"/>
          </p:cNvSpPr>
          <p:nvPr>
            <p:ph type="dt" sz="half" idx="10"/>
          </p:nvPr>
        </p:nvSpPr>
        <p:spPr>
          <a:xfrm>
            <a:off x="1333500" y="6356350"/>
            <a:ext cx="985157" cy="365125"/>
          </a:xfrm>
        </p:spPr>
        <p:txBody>
          <a:bodyPr rtlCol="0"/>
          <a:lstStyle>
            <a:lvl1pPr>
              <a:defRPr sz="900"/>
            </a:lvl1pPr>
          </a:lstStyle>
          <a:p>
            <a:pPr rtl="0"/>
            <a:r>
              <a:rPr lang="fr-FR" noProof="0"/>
              <a:t>20XX</a:t>
            </a:r>
          </a:p>
        </p:txBody>
      </p:sp>
      <p:sp>
        <p:nvSpPr>
          <p:cNvPr id="5" name="Espace réservé du pied de page 4">
            <a:extLst>
              <a:ext uri="{FF2B5EF4-FFF2-40B4-BE49-F238E27FC236}">
                <a16:creationId xmlns:a16="http://schemas.microsoft.com/office/drawing/2014/main" id="{7727F11D-8AF8-44D6-A48B-D8C7779B8B08}"/>
              </a:ext>
            </a:extLst>
          </p:cNvPr>
          <p:cNvSpPr>
            <a:spLocks noGrp="1"/>
          </p:cNvSpPr>
          <p:nvPr>
            <p:ph type="ftr" sz="quarter" idx="11"/>
          </p:nvPr>
        </p:nvSpPr>
        <p:spPr>
          <a:xfrm>
            <a:off x="2669886" y="6356349"/>
            <a:ext cx="2482842" cy="365125"/>
          </a:xfrm>
        </p:spPr>
        <p:txBody>
          <a:bodyPr rtlCol="0"/>
          <a:lstStyle>
            <a:lvl1pPr>
              <a:defRPr sz="900"/>
            </a:lvl1pPr>
          </a:lstStyle>
          <a:p>
            <a:pPr rtl="0"/>
            <a:r>
              <a:rPr lang="fr-FR" noProof="0"/>
              <a:t>Pitch Deck</a:t>
            </a:r>
          </a:p>
        </p:txBody>
      </p:sp>
      <p:sp>
        <p:nvSpPr>
          <p:cNvPr id="6" name="Espace réservé du numéro de diapositive 5">
            <a:extLst>
              <a:ext uri="{FF2B5EF4-FFF2-40B4-BE49-F238E27FC236}">
                <a16:creationId xmlns:a16="http://schemas.microsoft.com/office/drawing/2014/main" id="{658C0879-6B0F-4AF6-A997-EC61DA8964AE}"/>
              </a:ext>
            </a:extLst>
          </p:cNvPr>
          <p:cNvSpPr>
            <a:spLocks noGrp="1"/>
          </p:cNvSpPr>
          <p:nvPr>
            <p:ph type="sldNum" sz="quarter" idx="12"/>
          </p:nvPr>
        </p:nvSpPr>
        <p:spPr>
          <a:xfrm>
            <a:off x="5536305" y="6356350"/>
            <a:ext cx="987552"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2631270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hronologie">
    <p:spTree>
      <p:nvGrpSpPr>
        <p:cNvPr id="1" name=""/>
        <p:cNvGrpSpPr/>
        <p:nvPr/>
      </p:nvGrpSpPr>
      <p:grpSpPr>
        <a:xfrm>
          <a:off x="0" y="0"/>
          <a:ext cx="0" cy="0"/>
          <a:chOff x="0" y="0"/>
          <a:chExt cx="0" cy="0"/>
        </a:xfrm>
      </p:grpSpPr>
      <p:sp>
        <p:nvSpPr>
          <p:cNvPr id="12" name="Graphisme 10">
            <a:extLst>
              <a:ext uri="{FF2B5EF4-FFF2-40B4-BE49-F238E27FC236}">
                <a16:creationId xmlns:a16="http://schemas.microsoft.com/office/drawing/2014/main" id="{9D2AF524-D4B4-4A3A-9CE4-EDAFE1D5A37B}"/>
              </a:ext>
              <a:ext uri="{C183D7F6-B498-43B3-948B-1728B52AA6E4}">
                <adec:decorative xmlns:adec="http://schemas.microsoft.com/office/drawing/2017/decorative" val="1"/>
              </a:ext>
            </a:extLst>
          </p:cNvPr>
          <p:cNvSpPr/>
          <p:nvPr/>
        </p:nvSpPr>
        <p:spPr>
          <a:xfrm>
            <a:off x="2113884" y="0"/>
            <a:ext cx="10078116" cy="6858000"/>
          </a:xfrm>
          <a:custGeom>
            <a:avLst/>
            <a:gdLst>
              <a:gd name="connsiteX0" fmla="*/ 3793236 w 10078116"/>
              <a:gd name="connsiteY0" fmla="*/ 6858000 h 6858000"/>
              <a:gd name="connsiteX1" fmla="*/ 0 w 10078116"/>
              <a:gd name="connsiteY1" fmla="*/ 0 h 6858000"/>
              <a:gd name="connsiteX2" fmla="*/ 10078116 w 10078116"/>
              <a:gd name="connsiteY2" fmla="*/ 0 h 6858000"/>
              <a:gd name="connsiteX3" fmla="*/ 10078116 w 10078116"/>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0078116" h="6858000">
                <a:moveTo>
                  <a:pt x="3793236" y="6858000"/>
                </a:moveTo>
                <a:lnTo>
                  <a:pt x="0" y="0"/>
                </a:lnTo>
                <a:lnTo>
                  <a:pt x="10078116" y="0"/>
                </a:lnTo>
                <a:lnTo>
                  <a:pt x="10078116" y="6858000"/>
                </a:lnTo>
                <a:close/>
              </a:path>
            </a:pathLst>
          </a:custGeom>
          <a:solidFill>
            <a:schemeClr val="accent1"/>
          </a:solidFill>
          <a:ln w="9525" cap="flat">
            <a:noFill/>
            <a:prstDash val="solid"/>
            <a:miter/>
          </a:ln>
        </p:spPr>
        <p:txBody>
          <a:bodyPr rtlCol="0" anchor="ctr"/>
          <a:lstStyle/>
          <a:p>
            <a:pPr rtl="0"/>
            <a:endParaRPr lang="fr-FR" noProof="0"/>
          </a:p>
        </p:txBody>
      </p:sp>
      <p:sp>
        <p:nvSpPr>
          <p:cNvPr id="2" name="Titre 1">
            <a:extLst>
              <a:ext uri="{FF2B5EF4-FFF2-40B4-BE49-F238E27FC236}">
                <a16:creationId xmlns:a16="http://schemas.microsoft.com/office/drawing/2014/main" id="{6E3987A5-99A6-4B33-BAAF-53159635382E}"/>
              </a:ext>
            </a:extLst>
          </p:cNvPr>
          <p:cNvSpPr>
            <a:spLocks noGrp="1"/>
          </p:cNvSpPr>
          <p:nvPr>
            <p:ph type="title" hasCustomPrompt="1"/>
          </p:nvPr>
        </p:nvSpPr>
        <p:spPr>
          <a:xfrm>
            <a:off x="838200" y="5509419"/>
            <a:ext cx="4082142" cy="585788"/>
          </a:xfrm>
        </p:spPr>
        <p:txBody>
          <a:bodyPr rtlCol="0">
            <a:normAutofit/>
          </a:bodyPr>
          <a:lstStyle>
            <a:lvl1pP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ICI POUR MODIFIER LE TITRE</a:t>
            </a:r>
          </a:p>
        </p:txBody>
      </p:sp>
      <p:sp>
        <p:nvSpPr>
          <p:cNvPr id="16" name="Espace réservé du texte 15">
            <a:extLst>
              <a:ext uri="{FF2B5EF4-FFF2-40B4-BE49-F238E27FC236}">
                <a16:creationId xmlns:a16="http://schemas.microsoft.com/office/drawing/2014/main" id="{3BABF6CA-407C-4BF0-8234-1321A676E756}"/>
              </a:ext>
            </a:extLst>
          </p:cNvPr>
          <p:cNvSpPr>
            <a:spLocks noGrp="1"/>
          </p:cNvSpPr>
          <p:nvPr>
            <p:ph type="body" sz="quarter" idx="13" hasCustomPrompt="1"/>
          </p:nvPr>
        </p:nvSpPr>
        <p:spPr>
          <a:xfrm>
            <a:off x="148318" y="1481138"/>
            <a:ext cx="2141764" cy="514350"/>
          </a:xfrm>
        </p:spPr>
        <p:txBody>
          <a:bodyPr rtlCol="0" anchor="ctr">
            <a:noAutofit/>
          </a:bodyPr>
          <a:lstStyle>
            <a:lvl1pPr marL="0" indent="0" algn="r">
              <a:buNone/>
              <a:defRPr sz="1600" cap="all" spc="150" baseline="0">
                <a:solidFill>
                  <a:schemeClr val="tx1">
                    <a:lumMod val="75000"/>
                    <a:lumOff val="25000"/>
                  </a:schemeClr>
                </a:solidFill>
              </a:defRPr>
            </a:lvl1pPr>
          </a:lstStyle>
          <a:p>
            <a:pPr lvl="0" rtl="0"/>
            <a:r>
              <a:rPr lang="fr-FR" noProof="0"/>
              <a:t>CLIQUEZ ICI POUR MODIFIER LES STYLES DU TEXTE</a:t>
            </a:r>
          </a:p>
        </p:txBody>
      </p:sp>
      <p:sp>
        <p:nvSpPr>
          <p:cNvPr id="17" name="Espace réservé du texte 15">
            <a:extLst>
              <a:ext uri="{FF2B5EF4-FFF2-40B4-BE49-F238E27FC236}">
                <a16:creationId xmlns:a16="http://schemas.microsoft.com/office/drawing/2014/main" id="{76D8129B-5B68-421C-968C-3663C86EFC7C}"/>
              </a:ext>
            </a:extLst>
          </p:cNvPr>
          <p:cNvSpPr>
            <a:spLocks noGrp="1"/>
          </p:cNvSpPr>
          <p:nvPr>
            <p:ph type="body" sz="quarter" idx="14" hasCustomPrompt="1"/>
          </p:nvPr>
        </p:nvSpPr>
        <p:spPr>
          <a:xfrm>
            <a:off x="714375" y="2557463"/>
            <a:ext cx="2141764" cy="514350"/>
          </a:xfrm>
        </p:spPr>
        <p:txBody>
          <a:bodyPr rtlCol="0" anchor="ctr">
            <a:noAutofit/>
          </a:bodyPr>
          <a:lstStyle>
            <a:lvl1pPr marL="0" indent="0" algn="r">
              <a:buNone/>
              <a:defRPr sz="1600" cap="all" spc="150" baseline="0">
                <a:solidFill>
                  <a:schemeClr val="tx1">
                    <a:lumMod val="75000"/>
                    <a:lumOff val="25000"/>
                  </a:schemeClr>
                </a:solidFill>
              </a:defRPr>
            </a:lvl1pPr>
          </a:lstStyle>
          <a:p>
            <a:pPr lvl="0" rtl="0"/>
            <a:r>
              <a:rPr lang="fr-FR" noProof="0"/>
              <a:t>CLIQUEZ ICI POUR MODIFIER LES STYLES DU TEXTE</a:t>
            </a:r>
          </a:p>
        </p:txBody>
      </p:sp>
      <p:sp>
        <p:nvSpPr>
          <p:cNvPr id="18" name="Espace réservé du texte 15">
            <a:extLst>
              <a:ext uri="{FF2B5EF4-FFF2-40B4-BE49-F238E27FC236}">
                <a16:creationId xmlns:a16="http://schemas.microsoft.com/office/drawing/2014/main" id="{6C741DCA-8EBD-44F5-9D38-E938A628ADCD}"/>
              </a:ext>
            </a:extLst>
          </p:cNvPr>
          <p:cNvSpPr>
            <a:spLocks noGrp="1"/>
          </p:cNvSpPr>
          <p:nvPr>
            <p:ph type="body" sz="quarter" idx="15" hasCustomPrompt="1"/>
          </p:nvPr>
        </p:nvSpPr>
        <p:spPr>
          <a:xfrm>
            <a:off x="1320800" y="3633788"/>
            <a:ext cx="2141764" cy="514350"/>
          </a:xfrm>
        </p:spPr>
        <p:txBody>
          <a:bodyPr rtlCol="0" anchor="ctr">
            <a:noAutofit/>
          </a:bodyPr>
          <a:lstStyle>
            <a:lvl1pPr marL="0" indent="0" algn="r">
              <a:buNone/>
              <a:defRPr sz="1600" cap="all" spc="150" baseline="0">
                <a:solidFill>
                  <a:schemeClr val="tx1">
                    <a:lumMod val="75000"/>
                    <a:lumOff val="25000"/>
                  </a:schemeClr>
                </a:solidFill>
              </a:defRPr>
            </a:lvl1pPr>
          </a:lstStyle>
          <a:p>
            <a:pPr lvl="0" rtl="0"/>
            <a:r>
              <a:rPr lang="fr-FR" noProof="0"/>
              <a:t>CLIQUEZ ICI POUR MODIFIER LES STYLES DU TEXTE</a:t>
            </a:r>
          </a:p>
        </p:txBody>
      </p:sp>
      <p:sp>
        <p:nvSpPr>
          <p:cNvPr id="19" name="Espace réservé du texte 15">
            <a:extLst>
              <a:ext uri="{FF2B5EF4-FFF2-40B4-BE49-F238E27FC236}">
                <a16:creationId xmlns:a16="http://schemas.microsoft.com/office/drawing/2014/main" id="{5C43C6B1-A1BD-4A90-8B4B-F361C1BEDD26}"/>
              </a:ext>
            </a:extLst>
          </p:cNvPr>
          <p:cNvSpPr>
            <a:spLocks noGrp="1"/>
          </p:cNvSpPr>
          <p:nvPr>
            <p:ph type="body" sz="quarter" idx="16" hasCustomPrompt="1"/>
          </p:nvPr>
        </p:nvSpPr>
        <p:spPr>
          <a:xfrm>
            <a:off x="1905000" y="4710114"/>
            <a:ext cx="2141764" cy="514350"/>
          </a:xfrm>
        </p:spPr>
        <p:txBody>
          <a:bodyPr rtlCol="0" anchor="ctr">
            <a:noAutofit/>
          </a:bodyPr>
          <a:lstStyle>
            <a:lvl1pPr marL="0" indent="0" algn="r">
              <a:buNone/>
              <a:defRPr sz="1600" cap="all" spc="150" baseline="0">
                <a:solidFill>
                  <a:schemeClr val="tx1">
                    <a:lumMod val="75000"/>
                    <a:lumOff val="25000"/>
                  </a:schemeClr>
                </a:solidFill>
              </a:defRPr>
            </a:lvl1pPr>
          </a:lstStyle>
          <a:p>
            <a:pPr lvl="0" rtl="0"/>
            <a:r>
              <a:rPr lang="fr-FR" noProof="0"/>
              <a:t>CLIQUEZ ICI POUR MODIFIER LES STYLES DU TEXTE</a:t>
            </a:r>
          </a:p>
        </p:txBody>
      </p:sp>
      <p:sp>
        <p:nvSpPr>
          <p:cNvPr id="34" name="Espace réservé du texte 15">
            <a:extLst>
              <a:ext uri="{FF2B5EF4-FFF2-40B4-BE49-F238E27FC236}">
                <a16:creationId xmlns:a16="http://schemas.microsoft.com/office/drawing/2014/main" id="{0C66E1BD-33F0-4B94-BF94-CD4698F85C3D}"/>
              </a:ext>
            </a:extLst>
          </p:cNvPr>
          <p:cNvSpPr>
            <a:spLocks noGrp="1"/>
          </p:cNvSpPr>
          <p:nvPr>
            <p:ph type="body" sz="quarter" idx="17" hasCustomPrompt="1"/>
          </p:nvPr>
        </p:nvSpPr>
        <p:spPr>
          <a:xfrm>
            <a:off x="4401535" y="1594478"/>
            <a:ext cx="5539095" cy="1010842"/>
          </a:xfrm>
        </p:spPr>
        <p:txBody>
          <a:bodyPr rtlCol="0" anchor="t">
            <a:normAutofit/>
          </a:bodyPr>
          <a:lstStyle>
            <a:lvl1pPr marL="0" indent="0" algn="l">
              <a:lnSpc>
                <a:spcPct val="100000"/>
              </a:lnSpc>
              <a:buNone/>
              <a:defRPr sz="1400" spc="50" baseline="0">
                <a:solidFill>
                  <a:schemeClr val="tx1">
                    <a:lumMod val="75000"/>
                    <a:lumOff val="25000"/>
                  </a:schemeClr>
                </a:solidFill>
              </a:defRPr>
            </a:lvl1pPr>
          </a:lstStyle>
          <a:p>
            <a:pPr lvl="0" rtl="0"/>
            <a:r>
              <a:rPr lang="fr-FR" noProof="0"/>
              <a:t>Cliquez ici pour modifier le style du texte</a:t>
            </a:r>
          </a:p>
        </p:txBody>
      </p:sp>
      <p:sp>
        <p:nvSpPr>
          <p:cNvPr id="35" name="Espace réservé du texte 15">
            <a:extLst>
              <a:ext uri="{FF2B5EF4-FFF2-40B4-BE49-F238E27FC236}">
                <a16:creationId xmlns:a16="http://schemas.microsoft.com/office/drawing/2014/main" id="{2D4661B1-6559-407A-9AEC-A46A0570AE8F}"/>
              </a:ext>
            </a:extLst>
          </p:cNvPr>
          <p:cNvSpPr>
            <a:spLocks noGrp="1"/>
          </p:cNvSpPr>
          <p:nvPr>
            <p:ph type="body" sz="quarter" idx="18" hasCustomPrompt="1"/>
          </p:nvPr>
        </p:nvSpPr>
        <p:spPr>
          <a:xfrm>
            <a:off x="4986028" y="2682564"/>
            <a:ext cx="5539095" cy="1010842"/>
          </a:xfrm>
        </p:spPr>
        <p:txBody>
          <a:bodyPr rtlCol="0" anchor="t">
            <a:normAutofit/>
          </a:bodyPr>
          <a:lstStyle>
            <a:lvl1pPr marL="0" indent="0" algn="l">
              <a:lnSpc>
                <a:spcPct val="100000"/>
              </a:lnSpc>
              <a:buNone/>
              <a:defRPr sz="1400" spc="50" baseline="0">
                <a:solidFill>
                  <a:schemeClr val="tx1">
                    <a:lumMod val="75000"/>
                    <a:lumOff val="25000"/>
                  </a:schemeClr>
                </a:solidFill>
              </a:defRPr>
            </a:lvl1pPr>
          </a:lstStyle>
          <a:p>
            <a:pPr lvl="0" rtl="0"/>
            <a:r>
              <a:rPr lang="fr-FR" noProof="0"/>
              <a:t>Cliquez ici pour modifier le style du texte</a:t>
            </a:r>
          </a:p>
        </p:txBody>
      </p:sp>
      <p:sp>
        <p:nvSpPr>
          <p:cNvPr id="36" name="Espace réservé du texte 15">
            <a:extLst>
              <a:ext uri="{FF2B5EF4-FFF2-40B4-BE49-F238E27FC236}">
                <a16:creationId xmlns:a16="http://schemas.microsoft.com/office/drawing/2014/main" id="{DCC983F7-6A25-42C0-811C-EA32138C5B80}"/>
              </a:ext>
            </a:extLst>
          </p:cNvPr>
          <p:cNvSpPr>
            <a:spLocks noGrp="1"/>
          </p:cNvSpPr>
          <p:nvPr>
            <p:ph type="body" sz="quarter" idx="19" hasCustomPrompt="1"/>
          </p:nvPr>
        </p:nvSpPr>
        <p:spPr>
          <a:xfrm>
            <a:off x="5576937" y="3755394"/>
            <a:ext cx="5539095" cy="1010842"/>
          </a:xfrm>
        </p:spPr>
        <p:txBody>
          <a:bodyPr rtlCol="0" anchor="t">
            <a:normAutofit/>
          </a:bodyPr>
          <a:lstStyle>
            <a:lvl1pPr marL="0" indent="0" algn="l">
              <a:lnSpc>
                <a:spcPct val="100000"/>
              </a:lnSpc>
              <a:buNone/>
              <a:defRPr sz="1400" spc="50" baseline="0">
                <a:solidFill>
                  <a:schemeClr val="tx1">
                    <a:lumMod val="75000"/>
                    <a:lumOff val="25000"/>
                  </a:schemeClr>
                </a:solidFill>
              </a:defRPr>
            </a:lvl1pPr>
          </a:lstStyle>
          <a:p>
            <a:pPr lvl="0" rtl="0"/>
            <a:r>
              <a:rPr lang="fr-FR" noProof="0"/>
              <a:t>Cliquez ici pour modifier le style du texte</a:t>
            </a:r>
          </a:p>
        </p:txBody>
      </p:sp>
      <p:sp>
        <p:nvSpPr>
          <p:cNvPr id="37" name="Espace réservé du texte 15">
            <a:extLst>
              <a:ext uri="{FF2B5EF4-FFF2-40B4-BE49-F238E27FC236}">
                <a16:creationId xmlns:a16="http://schemas.microsoft.com/office/drawing/2014/main" id="{E83DA0EB-27DD-416A-8DA5-4AFDC8587E5C}"/>
              </a:ext>
            </a:extLst>
          </p:cNvPr>
          <p:cNvSpPr>
            <a:spLocks noGrp="1"/>
          </p:cNvSpPr>
          <p:nvPr>
            <p:ph type="body" sz="quarter" idx="20" hasCustomPrompt="1"/>
          </p:nvPr>
        </p:nvSpPr>
        <p:spPr>
          <a:xfrm>
            <a:off x="6175279" y="4824430"/>
            <a:ext cx="5539095" cy="1010842"/>
          </a:xfrm>
        </p:spPr>
        <p:txBody>
          <a:bodyPr rtlCol="0" anchor="t">
            <a:normAutofit/>
          </a:bodyPr>
          <a:lstStyle>
            <a:lvl1pPr marL="0" indent="0" algn="l">
              <a:lnSpc>
                <a:spcPct val="100000"/>
              </a:lnSpc>
              <a:buNone/>
              <a:defRPr sz="1400" spc="50" baseline="0">
                <a:solidFill>
                  <a:schemeClr val="tx1">
                    <a:lumMod val="75000"/>
                    <a:lumOff val="25000"/>
                  </a:schemeClr>
                </a:solidFill>
              </a:defRPr>
            </a:lvl1pPr>
          </a:lstStyle>
          <a:p>
            <a:pPr lvl="0" rtl="0"/>
            <a:r>
              <a:rPr lang="fr-FR" noProof="0"/>
              <a:t>Cliquez ici pour modifier le style du texte</a:t>
            </a:r>
          </a:p>
        </p:txBody>
      </p:sp>
      <p:cxnSp>
        <p:nvCxnSpPr>
          <p:cNvPr id="3" name="Connecteur droit 2">
            <a:extLst>
              <a:ext uri="{FF2B5EF4-FFF2-40B4-BE49-F238E27FC236}">
                <a16:creationId xmlns:a16="http://schemas.microsoft.com/office/drawing/2014/main" id="{D3795F91-C721-4363-956D-756673AE7957}"/>
              </a:ext>
              <a:ext uri="{C183D7F6-B498-43B3-948B-1728B52AA6E4}">
                <adec:decorative xmlns:adec="http://schemas.microsoft.com/office/drawing/2017/decorative" val="1"/>
              </a:ext>
            </a:extLst>
          </p:cNvPr>
          <p:cNvCxnSpPr>
            <a:cxnSpLocks/>
          </p:cNvCxnSpPr>
          <p:nvPr/>
        </p:nvCxnSpPr>
        <p:spPr>
          <a:xfrm>
            <a:off x="4353515" y="502393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4" name="Connecteur droit 3">
            <a:extLst>
              <a:ext uri="{FF2B5EF4-FFF2-40B4-BE49-F238E27FC236}">
                <a16:creationId xmlns:a16="http://schemas.microsoft.com/office/drawing/2014/main" id="{8AC14461-E27D-413D-B31A-47B74646AF25}"/>
              </a:ext>
              <a:ext uri="{C183D7F6-B498-43B3-948B-1728B52AA6E4}">
                <adec:decorative xmlns:adec="http://schemas.microsoft.com/office/drawing/2017/decorative" val="1"/>
              </a:ext>
            </a:extLst>
          </p:cNvPr>
          <p:cNvCxnSpPr>
            <a:cxnSpLocks/>
          </p:cNvCxnSpPr>
          <p:nvPr/>
        </p:nvCxnSpPr>
        <p:spPr>
          <a:xfrm>
            <a:off x="3759917" y="3948451"/>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8" name="Connecteur droit 7">
            <a:extLst>
              <a:ext uri="{FF2B5EF4-FFF2-40B4-BE49-F238E27FC236}">
                <a16:creationId xmlns:a16="http://schemas.microsoft.com/office/drawing/2014/main" id="{4D6AEA4C-7710-4829-BA87-8DD77F15932C}"/>
              </a:ext>
              <a:ext uri="{C183D7F6-B498-43B3-948B-1728B52AA6E4}">
                <adec:decorative xmlns:adec="http://schemas.microsoft.com/office/drawing/2017/decorative" val="1"/>
              </a:ext>
            </a:extLst>
          </p:cNvPr>
          <p:cNvCxnSpPr>
            <a:cxnSpLocks/>
          </p:cNvCxnSpPr>
          <p:nvPr/>
        </p:nvCxnSpPr>
        <p:spPr>
          <a:xfrm>
            <a:off x="3173453" y="2872686"/>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cxnSp>
        <p:nvCxnSpPr>
          <p:cNvPr id="9" name="Connecteur droit 8">
            <a:extLst>
              <a:ext uri="{FF2B5EF4-FFF2-40B4-BE49-F238E27FC236}">
                <a16:creationId xmlns:a16="http://schemas.microsoft.com/office/drawing/2014/main" id="{E9BD473E-6203-491C-87AC-54AC0AB23333}"/>
              </a:ext>
              <a:ext uri="{C183D7F6-B498-43B3-948B-1728B52AA6E4}">
                <adec:decorative xmlns:adec="http://schemas.microsoft.com/office/drawing/2017/decorative" val="1"/>
              </a:ext>
            </a:extLst>
          </p:cNvPr>
          <p:cNvCxnSpPr>
            <a:cxnSpLocks/>
          </p:cNvCxnSpPr>
          <p:nvPr/>
        </p:nvCxnSpPr>
        <p:spPr>
          <a:xfrm>
            <a:off x="2586263" y="1796083"/>
            <a:ext cx="1513211" cy="0"/>
          </a:xfrm>
          <a:prstGeom prst="line">
            <a:avLst/>
          </a:prstGeom>
          <a:ln w="6350">
            <a:solidFill>
              <a:schemeClr val="accent1">
                <a:lumMod val="75000"/>
              </a:schemeClr>
            </a:solidFill>
          </a:ln>
        </p:spPr>
        <p:style>
          <a:lnRef idx="1">
            <a:schemeClr val="accent5"/>
          </a:lnRef>
          <a:fillRef idx="0">
            <a:schemeClr val="accent5"/>
          </a:fillRef>
          <a:effectRef idx="0">
            <a:schemeClr val="accent5"/>
          </a:effectRef>
          <a:fontRef idx="minor">
            <a:schemeClr val="tx1"/>
          </a:fontRef>
        </p:style>
      </p:cxnSp>
      <p:sp>
        <p:nvSpPr>
          <p:cNvPr id="5" name="Espace réservé de la date 4">
            <a:extLst>
              <a:ext uri="{FF2B5EF4-FFF2-40B4-BE49-F238E27FC236}">
                <a16:creationId xmlns:a16="http://schemas.microsoft.com/office/drawing/2014/main" id="{874DC36F-5D3E-439D-80B5-32633FC34434}"/>
              </a:ext>
            </a:extLst>
          </p:cNvPr>
          <p:cNvSpPr>
            <a:spLocks noGrp="1"/>
          </p:cNvSpPr>
          <p:nvPr>
            <p:ph type="dt" sz="half" idx="10"/>
          </p:nvPr>
        </p:nvSpPr>
        <p:spPr/>
        <p:txBody>
          <a:bodyPr rtlCol="0"/>
          <a:lstStyle>
            <a:lvl1pPr>
              <a:defRPr sz="900">
                <a:solidFill>
                  <a:srgbClr val="898989"/>
                </a:solidFill>
              </a:defRPr>
            </a:lvl1pPr>
          </a:lstStyle>
          <a:p>
            <a:pPr rtl="0"/>
            <a:r>
              <a:rPr lang="fr-FR" noProof="0"/>
              <a:t>20XX</a:t>
            </a:r>
          </a:p>
        </p:txBody>
      </p:sp>
      <p:sp>
        <p:nvSpPr>
          <p:cNvPr id="6" name="Espace réservé du pied de page 5">
            <a:extLst>
              <a:ext uri="{FF2B5EF4-FFF2-40B4-BE49-F238E27FC236}">
                <a16:creationId xmlns:a16="http://schemas.microsoft.com/office/drawing/2014/main" id="{6C710A8A-CEC9-4787-A745-C28DD965F7DD}"/>
              </a:ext>
            </a:extLst>
          </p:cNvPr>
          <p:cNvSpPr>
            <a:spLocks noGrp="1"/>
          </p:cNvSpPr>
          <p:nvPr>
            <p:ph type="ftr" sz="quarter" idx="11"/>
          </p:nvPr>
        </p:nvSpPr>
        <p:spPr>
          <a:xfrm>
            <a:off x="6155823" y="6356350"/>
            <a:ext cx="1808712" cy="365125"/>
          </a:xfrm>
        </p:spPr>
        <p:txBody>
          <a:bodyPr rtlCol="0"/>
          <a:lstStyle>
            <a:lvl1pPr algn="l">
              <a:defRPr sz="900"/>
            </a:lvl1pPr>
          </a:lstStyle>
          <a:p>
            <a:pPr rtl="0"/>
            <a:r>
              <a:rPr lang="fr-FR" noProof="0"/>
              <a:t>Pitch Deck</a:t>
            </a:r>
          </a:p>
        </p:txBody>
      </p:sp>
      <p:sp>
        <p:nvSpPr>
          <p:cNvPr id="7" name="Espace réservé du numéro de diapositive 6">
            <a:extLst>
              <a:ext uri="{FF2B5EF4-FFF2-40B4-BE49-F238E27FC236}">
                <a16:creationId xmlns:a16="http://schemas.microsoft.com/office/drawing/2014/main" id="{4162BD04-8F01-472A-9456-4702A2218BB5}"/>
              </a:ext>
            </a:extLst>
          </p:cNvPr>
          <p:cNvSpPr>
            <a:spLocks noGrp="1"/>
          </p:cNvSpPr>
          <p:nvPr>
            <p:ph type="sldNum" sz="quarter" idx="12"/>
          </p:nvPr>
        </p:nvSpPr>
        <p:spPr>
          <a:xfrm>
            <a:off x="10810874" y="6356350"/>
            <a:ext cx="542925"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30528123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onne de contenu 3">
    <p:bg>
      <p:bgPr>
        <a:solidFill>
          <a:schemeClr val="accent2"/>
        </a:solidFill>
        <a:effectLst/>
      </p:bgPr>
    </p:bg>
    <p:spTree>
      <p:nvGrpSpPr>
        <p:cNvPr id="1" name=""/>
        <p:cNvGrpSpPr/>
        <p:nvPr/>
      </p:nvGrpSpPr>
      <p:grpSpPr>
        <a:xfrm>
          <a:off x="0" y="0"/>
          <a:ext cx="0" cy="0"/>
          <a:chOff x="0" y="0"/>
          <a:chExt cx="0" cy="0"/>
        </a:xfrm>
      </p:grpSpPr>
      <p:sp>
        <p:nvSpPr>
          <p:cNvPr id="14" name="Titre 1">
            <a:extLst>
              <a:ext uri="{FF2B5EF4-FFF2-40B4-BE49-F238E27FC236}">
                <a16:creationId xmlns:a16="http://schemas.microsoft.com/office/drawing/2014/main" id="{42ACEF30-0520-40B3-A1F1-F3D2530563D6}"/>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15" name="Espace réservé du texte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1485900" y="2563123"/>
            <a:ext cx="4031945" cy="365125"/>
          </a:xfrm>
        </p:spPr>
        <p:txBody>
          <a:bodyPr rtlCol="0">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7" name="Espace réservé du texte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1485664" y="3070348"/>
            <a:ext cx="4031030" cy="1057308"/>
          </a:xfrm>
        </p:spPr>
        <p:txBody>
          <a:bodyPr rtlCol="0">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31" name="Espace réservé du texte 15">
            <a:extLst>
              <a:ext uri="{FF2B5EF4-FFF2-40B4-BE49-F238E27FC236}">
                <a16:creationId xmlns:a16="http://schemas.microsoft.com/office/drawing/2014/main" id="{87DD41A9-B6B3-48D9-A3A6-831B39C9158C}"/>
              </a:ext>
            </a:extLst>
          </p:cNvPr>
          <p:cNvSpPr>
            <a:spLocks noGrp="1"/>
          </p:cNvSpPr>
          <p:nvPr>
            <p:ph type="body" sz="quarter" idx="16" hasCustomPrompt="1"/>
          </p:nvPr>
        </p:nvSpPr>
        <p:spPr>
          <a:xfrm>
            <a:off x="6673004" y="2563123"/>
            <a:ext cx="4031945" cy="365125"/>
          </a:xfrm>
        </p:spPr>
        <p:txBody>
          <a:bodyPr rtlCol="0">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POUR AJOUTER UN SOUS-TITRE</a:t>
            </a:r>
          </a:p>
        </p:txBody>
      </p:sp>
      <p:sp>
        <p:nvSpPr>
          <p:cNvPr id="32" name="Espace réservé du texte 18">
            <a:extLst>
              <a:ext uri="{FF2B5EF4-FFF2-40B4-BE49-F238E27FC236}">
                <a16:creationId xmlns:a16="http://schemas.microsoft.com/office/drawing/2014/main" id="{FB791E68-EDF5-4CC2-8774-A27AEF1D25E6}"/>
              </a:ext>
            </a:extLst>
          </p:cNvPr>
          <p:cNvSpPr>
            <a:spLocks noGrp="1"/>
          </p:cNvSpPr>
          <p:nvPr>
            <p:ph type="body" sz="quarter" idx="17" hasCustomPrompt="1"/>
          </p:nvPr>
        </p:nvSpPr>
        <p:spPr>
          <a:xfrm>
            <a:off x="6673143" y="3070348"/>
            <a:ext cx="4031030" cy="1057308"/>
          </a:xfrm>
        </p:spPr>
        <p:txBody>
          <a:bodyPr rtlCol="0">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33" name="Espace réservé du texte 15">
            <a:extLst>
              <a:ext uri="{FF2B5EF4-FFF2-40B4-BE49-F238E27FC236}">
                <a16:creationId xmlns:a16="http://schemas.microsoft.com/office/drawing/2014/main" id="{AA224F82-7E0C-4EBF-97D3-132481DBCDA9}"/>
              </a:ext>
            </a:extLst>
          </p:cNvPr>
          <p:cNvSpPr>
            <a:spLocks noGrp="1"/>
          </p:cNvSpPr>
          <p:nvPr>
            <p:ph type="body" sz="quarter" idx="18" hasCustomPrompt="1"/>
          </p:nvPr>
        </p:nvSpPr>
        <p:spPr>
          <a:xfrm>
            <a:off x="1485899" y="4319431"/>
            <a:ext cx="4031945" cy="365125"/>
          </a:xfrm>
        </p:spPr>
        <p:txBody>
          <a:bodyPr rtlCol="0">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POUR AJOUTER UN SOUS-TITRE</a:t>
            </a:r>
          </a:p>
        </p:txBody>
      </p:sp>
      <p:sp>
        <p:nvSpPr>
          <p:cNvPr id="34" name="Espace réservé du texte 18">
            <a:extLst>
              <a:ext uri="{FF2B5EF4-FFF2-40B4-BE49-F238E27FC236}">
                <a16:creationId xmlns:a16="http://schemas.microsoft.com/office/drawing/2014/main" id="{699D24C6-4AFB-4222-8E0C-4D11CD9C0FF7}"/>
              </a:ext>
            </a:extLst>
          </p:cNvPr>
          <p:cNvSpPr>
            <a:spLocks noGrp="1"/>
          </p:cNvSpPr>
          <p:nvPr>
            <p:ph type="body" sz="quarter" idx="19" hasCustomPrompt="1"/>
          </p:nvPr>
        </p:nvSpPr>
        <p:spPr>
          <a:xfrm>
            <a:off x="1486412" y="4826656"/>
            <a:ext cx="4031030" cy="1057308"/>
          </a:xfrm>
        </p:spPr>
        <p:txBody>
          <a:bodyPr rtlCol="0">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2" name="Espace réservé du texte 15">
            <a:extLst>
              <a:ext uri="{FF2B5EF4-FFF2-40B4-BE49-F238E27FC236}">
                <a16:creationId xmlns:a16="http://schemas.microsoft.com/office/drawing/2014/main" id="{3B05E19C-DF33-4515-AC52-F95850810EC1}"/>
              </a:ext>
            </a:extLst>
          </p:cNvPr>
          <p:cNvSpPr>
            <a:spLocks noGrp="1"/>
          </p:cNvSpPr>
          <p:nvPr>
            <p:ph type="body" sz="quarter" idx="23" hasCustomPrompt="1"/>
          </p:nvPr>
        </p:nvSpPr>
        <p:spPr>
          <a:xfrm>
            <a:off x="6672630" y="4319431"/>
            <a:ext cx="4031945" cy="365125"/>
          </a:xfrm>
        </p:spPr>
        <p:txBody>
          <a:bodyPr rtlCol="0">
            <a:normAutofit/>
          </a:bodyPr>
          <a:lstStyle>
            <a:lvl1pPr marL="0" indent="0" algn="ctr">
              <a:buNone/>
              <a:defRPr lang="en-US" sz="2000" kern="1200" spc="150" baseline="0" dirty="0">
                <a:solidFill>
                  <a:schemeClr val="tx1">
                    <a:lumMod val="75000"/>
                    <a:lumOff val="25000"/>
                  </a:schemeClr>
                </a:solidFill>
                <a:latin typeface="+mj-lt"/>
                <a:ea typeface="+mj-ea"/>
                <a:cs typeface="+mj-cs"/>
              </a:defRPr>
            </a:lvl1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POUR AJOUTER UN SOUS-TITRE</a:t>
            </a:r>
          </a:p>
        </p:txBody>
      </p:sp>
      <p:sp>
        <p:nvSpPr>
          <p:cNvPr id="13" name="Espace réservé du texte 18">
            <a:extLst>
              <a:ext uri="{FF2B5EF4-FFF2-40B4-BE49-F238E27FC236}">
                <a16:creationId xmlns:a16="http://schemas.microsoft.com/office/drawing/2014/main" id="{C0EBC62D-442C-45D3-B66B-C6578FBB3370}"/>
              </a:ext>
            </a:extLst>
          </p:cNvPr>
          <p:cNvSpPr>
            <a:spLocks noGrp="1"/>
          </p:cNvSpPr>
          <p:nvPr>
            <p:ph type="body" sz="quarter" idx="24" hasCustomPrompt="1"/>
          </p:nvPr>
        </p:nvSpPr>
        <p:spPr>
          <a:xfrm>
            <a:off x="6673143" y="4826656"/>
            <a:ext cx="4031030" cy="1057308"/>
          </a:xfrm>
        </p:spPr>
        <p:txBody>
          <a:bodyPr rtlCol="0">
            <a:normAutofit/>
          </a:bodyPr>
          <a:lstStyle>
            <a:lvl1pPr marL="0" indent="0" algn="ctr">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3" name="Espace réservé de la date 2">
            <a:extLst>
              <a:ext uri="{FF2B5EF4-FFF2-40B4-BE49-F238E27FC236}">
                <a16:creationId xmlns:a16="http://schemas.microsoft.com/office/drawing/2014/main" id="{98EC90C5-A811-4E5C-ADD1-A89DB4E94DAA}"/>
              </a:ext>
            </a:extLst>
          </p:cNvPr>
          <p:cNvSpPr>
            <a:spLocks noGrp="1"/>
          </p:cNvSpPr>
          <p:nvPr>
            <p:ph type="dt" sz="half" idx="20"/>
          </p:nvPr>
        </p:nvSpPr>
        <p:spPr/>
        <p:txBody>
          <a:bodyPr rtlCol="0"/>
          <a:lstStyle/>
          <a:p>
            <a:pPr rtl="0"/>
            <a:r>
              <a:rPr lang="fr-FR" noProof="0"/>
              <a:t>20XX</a:t>
            </a:r>
          </a:p>
        </p:txBody>
      </p:sp>
      <p:sp>
        <p:nvSpPr>
          <p:cNvPr id="4" name="Espace réservé du pied de page 3">
            <a:extLst>
              <a:ext uri="{FF2B5EF4-FFF2-40B4-BE49-F238E27FC236}">
                <a16:creationId xmlns:a16="http://schemas.microsoft.com/office/drawing/2014/main" id="{3356B621-AE19-45D3-B25F-23256C242DDD}"/>
              </a:ext>
            </a:extLst>
          </p:cNvPr>
          <p:cNvSpPr>
            <a:spLocks noGrp="1"/>
          </p:cNvSpPr>
          <p:nvPr>
            <p:ph type="ftr" sz="quarter" idx="21"/>
          </p:nvPr>
        </p:nvSpPr>
        <p:spPr/>
        <p:txBody>
          <a:bodyPr rtlCol="0"/>
          <a:lstStyle/>
          <a:p>
            <a:pPr rtl="0"/>
            <a:r>
              <a:rPr lang="fr-FR" noProof="0"/>
              <a:t>Pitch Deck</a:t>
            </a:r>
          </a:p>
        </p:txBody>
      </p:sp>
      <p:sp>
        <p:nvSpPr>
          <p:cNvPr id="5" name="Espace réservé du numéro de diapositive 4">
            <a:extLst>
              <a:ext uri="{FF2B5EF4-FFF2-40B4-BE49-F238E27FC236}">
                <a16:creationId xmlns:a16="http://schemas.microsoft.com/office/drawing/2014/main" id="{158BDCB2-D8C3-4571-8154-76BEA9AE41A8}"/>
              </a:ext>
            </a:extLst>
          </p:cNvPr>
          <p:cNvSpPr>
            <a:spLocks noGrp="1"/>
          </p:cNvSpPr>
          <p:nvPr>
            <p:ph type="sldNum" sz="quarter" idx="22"/>
          </p:nvPr>
        </p:nvSpPr>
        <p:spPr/>
        <p:txBody>
          <a:bodyPr rtlCol="0"/>
          <a:lstStyle/>
          <a:p>
            <a:pPr rtl="0"/>
            <a:fld id="{B5CEABB6-07DC-46E8-9B57-56EC44A396E5}" type="slidenum">
              <a:rPr lang="fr-FR" noProof="0" smtClean="0"/>
              <a:t>‹N°›</a:t>
            </a:fld>
            <a:endParaRPr lang="fr-FR" noProof="0"/>
          </a:p>
        </p:txBody>
      </p:sp>
      <p:cxnSp>
        <p:nvCxnSpPr>
          <p:cNvPr id="2" name="Connecteur droit 1">
            <a:extLst>
              <a:ext uri="{FF2B5EF4-FFF2-40B4-BE49-F238E27FC236}">
                <a16:creationId xmlns:a16="http://schemas.microsoft.com/office/drawing/2014/main" id="{9298DCF7-7DC1-4618-8133-F63847B0AFE2}"/>
              </a:ext>
              <a:ext uri="{C183D7F6-B498-43B3-948B-1728B52AA6E4}">
                <adec:decorative xmlns:adec="http://schemas.microsoft.com/office/drawing/2017/decorative" val="1"/>
              </a:ext>
            </a:extLst>
          </p:cNvPr>
          <p:cNvCxnSpPr>
            <a:cxnSpLocks/>
          </p:cNvCxnSpPr>
          <p:nvPr userDrawn="1"/>
        </p:nvCxnSpPr>
        <p:spPr>
          <a:xfrm>
            <a:off x="8688388" y="0"/>
            <a:ext cx="3503612" cy="235295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Connecteur droit 5">
            <a:extLst>
              <a:ext uri="{FF2B5EF4-FFF2-40B4-BE49-F238E27FC236}">
                <a16:creationId xmlns:a16="http://schemas.microsoft.com/office/drawing/2014/main" id="{653A6567-233D-4A3B-B52B-DE7E5E35A175}"/>
              </a:ext>
              <a:ext uri="{C183D7F6-B498-43B3-948B-1728B52AA6E4}">
                <adec:decorative xmlns:adec="http://schemas.microsoft.com/office/drawing/2017/decorative" val="1"/>
              </a:ext>
            </a:extLst>
          </p:cNvPr>
          <p:cNvCxnSpPr>
            <a:cxnSpLocks/>
          </p:cNvCxnSpPr>
          <p:nvPr userDrawn="1"/>
        </p:nvCxnSpPr>
        <p:spPr>
          <a:xfrm>
            <a:off x="9720943" y="0"/>
            <a:ext cx="2471057" cy="2699032"/>
          </a:xfrm>
          <a:prstGeom prst="line">
            <a:avLst/>
          </a:prstGeom>
        </p:spPr>
        <p:style>
          <a:lnRef idx="1">
            <a:schemeClr val="accent1"/>
          </a:lnRef>
          <a:fillRef idx="0">
            <a:schemeClr val="accent1"/>
          </a:fillRef>
          <a:effectRef idx="0">
            <a:schemeClr val="accent1"/>
          </a:effectRef>
          <a:fontRef idx="minor">
            <a:schemeClr val="tx1"/>
          </a:fontRef>
        </p:style>
      </p:cxnSp>
      <p:pic>
        <p:nvPicPr>
          <p:cNvPr id="7" name="Graphisme 6">
            <a:extLst>
              <a:ext uri="{FF2B5EF4-FFF2-40B4-BE49-F238E27FC236}">
                <a16:creationId xmlns:a16="http://schemas.microsoft.com/office/drawing/2014/main" id="{64D564EB-CA78-42C6-AD76-3C4E7B3AEA8D}"/>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473953"/>
            <a:ext cx="2057400" cy="1647825"/>
          </a:xfrm>
          <a:prstGeom prst="rect">
            <a:avLst/>
          </a:prstGeom>
        </p:spPr>
      </p:pic>
      <p:pic>
        <p:nvPicPr>
          <p:cNvPr id="8" name="Graphisme 7">
            <a:extLst>
              <a:ext uri="{FF2B5EF4-FFF2-40B4-BE49-F238E27FC236}">
                <a16:creationId xmlns:a16="http://schemas.microsoft.com/office/drawing/2014/main" id="{1CFFBB3A-BDCF-4878-8D04-E8BB9A050E71}"/>
              </a:ext>
              <a:ext uri="{C183D7F6-B498-43B3-948B-1728B52AA6E4}">
                <adec:decorative xmlns:adec="http://schemas.microsoft.com/office/drawing/2017/decorative" val="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25014876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lonne de contenu 2">
    <p:bg>
      <p:bgPr>
        <a:solidFill>
          <a:schemeClr val="bg1"/>
        </a:solidFill>
        <a:effectLst/>
      </p:bgPr>
    </p:bg>
    <p:spTree>
      <p:nvGrpSpPr>
        <p:cNvPr id="1" name=""/>
        <p:cNvGrpSpPr/>
        <p:nvPr/>
      </p:nvGrpSpPr>
      <p:grpSpPr>
        <a:xfrm>
          <a:off x="0" y="0"/>
          <a:ext cx="0" cy="0"/>
          <a:chOff x="0" y="0"/>
          <a:chExt cx="0" cy="0"/>
        </a:xfrm>
      </p:grpSpPr>
      <p:sp>
        <p:nvSpPr>
          <p:cNvPr id="14" name="Titre 1">
            <a:extLst>
              <a:ext uri="{FF2B5EF4-FFF2-40B4-BE49-F238E27FC236}">
                <a16:creationId xmlns:a16="http://schemas.microsoft.com/office/drawing/2014/main" id="{42ACEF30-0520-40B3-A1F1-F3D2530563D6}"/>
              </a:ext>
            </a:extLst>
          </p:cNvPr>
          <p:cNvSpPr>
            <a:spLocks noGrp="1"/>
          </p:cNvSpPr>
          <p:nvPr>
            <p:ph type="title" hasCustomPrompt="1"/>
          </p:nvPr>
        </p:nvSpPr>
        <p:spPr>
          <a:xfrm>
            <a:off x="1508760" y="4156405"/>
            <a:ext cx="3139440" cy="1325563"/>
          </a:xfrm>
        </p:spPr>
        <p:txBody>
          <a:bodyPr rtlCol="0" anchor="b">
            <a:normAutofit/>
          </a:bodyPr>
          <a:lstStyle>
            <a:lvl1pPr algn="l">
              <a:defRPr lang="en-US" sz="2800" kern="1200"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15" name="Espace réservé du texte 15">
            <a:extLst>
              <a:ext uri="{FF2B5EF4-FFF2-40B4-BE49-F238E27FC236}">
                <a16:creationId xmlns:a16="http://schemas.microsoft.com/office/drawing/2014/main" id="{A1FB681F-A94D-4BF8-8290-0811E98D49D4}"/>
              </a:ext>
            </a:extLst>
          </p:cNvPr>
          <p:cNvSpPr>
            <a:spLocks noGrp="1"/>
          </p:cNvSpPr>
          <p:nvPr>
            <p:ph type="body" sz="quarter" idx="13" hasCustomPrompt="1"/>
          </p:nvPr>
        </p:nvSpPr>
        <p:spPr>
          <a:xfrm>
            <a:off x="5922254" y="1530635"/>
            <a:ext cx="5433204" cy="365125"/>
          </a:xfrm>
        </p:spPr>
        <p:txBody>
          <a:bodyPr rtlCol="0">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7" name="Espace réservé du texte 18">
            <a:extLst>
              <a:ext uri="{FF2B5EF4-FFF2-40B4-BE49-F238E27FC236}">
                <a16:creationId xmlns:a16="http://schemas.microsoft.com/office/drawing/2014/main" id="{61E8C129-EF62-46A8-97F3-3CB5D014FBDD}"/>
              </a:ext>
            </a:extLst>
          </p:cNvPr>
          <p:cNvSpPr>
            <a:spLocks noGrp="1"/>
          </p:cNvSpPr>
          <p:nvPr>
            <p:ph type="body" sz="quarter" idx="15" hasCustomPrompt="1"/>
          </p:nvPr>
        </p:nvSpPr>
        <p:spPr>
          <a:xfrm>
            <a:off x="5921828" y="1860060"/>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6" name="Espace réservé du texte 15">
            <a:extLst>
              <a:ext uri="{FF2B5EF4-FFF2-40B4-BE49-F238E27FC236}">
                <a16:creationId xmlns:a16="http://schemas.microsoft.com/office/drawing/2014/main" id="{07D6A00C-D56B-4E8B-B992-7DA51D3C7261}"/>
              </a:ext>
            </a:extLst>
          </p:cNvPr>
          <p:cNvSpPr>
            <a:spLocks noGrp="1"/>
          </p:cNvSpPr>
          <p:nvPr>
            <p:ph type="body" sz="quarter" idx="23" hasCustomPrompt="1"/>
          </p:nvPr>
        </p:nvSpPr>
        <p:spPr>
          <a:xfrm>
            <a:off x="5922254" y="2630431"/>
            <a:ext cx="5433204" cy="365125"/>
          </a:xfrm>
        </p:spPr>
        <p:txBody>
          <a:bodyPr rtlCol="0">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8" name="Espace réservé du texte 18">
            <a:extLst>
              <a:ext uri="{FF2B5EF4-FFF2-40B4-BE49-F238E27FC236}">
                <a16:creationId xmlns:a16="http://schemas.microsoft.com/office/drawing/2014/main" id="{DA90DA32-7E6A-4713-BDC9-73910E2A0E68}"/>
              </a:ext>
            </a:extLst>
          </p:cNvPr>
          <p:cNvSpPr>
            <a:spLocks noGrp="1"/>
          </p:cNvSpPr>
          <p:nvPr>
            <p:ph type="body" sz="quarter" idx="24" hasCustomPrompt="1"/>
          </p:nvPr>
        </p:nvSpPr>
        <p:spPr>
          <a:xfrm>
            <a:off x="5921828" y="2959856"/>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9" name="Espace réservé du texte 15">
            <a:extLst>
              <a:ext uri="{FF2B5EF4-FFF2-40B4-BE49-F238E27FC236}">
                <a16:creationId xmlns:a16="http://schemas.microsoft.com/office/drawing/2014/main" id="{D7E57261-C874-4DFD-AF7D-F9EC50B3BFD0}"/>
              </a:ext>
            </a:extLst>
          </p:cNvPr>
          <p:cNvSpPr>
            <a:spLocks noGrp="1"/>
          </p:cNvSpPr>
          <p:nvPr>
            <p:ph type="body" sz="quarter" idx="25" hasCustomPrompt="1"/>
          </p:nvPr>
        </p:nvSpPr>
        <p:spPr>
          <a:xfrm>
            <a:off x="5922254" y="3730227"/>
            <a:ext cx="5433204" cy="365125"/>
          </a:xfrm>
        </p:spPr>
        <p:txBody>
          <a:bodyPr rtlCol="0">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20" name="Espace réservé du texte 18">
            <a:extLst>
              <a:ext uri="{FF2B5EF4-FFF2-40B4-BE49-F238E27FC236}">
                <a16:creationId xmlns:a16="http://schemas.microsoft.com/office/drawing/2014/main" id="{843F77CE-098F-4777-8C30-5CEE7954D140}"/>
              </a:ext>
            </a:extLst>
          </p:cNvPr>
          <p:cNvSpPr>
            <a:spLocks noGrp="1"/>
          </p:cNvSpPr>
          <p:nvPr>
            <p:ph type="body" sz="quarter" idx="26" hasCustomPrompt="1"/>
          </p:nvPr>
        </p:nvSpPr>
        <p:spPr>
          <a:xfrm>
            <a:off x="5921828" y="4059652"/>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23" name="Espace réservé du texte 15">
            <a:extLst>
              <a:ext uri="{FF2B5EF4-FFF2-40B4-BE49-F238E27FC236}">
                <a16:creationId xmlns:a16="http://schemas.microsoft.com/office/drawing/2014/main" id="{4CAE269A-B6AB-42A6-9575-6057FA25A29E}"/>
              </a:ext>
            </a:extLst>
          </p:cNvPr>
          <p:cNvSpPr>
            <a:spLocks noGrp="1"/>
          </p:cNvSpPr>
          <p:nvPr>
            <p:ph type="body" sz="quarter" idx="27" hasCustomPrompt="1"/>
          </p:nvPr>
        </p:nvSpPr>
        <p:spPr>
          <a:xfrm>
            <a:off x="5920106" y="4830024"/>
            <a:ext cx="5433204" cy="365125"/>
          </a:xfrm>
        </p:spPr>
        <p:txBody>
          <a:bodyPr rtlCol="0">
            <a:normAutofit/>
          </a:bodyPr>
          <a:lstStyle>
            <a:lvl1pPr marL="0" indent="0">
              <a:buNone/>
              <a:defRPr lang="en-US" sz="2000" kern="1200"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24" name="Espace réservé du texte 18">
            <a:extLst>
              <a:ext uri="{FF2B5EF4-FFF2-40B4-BE49-F238E27FC236}">
                <a16:creationId xmlns:a16="http://schemas.microsoft.com/office/drawing/2014/main" id="{46866A49-A3A8-4869-961C-EB41F6BC7843}"/>
              </a:ext>
            </a:extLst>
          </p:cNvPr>
          <p:cNvSpPr>
            <a:spLocks noGrp="1"/>
          </p:cNvSpPr>
          <p:nvPr>
            <p:ph type="body" sz="quarter" idx="28" hasCustomPrompt="1"/>
          </p:nvPr>
        </p:nvSpPr>
        <p:spPr>
          <a:xfrm>
            <a:off x="5919680" y="5159449"/>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3" name="Espace réservé de la date 2">
            <a:extLst>
              <a:ext uri="{FF2B5EF4-FFF2-40B4-BE49-F238E27FC236}">
                <a16:creationId xmlns:a16="http://schemas.microsoft.com/office/drawing/2014/main" id="{98EC90C5-A811-4E5C-ADD1-A89DB4E94DAA}"/>
              </a:ext>
            </a:extLst>
          </p:cNvPr>
          <p:cNvSpPr>
            <a:spLocks noGrp="1"/>
          </p:cNvSpPr>
          <p:nvPr>
            <p:ph type="dt" sz="half" idx="20"/>
          </p:nvPr>
        </p:nvSpPr>
        <p:spPr>
          <a:xfrm>
            <a:off x="5919680" y="6356350"/>
            <a:ext cx="947516" cy="365125"/>
          </a:xfrm>
        </p:spPr>
        <p:txBody>
          <a:bodyPr rtlCol="0"/>
          <a:lstStyle>
            <a:lvl1pPr>
              <a:defRPr sz="900"/>
            </a:lvl1pPr>
          </a:lstStyle>
          <a:p>
            <a:pPr rtl="0"/>
            <a:r>
              <a:rPr lang="fr-FR" noProof="0"/>
              <a:t>20XX</a:t>
            </a:r>
          </a:p>
        </p:txBody>
      </p:sp>
      <p:sp>
        <p:nvSpPr>
          <p:cNvPr id="4" name="Espace réservé du pied de page 3">
            <a:extLst>
              <a:ext uri="{FF2B5EF4-FFF2-40B4-BE49-F238E27FC236}">
                <a16:creationId xmlns:a16="http://schemas.microsoft.com/office/drawing/2014/main" id="{3356B621-AE19-45D3-B25F-23256C242DDD}"/>
              </a:ext>
            </a:extLst>
          </p:cNvPr>
          <p:cNvSpPr>
            <a:spLocks noGrp="1"/>
          </p:cNvSpPr>
          <p:nvPr>
            <p:ph type="ftr" sz="quarter" idx="21"/>
          </p:nvPr>
        </p:nvSpPr>
        <p:spPr>
          <a:xfrm>
            <a:off x="7161955" y="6356350"/>
            <a:ext cx="3243942" cy="365125"/>
          </a:xfrm>
        </p:spPr>
        <p:txBody>
          <a:bodyPr rtlCol="0"/>
          <a:lstStyle>
            <a:lvl1pPr>
              <a:defRPr sz="900"/>
            </a:lvl1pPr>
          </a:lstStyle>
          <a:p>
            <a:pPr rtl="0"/>
            <a:r>
              <a:rPr lang="fr-FR" noProof="0"/>
              <a:t>Pitch Deck</a:t>
            </a:r>
          </a:p>
        </p:txBody>
      </p:sp>
      <p:sp>
        <p:nvSpPr>
          <p:cNvPr id="5" name="Espace réservé du numéro de diapositive 4">
            <a:extLst>
              <a:ext uri="{FF2B5EF4-FFF2-40B4-BE49-F238E27FC236}">
                <a16:creationId xmlns:a16="http://schemas.microsoft.com/office/drawing/2014/main" id="{158BDCB2-D8C3-4571-8154-76BEA9AE41A8}"/>
              </a:ext>
            </a:extLst>
          </p:cNvPr>
          <p:cNvSpPr>
            <a:spLocks noGrp="1"/>
          </p:cNvSpPr>
          <p:nvPr>
            <p:ph type="sldNum" sz="quarter" idx="22"/>
          </p:nvPr>
        </p:nvSpPr>
        <p:spPr>
          <a:xfrm>
            <a:off x="10700656" y="6356350"/>
            <a:ext cx="653143" cy="365125"/>
          </a:xfrm>
        </p:spPr>
        <p:txBody>
          <a:bodyPr rtlCol="0"/>
          <a:lstStyle>
            <a:lvl1pPr>
              <a:defRPr sz="900"/>
            </a:lvl1pPr>
          </a:lstStyle>
          <a:p>
            <a:pPr rtl="0"/>
            <a:fld id="{B5CEABB6-07DC-46E8-9B57-56EC44A396E5}" type="slidenum">
              <a:rPr lang="fr-FR" noProof="0" smtClean="0"/>
              <a:pPr rtl="0"/>
              <a:t>‹N°›</a:t>
            </a:fld>
            <a:endParaRPr lang="fr-FR" noProof="0"/>
          </a:p>
        </p:txBody>
      </p:sp>
      <p:pic>
        <p:nvPicPr>
          <p:cNvPr id="2" name="Graphisme 1">
            <a:extLst>
              <a:ext uri="{FF2B5EF4-FFF2-40B4-BE49-F238E27FC236}">
                <a16:creationId xmlns:a16="http://schemas.microsoft.com/office/drawing/2014/main" id="{6D8D9106-8780-461D-9091-E074B0A3C956}"/>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39434" t="20278" b="22673"/>
          <a:stretch/>
        </p:blipFill>
        <p:spPr>
          <a:xfrm>
            <a:off x="-4696" y="-1"/>
            <a:ext cx="4896735" cy="4385949"/>
          </a:xfrm>
          <a:prstGeom prst="rect">
            <a:avLst/>
          </a:prstGeom>
        </p:spPr>
      </p:pic>
    </p:spTree>
    <p:extLst>
      <p:ext uri="{BB962C8B-B14F-4D97-AF65-F5344CB8AC3E}">
        <p14:creationId xmlns:p14="http://schemas.microsoft.com/office/powerpoint/2010/main" val="30619504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Introduction">
    <p:bg>
      <p:bgPr>
        <a:solidFill>
          <a:schemeClr val="accent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62075" y="1671639"/>
            <a:ext cx="5111750" cy="1204912"/>
          </a:xfrm>
        </p:spPr>
        <p:txBody>
          <a:bodyPr rtlCol="0" anchor="b">
            <a:normAutofit/>
          </a:bodyPr>
          <a:lstStyle>
            <a:lvl1pPr>
              <a:defRPr lang="en-US" sz="2800" kern="1200"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sp>
        <p:nvSpPr>
          <p:cNvPr id="3" name="Espace réservé du texte 2">
            <a:extLst>
              <a:ext uri="{FF2B5EF4-FFF2-40B4-BE49-F238E27FC236}">
                <a16:creationId xmlns:a16="http://schemas.microsoft.com/office/drawing/2014/main" id="{92FD4279-EA62-4397-878A-73F4948DB176}"/>
              </a:ext>
            </a:extLst>
          </p:cNvPr>
          <p:cNvSpPr>
            <a:spLocks noGrp="1"/>
          </p:cNvSpPr>
          <p:nvPr>
            <p:ph type="body" idx="1" hasCustomPrompt="1"/>
          </p:nvPr>
        </p:nvSpPr>
        <p:spPr>
          <a:xfrm>
            <a:off x="1362075" y="3660774"/>
            <a:ext cx="5111750" cy="1525588"/>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fr-FR" noProof="0"/>
              <a:t>Modifiez les styles du texte</a:t>
            </a:r>
          </a:p>
        </p:txBody>
      </p:sp>
      <p:cxnSp>
        <p:nvCxnSpPr>
          <p:cNvPr id="14" name="Connecteur droit 13">
            <a:extLst>
              <a:ext uri="{FF2B5EF4-FFF2-40B4-BE49-F238E27FC236}">
                <a16:creationId xmlns:a16="http://schemas.microsoft.com/office/drawing/2014/main" id="{49FBD260-5143-4B12-B9F8-33E48D548909}"/>
              </a:ext>
            </a:extLst>
          </p:cNvPr>
          <p:cNvCxnSpPr/>
          <p:nvPr/>
        </p:nvCxnSpPr>
        <p:spPr>
          <a:xfrm>
            <a:off x="9096375" y="1497012"/>
            <a:ext cx="3095625" cy="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3" name="Connecteur droit 22">
            <a:extLst>
              <a:ext uri="{FF2B5EF4-FFF2-40B4-BE49-F238E27FC236}">
                <a16:creationId xmlns:a16="http://schemas.microsoft.com/office/drawing/2014/main" id="{D87F08D6-2CA7-4A5A-BE34-07113DCA535D}"/>
              </a:ext>
            </a:extLst>
          </p:cNvPr>
          <p:cNvCxnSpPr/>
          <p:nvPr/>
        </p:nvCxnSpPr>
        <p:spPr>
          <a:xfrm flipH="1">
            <a:off x="6953250" y="-25401"/>
            <a:ext cx="3790950" cy="6902451"/>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9" name="Espace réservé de la date 6">
            <a:extLst>
              <a:ext uri="{FF2B5EF4-FFF2-40B4-BE49-F238E27FC236}">
                <a16:creationId xmlns:a16="http://schemas.microsoft.com/office/drawing/2014/main" id="{70146B66-4F07-44BE-8AAB-48EA5170DA81}"/>
              </a:ext>
            </a:extLst>
          </p:cNvPr>
          <p:cNvSpPr>
            <a:spLocks noGrp="1"/>
          </p:cNvSpPr>
          <p:nvPr>
            <p:ph type="dt" sz="half" idx="10"/>
          </p:nvPr>
        </p:nvSpPr>
        <p:spPr>
          <a:xfrm>
            <a:off x="838200" y="6356350"/>
            <a:ext cx="2743200" cy="365125"/>
          </a:xfrm>
        </p:spPr>
        <p:txBody>
          <a:bodyPr rtlCol="0"/>
          <a:lstStyle>
            <a:lvl1pPr>
              <a:defRPr sz="900"/>
            </a:lvl1pPr>
          </a:lstStyle>
          <a:p>
            <a:pPr rtl="0"/>
            <a:r>
              <a:rPr lang="fr-FR" noProof="0"/>
              <a:t>20XX</a:t>
            </a:r>
          </a:p>
        </p:txBody>
      </p:sp>
      <p:sp>
        <p:nvSpPr>
          <p:cNvPr id="10" name="Espace réservé du pied de page 7">
            <a:extLst>
              <a:ext uri="{FF2B5EF4-FFF2-40B4-BE49-F238E27FC236}">
                <a16:creationId xmlns:a16="http://schemas.microsoft.com/office/drawing/2014/main" id="{3A927BE5-2F4C-4EBD-9093-C4ED6E3025B1}"/>
              </a:ext>
            </a:extLst>
          </p:cNvPr>
          <p:cNvSpPr>
            <a:spLocks noGrp="1"/>
          </p:cNvSpPr>
          <p:nvPr>
            <p:ph type="ftr" sz="quarter" idx="11"/>
          </p:nvPr>
        </p:nvSpPr>
        <p:spPr>
          <a:xfrm>
            <a:off x="5224463" y="6356350"/>
            <a:ext cx="1743075" cy="365125"/>
          </a:xfrm>
        </p:spPr>
        <p:txBody>
          <a:bodyPr rtlCol="0"/>
          <a:lstStyle>
            <a:lvl1pPr>
              <a:defRPr sz="900"/>
            </a:lvl1pPr>
          </a:lstStyle>
          <a:p>
            <a:pPr rtl="0"/>
            <a:r>
              <a:rPr lang="fr-FR" noProof="0"/>
              <a:t>Pitch Deck</a:t>
            </a:r>
          </a:p>
        </p:txBody>
      </p:sp>
      <p:sp>
        <p:nvSpPr>
          <p:cNvPr id="11" name="Espace réservé du numéro de diapositive 8">
            <a:extLst>
              <a:ext uri="{FF2B5EF4-FFF2-40B4-BE49-F238E27FC236}">
                <a16:creationId xmlns:a16="http://schemas.microsoft.com/office/drawing/2014/main" id="{C4C1336B-CF5E-42FF-80E8-7D33A2D64E17}"/>
              </a:ext>
            </a:extLst>
          </p:cNvPr>
          <p:cNvSpPr>
            <a:spLocks noGrp="1"/>
          </p:cNvSpPr>
          <p:nvPr>
            <p:ph type="sldNum" sz="quarter" idx="12"/>
          </p:nvPr>
        </p:nvSpPr>
        <p:spPr>
          <a:xfrm>
            <a:off x="8610600" y="6356350"/>
            <a:ext cx="2743200"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1293278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aut de section">
    <p:bg>
      <p:bgPr>
        <a:solidFill>
          <a:schemeClr val="accent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2571235"/>
            <a:ext cx="4179570" cy="1715531"/>
          </a:xfrm>
        </p:spPr>
        <p:txBody>
          <a:bodyPr rtlCol="0" anchor="ctr">
            <a:noAutofit/>
          </a:bodyPr>
          <a:lstStyle>
            <a:lvl1pPr algn="l">
              <a:defRPr sz="3600" spc="150" baseline="0">
                <a:solidFill>
                  <a:schemeClr val="tx1">
                    <a:lumMod val="75000"/>
                    <a:lumOff val="25000"/>
                  </a:schemeClr>
                </a:solidFill>
              </a:defRPr>
            </a:lvl1pPr>
          </a:lstStyle>
          <a:p>
            <a:pPr rtl="0"/>
            <a:r>
              <a:rPr lang="fr-FR" noProof="0"/>
              <a:t>CLIQUEZ ICI POUR MODIFIER LE STYLE DU TITRE</a:t>
            </a:r>
          </a:p>
        </p:txBody>
      </p:sp>
      <p:pic>
        <p:nvPicPr>
          <p:cNvPr id="5" name="Graphisme 4">
            <a:extLst>
              <a:ext uri="{FF2B5EF4-FFF2-40B4-BE49-F238E27FC236}">
                <a16:creationId xmlns:a16="http://schemas.microsoft.com/office/drawing/2014/main" id="{F05D2CCB-CCFC-4A8A-ADA9-C1E4D13B968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828675"/>
            <a:ext cx="5876925" cy="5200650"/>
          </a:xfrm>
          <a:prstGeom prst="rect">
            <a:avLst/>
          </a:prstGeom>
        </p:spPr>
      </p:pic>
    </p:spTree>
    <p:extLst>
      <p:ext uri="{BB962C8B-B14F-4D97-AF65-F5344CB8AC3E}">
        <p14:creationId xmlns:p14="http://schemas.microsoft.com/office/powerpoint/2010/main" val="3228668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itation">
    <p:spTree>
      <p:nvGrpSpPr>
        <p:cNvPr id="1" name=""/>
        <p:cNvGrpSpPr/>
        <p:nvPr/>
      </p:nvGrpSpPr>
      <p:grpSpPr>
        <a:xfrm>
          <a:off x="0" y="0"/>
          <a:ext cx="0" cy="0"/>
          <a:chOff x="0" y="0"/>
          <a:chExt cx="0" cy="0"/>
        </a:xfrm>
      </p:grpSpPr>
      <p:pic>
        <p:nvPicPr>
          <p:cNvPr id="7" name="Graphisme 6">
            <a:extLst>
              <a:ext uri="{FF2B5EF4-FFF2-40B4-BE49-F238E27FC236}">
                <a16:creationId xmlns:a16="http://schemas.microsoft.com/office/drawing/2014/main" id="{AEE644D4-F9A4-4237-BD5C-4B97ABA933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0"/>
            <a:ext cx="5581650" cy="6858000"/>
          </a:xfrm>
          <a:prstGeom prst="rect">
            <a:avLst/>
          </a:prstGeom>
        </p:spPr>
      </p:pic>
      <p:sp>
        <p:nvSpPr>
          <p:cNvPr id="2" name="Titre 1">
            <a:extLst>
              <a:ext uri="{FF2B5EF4-FFF2-40B4-BE49-F238E27FC236}">
                <a16:creationId xmlns:a16="http://schemas.microsoft.com/office/drawing/2014/main" id="{C2FF67A8-55FA-435D-A18C-96D63D22B53E}"/>
              </a:ext>
            </a:extLst>
          </p:cNvPr>
          <p:cNvSpPr>
            <a:spLocks noGrp="1"/>
          </p:cNvSpPr>
          <p:nvPr>
            <p:ph type="title" hasCustomPrompt="1"/>
          </p:nvPr>
        </p:nvSpPr>
        <p:spPr>
          <a:xfrm>
            <a:off x="5920169" y="1152771"/>
            <a:ext cx="5431971" cy="846301"/>
          </a:xfrm>
        </p:spPr>
        <p:txBody>
          <a:bodyPr rtlCol="0"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cxnSp>
        <p:nvCxnSpPr>
          <p:cNvPr id="9" name="Connecteur droit 8">
            <a:extLst>
              <a:ext uri="{FF2B5EF4-FFF2-40B4-BE49-F238E27FC236}">
                <a16:creationId xmlns:a16="http://schemas.microsoft.com/office/drawing/2014/main" id="{BDAC7E4E-FE06-4E90-8107-6B543E5515ED}"/>
              </a:ext>
            </a:extLst>
          </p:cNvPr>
          <p:cNvCxnSpPr/>
          <p:nvPr/>
        </p:nvCxnSpPr>
        <p:spPr>
          <a:xfrm flipV="1">
            <a:off x="2209800" y="0"/>
            <a:ext cx="2438400" cy="6858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Espace réservé du texte 15">
            <a:extLst>
              <a:ext uri="{FF2B5EF4-FFF2-40B4-BE49-F238E27FC236}">
                <a16:creationId xmlns:a16="http://schemas.microsoft.com/office/drawing/2014/main" id="{3864668D-D640-4ABF-BB9A-D60176660F07}"/>
              </a:ext>
            </a:extLst>
          </p:cNvPr>
          <p:cNvSpPr>
            <a:spLocks noGrp="1"/>
          </p:cNvSpPr>
          <p:nvPr>
            <p:ph type="body" sz="quarter" idx="13" hasCustomPrompt="1"/>
          </p:nvPr>
        </p:nvSpPr>
        <p:spPr>
          <a:xfrm>
            <a:off x="5922254" y="2469515"/>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2" name="Espace réservé du texte 18">
            <a:extLst>
              <a:ext uri="{FF2B5EF4-FFF2-40B4-BE49-F238E27FC236}">
                <a16:creationId xmlns:a16="http://schemas.microsoft.com/office/drawing/2014/main" id="{2E289D5A-B06B-43D4-A3CA-3B06C4D49FDD}"/>
              </a:ext>
            </a:extLst>
          </p:cNvPr>
          <p:cNvSpPr>
            <a:spLocks noGrp="1"/>
          </p:cNvSpPr>
          <p:nvPr>
            <p:ph type="body" sz="quarter" idx="15" hasCustomPrompt="1"/>
          </p:nvPr>
        </p:nvSpPr>
        <p:spPr>
          <a:xfrm>
            <a:off x="5921828" y="2798940"/>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3" name="Espace réservé du texte 15">
            <a:extLst>
              <a:ext uri="{FF2B5EF4-FFF2-40B4-BE49-F238E27FC236}">
                <a16:creationId xmlns:a16="http://schemas.microsoft.com/office/drawing/2014/main" id="{1DCC2995-DE17-436D-82AE-6E107865CB79}"/>
              </a:ext>
            </a:extLst>
          </p:cNvPr>
          <p:cNvSpPr>
            <a:spLocks noGrp="1"/>
          </p:cNvSpPr>
          <p:nvPr>
            <p:ph type="body" sz="quarter" idx="23" hasCustomPrompt="1"/>
          </p:nvPr>
        </p:nvSpPr>
        <p:spPr>
          <a:xfrm>
            <a:off x="5922254" y="3569311"/>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4" name="Espace réservé du texte 18">
            <a:extLst>
              <a:ext uri="{FF2B5EF4-FFF2-40B4-BE49-F238E27FC236}">
                <a16:creationId xmlns:a16="http://schemas.microsoft.com/office/drawing/2014/main" id="{C7E70A65-1FB1-4F42-854B-8213ED73F792}"/>
              </a:ext>
            </a:extLst>
          </p:cNvPr>
          <p:cNvSpPr>
            <a:spLocks noGrp="1"/>
          </p:cNvSpPr>
          <p:nvPr>
            <p:ph type="body" sz="quarter" idx="24" hasCustomPrompt="1"/>
          </p:nvPr>
        </p:nvSpPr>
        <p:spPr>
          <a:xfrm>
            <a:off x="5921828" y="3898736"/>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5" name="Espace réservé du texte 15">
            <a:extLst>
              <a:ext uri="{FF2B5EF4-FFF2-40B4-BE49-F238E27FC236}">
                <a16:creationId xmlns:a16="http://schemas.microsoft.com/office/drawing/2014/main" id="{45657994-DC61-4DEB-BB2B-65DFCA997AF1}"/>
              </a:ext>
            </a:extLst>
          </p:cNvPr>
          <p:cNvSpPr>
            <a:spLocks noGrp="1"/>
          </p:cNvSpPr>
          <p:nvPr>
            <p:ph type="body" sz="quarter" idx="25" hasCustomPrompt="1"/>
          </p:nvPr>
        </p:nvSpPr>
        <p:spPr>
          <a:xfrm>
            <a:off x="5922254" y="4669107"/>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16" name="Espace réservé du texte 18">
            <a:extLst>
              <a:ext uri="{FF2B5EF4-FFF2-40B4-BE49-F238E27FC236}">
                <a16:creationId xmlns:a16="http://schemas.microsoft.com/office/drawing/2014/main" id="{18397EE2-60CD-47FD-AF8F-83A5324D9D18}"/>
              </a:ext>
            </a:extLst>
          </p:cNvPr>
          <p:cNvSpPr>
            <a:spLocks noGrp="1"/>
          </p:cNvSpPr>
          <p:nvPr>
            <p:ph type="body" sz="quarter" idx="26" hasCustomPrompt="1"/>
          </p:nvPr>
        </p:nvSpPr>
        <p:spPr>
          <a:xfrm>
            <a:off x="5921828" y="4998532"/>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17" name="Espace réservé de la date 2">
            <a:extLst>
              <a:ext uri="{FF2B5EF4-FFF2-40B4-BE49-F238E27FC236}">
                <a16:creationId xmlns:a16="http://schemas.microsoft.com/office/drawing/2014/main" id="{1E25EFF1-65C7-4F93-8740-46885C6BEA57}"/>
              </a:ext>
            </a:extLst>
          </p:cNvPr>
          <p:cNvSpPr>
            <a:spLocks noGrp="1"/>
          </p:cNvSpPr>
          <p:nvPr>
            <p:ph type="dt" sz="half" idx="20"/>
          </p:nvPr>
        </p:nvSpPr>
        <p:spPr>
          <a:xfrm>
            <a:off x="5919680" y="6356350"/>
            <a:ext cx="947516" cy="365125"/>
          </a:xfrm>
        </p:spPr>
        <p:txBody>
          <a:bodyPr rtlCol="0"/>
          <a:lstStyle>
            <a:lvl1pPr>
              <a:defRPr sz="900"/>
            </a:lvl1pPr>
          </a:lstStyle>
          <a:p>
            <a:pPr rtl="0"/>
            <a:r>
              <a:rPr lang="fr-FR" noProof="0"/>
              <a:t>20XX</a:t>
            </a:r>
          </a:p>
        </p:txBody>
      </p:sp>
      <p:sp>
        <p:nvSpPr>
          <p:cNvPr id="18" name="Espace réservé du pied de page 3">
            <a:extLst>
              <a:ext uri="{FF2B5EF4-FFF2-40B4-BE49-F238E27FC236}">
                <a16:creationId xmlns:a16="http://schemas.microsoft.com/office/drawing/2014/main" id="{C16D80BF-B599-4FC0-ABD5-98777872FE5F}"/>
              </a:ext>
            </a:extLst>
          </p:cNvPr>
          <p:cNvSpPr>
            <a:spLocks noGrp="1"/>
          </p:cNvSpPr>
          <p:nvPr>
            <p:ph type="ftr" sz="quarter" idx="21"/>
          </p:nvPr>
        </p:nvSpPr>
        <p:spPr>
          <a:xfrm>
            <a:off x="7161955" y="6356350"/>
            <a:ext cx="3243942" cy="365125"/>
          </a:xfrm>
        </p:spPr>
        <p:txBody>
          <a:bodyPr rtlCol="0"/>
          <a:lstStyle>
            <a:lvl1pPr>
              <a:defRPr sz="900"/>
            </a:lvl1pPr>
          </a:lstStyle>
          <a:p>
            <a:pPr rtl="0"/>
            <a:r>
              <a:rPr lang="fr-FR" noProof="0"/>
              <a:t>Pitch Deck</a:t>
            </a:r>
          </a:p>
        </p:txBody>
      </p:sp>
      <p:sp>
        <p:nvSpPr>
          <p:cNvPr id="19" name="Espace réservé du numéro de diapositive 4">
            <a:extLst>
              <a:ext uri="{FF2B5EF4-FFF2-40B4-BE49-F238E27FC236}">
                <a16:creationId xmlns:a16="http://schemas.microsoft.com/office/drawing/2014/main" id="{F64421B1-FF90-4939-90BD-8206DE5036D0}"/>
              </a:ext>
            </a:extLst>
          </p:cNvPr>
          <p:cNvSpPr>
            <a:spLocks noGrp="1"/>
          </p:cNvSpPr>
          <p:nvPr>
            <p:ph type="sldNum" sz="quarter" idx="22"/>
          </p:nvPr>
        </p:nvSpPr>
        <p:spPr>
          <a:xfrm>
            <a:off x="10700656" y="6356350"/>
            <a:ext cx="653143" cy="365125"/>
          </a:xfrm>
        </p:spPr>
        <p:txBody>
          <a:bodyPr rtlCol="0"/>
          <a:lstStyle>
            <a:lvl1pPr>
              <a:defRPr sz="900"/>
            </a:lvl1pPr>
          </a:lstStyle>
          <a:p>
            <a:pPr rtl="0"/>
            <a:fld id="{B5CEABB6-07DC-46E8-9B57-56EC44A396E5}" type="slidenum">
              <a:rPr lang="fr-FR" noProof="0" smtClean="0"/>
              <a:pPr rtl="0"/>
              <a:t>‹N°›</a:t>
            </a:fld>
            <a:endParaRPr lang="fr-FR" noProof="0"/>
          </a:p>
        </p:txBody>
      </p:sp>
    </p:spTree>
    <p:extLst>
      <p:ext uri="{BB962C8B-B14F-4D97-AF65-F5344CB8AC3E}">
        <p14:creationId xmlns:p14="http://schemas.microsoft.com/office/powerpoint/2010/main" val="264798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rois contenus">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43104" y="2776936"/>
            <a:ext cx="2882475" cy="823912"/>
          </a:xfrm>
        </p:spPr>
        <p:txBody>
          <a:bodyPr rtlCol="0"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 LE TEXTE</a:t>
            </a:r>
          </a:p>
        </p:txBody>
      </p:sp>
      <p:sp>
        <p:nvSpPr>
          <p:cNvPr id="4" name="Espace réservé du contenu 3">
            <a:extLst>
              <a:ext uri="{FF2B5EF4-FFF2-40B4-BE49-F238E27FC236}">
                <a16:creationId xmlns:a16="http://schemas.microsoft.com/office/drawing/2014/main" id="{AC9B20CF-6B91-4562-B799-0ABDAEBC0D2A}"/>
              </a:ext>
            </a:extLst>
          </p:cNvPr>
          <p:cNvSpPr>
            <a:spLocks noGrp="1"/>
          </p:cNvSpPr>
          <p:nvPr>
            <p:ph sz="half" idx="2" hasCustomPrompt="1"/>
          </p:nvPr>
        </p:nvSpPr>
        <p:spPr>
          <a:xfrm>
            <a:off x="1243104" y="3834606"/>
            <a:ext cx="2882475" cy="1997867"/>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u texte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4647665" y="2776936"/>
            <a:ext cx="2896671" cy="823912"/>
          </a:xfrm>
        </p:spPr>
        <p:txBody>
          <a:bodyPr rtlCol="0"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ICI POUR MODIFIER LE TEXTE</a:t>
            </a:r>
          </a:p>
        </p:txBody>
      </p:sp>
      <p:sp>
        <p:nvSpPr>
          <p:cNvPr id="6" name="Espace réservé du contenu 5">
            <a:extLst>
              <a:ext uri="{FF2B5EF4-FFF2-40B4-BE49-F238E27FC236}">
                <a16:creationId xmlns:a16="http://schemas.microsoft.com/office/drawing/2014/main" id="{B36EE64B-44BF-4634-97BC-5ED74C6DF280}"/>
              </a:ext>
            </a:extLst>
          </p:cNvPr>
          <p:cNvSpPr>
            <a:spLocks noGrp="1"/>
          </p:cNvSpPr>
          <p:nvPr>
            <p:ph sz="quarter" idx="4" hasCustomPrompt="1"/>
          </p:nvPr>
        </p:nvSpPr>
        <p:spPr>
          <a:xfrm>
            <a:off x="4647665" y="3834606"/>
            <a:ext cx="2896671" cy="1997867"/>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21" name="Espace réservé du texte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8066421" y="2776936"/>
            <a:ext cx="2882475" cy="823912"/>
          </a:xfrm>
        </p:spPr>
        <p:txBody>
          <a:bodyPr rtlCol="0" anchor="b">
            <a:noAutofit/>
          </a:bodyPr>
          <a:lstStyle>
            <a:lvl1pPr marL="0" indent="0">
              <a:buNone/>
              <a:defRPr lang="en-US" sz="2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 LE TEXTE</a:t>
            </a:r>
          </a:p>
        </p:txBody>
      </p:sp>
      <p:sp>
        <p:nvSpPr>
          <p:cNvPr id="22" name="Espace réservé du contenu 3">
            <a:extLst>
              <a:ext uri="{FF2B5EF4-FFF2-40B4-BE49-F238E27FC236}">
                <a16:creationId xmlns:a16="http://schemas.microsoft.com/office/drawing/2014/main" id="{C464A9BD-B815-4632-8F54-6EB70E48BAFF}"/>
              </a:ext>
            </a:extLst>
          </p:cNvPr>
          <p:cNvSpPr>
            <a:spLocks noGrp="1"/>
          </p:cNvSpPr>
          <p:nvPr>
            <p:ph sz="half" idx="14" hasCustomPrompt="1"/>
          </p:nvPr>
        </p:nvSpPr>
        <p:spPr>
          <a:xfrm>
            <a:off x="8066421" y="3834606"/>
            <a:ext cx="2882475" cy="1997867"/>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cxnSp>
        <p:nvCxnSpPr>
          <p:cNvPr id="16" name="Connecteur droit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3105150"/>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2238376" cy="24765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189534"/>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mparaison des marchés">
    <p:bg>
      <p:bgPr>
        <a:solidFill>
          <a:schemeClr val="accent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063855" y="3064615"/>
            <a:ext cx="1240971" cy="823912"/>
          </a:xfrm>
        </p:spPr>
        <p:txBody>
          <a:bodyPr rtlCol="0"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23" name="Espace réservé du texte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5475514" y="3064615"/>
            <a:ext cx="1240971" cy="823912"/>
          </a:xfrm>
        </p:spPr>
        <p:txBody>
          <a:bodyPr rtlCol="0"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24" name="Espace réservé du texte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8887174" y="3064615"/>
            <a:ext cx="1240971" cy="823912"/>
          </a:xfrm>
        </p:spPr>
        <p:txBody>
          <a:bodyPr rtlCol="0" anchor="ctr">
            <a:noAutofit/>
          </a:bodyPr>
          <a:lstStyle>
            <a:lvl1pPr marL="0" indent="0" algn="ctr">
              <a:buNone/>
              <a:defRPr lang="en-US" sz="4000" kern="1200" cap="all"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4" name="Espace réservé du contenu 3">
            <a:extLst>
              <a:ext uri="{FF2B5EF4-FFF2-40B4-BE49-F238E27FC236}">
                <a16:creationId xmlns:a16="http://schemas.microsoft.com/office/drawing/2014/main" id="{AC9B20CF-6B91-4562-B799-0ABDAEBC0D2A}"/>
              </a:ext>
            </a:extLst>
          </p:cNvPr>
          <p:cNvSpPr>
            <a:spLocks noGrp="1"/>
          </p:cNvSpPr>
          <p:nvPr>
            <p:ph sz="half" idx="2" hasCustomPrompt="1"/>
          </p:nvPr>
        </p:nvSpPr>
        <p:spPr>
          <a:xfrm>
            <a:off x="1129698" y="4824188"/>
            <a:ext cx="3124093" cy="462927"/>
          </a:xfrm>
        </p:spPr>
        <p:txBody>
          <a:bodyPr rtlCol="0">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Cliquez ici pour modifier</a:t>
            </a:r>
          </a:p>
        </p:txBody>
      </p:sp>
      <p:sp>
        <p:nvSpPr>
          <p:cNvPr id="6" name="Espace réservé du contenu 5">
            <a:extLst>
              <a:ext uri="{FF2B5EF4-FFF2-40B4-BE49-F238E27FC236}">
                <a16:creationId xmlns:a16="http://schemas.microsoft.com/office/drawing/2014/main" id="{B36EE64B-44BF-4634-97BC-5ED74C6DF280}"/>
              </a:ext>
            </a:extLst>
          </p:cNvPr>
          <p:cNvSpPr>
            <a:spLocks noGrp="1"/>
          </p:cNvSpPr>
          <p:nvPr>
            <p:ph sz="quarter" idx="4" hasCustomPrompt="1"/>
          </p:nvPr>
        </p:nvSpPr>
        <p:spPr>
          <a:xfrm>
            <a:off x="4526261" y="4824188"/>
            <a:ext cx="3139479" cy="462927"/>
          </a:xfrm>
        </p:spPr>
        <p:txBody>
          <a:bodyPr rtlCol="0">
            <a:norm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2000" cap="all"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Cliquez ici pour modifier</a:t>
            </a:r>
          </a:p>
        </p:txBody>
      </p:sp>
      <p:sp>
        <p:nvSpPr>
          <p:cNvPr id="22" name="Espace réservé du contenu 3">
            <a:extLst>
              <a:ext uri="{FF2B5EF4-FFF2-40B4-BE49-F238E27FC236}">
                <a16:creationId xmlns:a16="http://schemas.microsoft.com/office/drawing/2014/main" id="{C464A9BD-B815-4632-8F54-6EB70E48BAFF}"/>
              </a:ext>
            </a:extLst>
          </p:cNvPr>
          <p:cNvSpPr>
            <a:spLocks noGrp="1"/>
          </p:cNvSpPr>
          <p:nvPr>
            <p:ph sz="half" idx="14"/>
          </p:nvPr>
        </p:nvSpPr>
        <p:spPr>
          <a:xfrm>
            <a:off x="7938210" y="4824188"/>
            <a:ext cx="3124093" cy="462927"/>
          </a:xfrm>
        </p:spPr>
        <p:txBody>
          <a:bodyPr rtlCol="0">
            <a:noAutofit/>
          </a:bodyPr>
          <a:lstStyle>
            <a:lvl1pPr marL="0" indent="0" algn="ctr">
              <a:lnSpc>
                <a:spcPct val="100000"/>
              </a:lnSpc>
              <a:buNone/>
              <a:defRPr sz="2000" cap="all"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Cliquez pour modifier les styles du texte du masque</a:t>
            </a:r>
          </a:p>
        </p:txBody>
      </p:sp>
      <p:pic>
        <p:nvPicPr>
          <p:cNvPr id="11" name="Graphisme 10">
            <a:extLst>
              <a:ext uri="{FF2B5EF4-FFF2-40B4-BE49-F238E27FC236}">
                <a16:creationId xmlns:a16="http://schemas.microsoft.com/office/drawing/2014/main" id="{B38B0D13-BD5F-460B-B337-F4A9342026D0}"/>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465141" y="2358007"/>
            <a:ext cx="2438400" cy="2019300"/>
          </a:xfrm>
          <a:prstGeom prst="rect">
            <a:avLst/>
          </a:prstGeom>
        </p:spPr>
      </p:pic>
      <p:pic>
        <p:nvPicPr>
          <p:cNvPr id="13" name="Graphisme 12">
            <a:extLst>
              <a:ext uri="{FF2B5EF4-FFF2-40B4-BE49-F238E27FC236}">
                <a16:creationId xmlns:a16="http://schemas.microsoft.com/office/drawing/2014/main" id="{BE72876B-D3DA-4462-9E24-3354D8D02A27}"/>
              </a:ext>
              <a:ext uri="{C183D7F6-B498-43B3-948B-1728B52AA6E4}">
                <adec:decorative xmlns:adec="http://schemas.microsoft.com/office/drawing/2017/decorative" val="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5000625" y="2531837"/>
            <a:ext cx="2190750" cy="1943100"/>
          </a:xfrm>
          <a:prstGeom prst="rect">
            <a:avLst/>
          </a:prstGeom>
        </p:spPr>
      </p:pic>
      <p:pic>
        <p:nvPicPr>
          <p:cNvPr id="15" name="Graphisme 14">
            <a:extLst>
              <a:ext uri="{FF2B5EF4-FFF2-40B4-BE49-F238E27FC236}">
                <a16:creationId xmlns:a16="http://schemas.microsoft.com/office/drawing/2014/main" id="{14A539B6-6E3F-41BA-ACE2-76E8BB651636}"/>
              </a:ext>
              <a:ext uri="{C183D7F6-B498-43B3-948B-1728B52AA6E4}">
                <adec:decorative xmlns:adec="http://schemas.microsoft.com/office/drawing/2017/decorative" val="1"/>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8345608" y="2421056"/>
            <a:ext cx="2324100" cy="2057400"/>
          </a:xfrm>
          <a:prstGeom prst="rect">
            <a:avLst/>
          </a:prstGeom>
        </p:spPr>
      </p:pic>
      <p:sp>
        <p:nvSpPr>
          <p:cNvPr id="25" name="Espace réservé du contenu 3">
            <a:extLst>
              <a:ext uri="{FF2B5EF4-FFF2-40B4-BE49-F238E27FC236}">
                <a16:creationId xmlns:a16="http://schemas.microsoft.com/office/drawing/2014/main" id="{82D8880F-3EAC-45C9-91F2-19A193791A18}"/>
              </a:ext>
            </a:extLst>
          </p:cNvPr>
          <p:cNvSpPr>
            <a:spLocks noGrp="1"/>
          </p:cNvSpPr>
          <p:nvPr>
            <p:ph sz="half" idx="17" hasCustomPrompt="1"/>
          </p:nvPr>
        </p:nvSpPr>
        <p:spPr>
          <a:xfrm>
            <a:off x="1129698" y="5280763"/>
            <a:ext cx="3124093" cy="462927"/>
          </a:xfrm>
        </p:spPr>
        <p:txBody>
          <a:bodyPr rtlCol="0">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Modifiez les styles du texte</a:t>
            </a:r>
          </a:p>
        </p:txBody>
      </p:sp>
      <p:sp>
        <p:nvSpPr>
          <p:cNvPr id="26" name="Espace réservé du contenu 5">
            <a:extLst>
              <a:ext uri="{FF2B5EF4-FFF2-40B4-BE49-F238E27FC236}">
                <a16:creationId xmlns:a16="http://schemas.microsoft.com/office/drawing/2014/main" id="{9019518E-E850-403D-A5B5-4B53F8C4A56B}"/>
              </a:ext>
            </a:extLst>
          </p:cNvPr>
          <p:cNvSpPr>
            <a:spLocks noGrp="1"/>
          </p:cNvSpPr>
          <p:nvPr>
            <p:ph sz="quarter" idx="18" hasCustomPrompt="1"/>
          </p:nvPr>
        </p:nvSpPr>
        <p:spPr>
          <a:xfrm>
            <a:off x="4526261" y="5280763"/>
            <a:ext cx="3139479" cy="462927"/>
          </a:xfrm>
        </p:spPr>
        <p:txBody>
          <a:bodyPr rtlCol="0">
            <a:normAutofit/>
          </a:bodyPr>
          <a:lstStyle>
            <a:lvl1pPr marL="0" indent="0" algn="ctr">
              <a:lnSpc>
                <a:spcPct val="100000"/>
              </a:lnSpc>
              <a:buNone/>
              <a:defRPr sz="1400" cap="none" spc="50" baseline="0">
                <a:solidFill>
                  <a:schemeClr val="tx1">
                    <a:lumMod val="75000"/>
                    <a:lumOff val="25000"/>
                  </a:schemeClr>
                </a:solidFill>
              </a:defRPr>
            </a:lvl1pPr>
            <a:lvl2pPr marL="457200" indent="0" algn="ctr">
              <a:lnSpc>
                <a:spcPct val="100000"/>
              </a:lnSpc>
              <a:buNone/>
              <a:defRPr sz="1400" cap="none" spc="50" baseline="0">
                <a:solidFill>
                  <a:schemeClr val="tx1">
                    <a:lumMod val="75000"/>
                    <a:lumOff val="25000"/>
                  </a:schemeClr>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Modifiez les styles du texte</a:t>
            </a:r>
          </a:p>
          <a:p>
            <a:pPr lvl="1" rtl="0"/>
            <a:endParaRPr lang="fr-FR" noProof="0"/>
          </a:p>
        </p:txBody>
      </p:sp>
      <p:sp>
        <p:nvSpPr>
          <p:cNvPr id="27" name="Espace réservé du contenu 3">
            <a:extLst>
              <a:ext uri="{FF2B5EF4-FFF2-40B4-BE49-F238E27FC236}">
                <a16:creationId xmlns:a16="http://schemas.microsoft.com/office/drawing/2014/main" id="{A8058154-45E5-403E-B714-AC85774F391F}"/>
              </a:ext>
            </a:extLst>
          </p:cNvPr>
          <p:cNvSpPr>
            <a:spLocks noGrp="1"/>
          </p:cNvSpPr>
          <p:nvPr>
            <p:ph sz="half" idx="19" hasCustomPrompt="1"/>
          </p:nvPr>
        </p:nvSpPr>
        <p:spPr>
          <a:xfrm>
            <a:off x="7938210" y="5280763"/>
            <a:ext cx="3124093" cy="462927"/>
          </a:xfrm>
        </p:spPr>
        <p:txBody>
          <a:bodyPr rtlCol="0">
            <a:normAutofit/>
          </a:bodyPr>
          <a:lstStyle>
            <a:lvl1pPr marL="0" indent="0" algn="ctr">
              <a:lnSpc>
                <a:spcPct val="100000"/>
              </a:lnSpc>
              <a:buNone/>
              <a:defRPr sz="1400" cap="none" spc="50" baseline="0">
                <a:solidFill>
                  <a:schemeClr val="tx1">
                    <a:lumMod val="75000"/>
                    <a:lumOff val="25000"/>
                  </a:schemeClr>
                </a:solidFill>
              </a:defRPr>
            </a:lvl1pPr>
            <a:lvl2pPr marL="457200" indent="0">
              <a:lnSpc>
                <a:spcPct val="100000"/>
              </a:lnSpc>
              <a:buNone/>
              <a:defRPr sz="1400" spc="50" baseline="0">
                <a:solidFill>
                  <a:schemeClr val="bg1"/>
                </a:solidFill>
              </a:defRPr>
            </a:lvl2pPr>
            <a:lvl3pPr marL="914400" indent="0">
              <a:lnSpc>
                <a:spcPct val="100000"/>
              </a:lnSpc>
              <a:buNone/>
              <a:defRPr sz="1400" spc="50" baseline="0">
                <a:solidFill>
                  <a:schemeClr val="bg1"/>
                </a:solidFill>
              </a:defRPr>
            </a:lvl3pPr>
            <a:lvl4pPr marL="1371600" indent="0">
              <a:lnSpc>
                <a:spcPct val="100000"/>
              </a:lnSpc>
              <a:buNone/>
              <a:defRPr sz="1400" spc="50" baseline="0">
                <a:solidFill>
                  <a:schemeClr val="bg1"/>
                </a:solidFill>
              </a:defRPr>
            </a:lvl4pPr>
            <a:lvl5pPr marL="1828800" indent="0">
              <a:lnSpc>
                <a:spcPct val="100000"/>
              </a:lnSpc>
              <a:buNone/>
              <a:defRPr sz="1400" spc="50" baseline="0">
                <a:solidFill>
                  <a:schemeClr val="bg1"/>
                </a:solidFill>
              </a:defRPr>
            </a:lvl5pPr>
          </a:lstStyle>
          <a:p>
            <a:pPr lvl="0" rtl="0"/>
            <a:r>
              <a:rPr lang="fr-FR" noProof="0"/>
              <a:t>Modifiez les styles du texte</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1442619314"/>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TxTwoObj" preserve="1">
  <p:cSld name="Deux contenus">
    <p:bg>
      <p:bgPr>
        <a:solidFill>
          <a:schemeClr val="accent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892177"/>
            <a:ext cx="8421688" cy="1325563"/>
          </a:xfrm>
        </p:spPr>
        <p:txBody>
          <a:bodyPr rtlCol="0">
            <a:normAutofit/>
          </a:bodyPr>
          <a:lstStyle>
            <a:lvl1pPr>
              <a:defRPr lang="en-US" sz="2800" kern="1200"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76936"/>
            <a:ext cx="3924300" cy="823912"/>
          </a:xfrm>
        </p:spPr>
        <p:txBody>
          <a:bodyPr rtlCol="0"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 LE TEXTE</a:t>
            </a:r>
          </a:p>
        </p:txBody>
      </p:sp>
      <p:sp>
        <p:nvSpPr>
          <p:cNvPr id="4" name="Espace réservé du contenu 3">
            <a:extLst>
              <a:ext uri="{FF2B5EF4-FFF2-40B4-BE49-F238E27FC236}">
                <a16:creationId xmlns:a16="http://schemas.microsoft.com/office/drawing/2014/main" id="{AC9B20CF-6B91-4562-B799-0ABDAEBC0D2A}"/>
              </a:ext>
            </a:extLst>
          </p:cNvPr>
          <p:cNvSpPr>
            <a:spLocks noGrp="1"/>
          </p:cNvSpPr>
          <p:nvPr>
            <p:ph sz="half" idx="2" hasCustomPrompt="1"/>
          </p:nvPr>
        </p:nvSpPr>
        <p:spPr>
          <a:xfrm>
            <a:off x="2933700" y="3834606"/>
            <a:ext cx="3924300" cy="1997867"/>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u texte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7410173" y="2776936"/>
            <a:ext cx="3943627" cy="823912"/>
          </a:xfrm>
        </p:spPr>
        <p:txBody>
          <a:bodyPr rtlCol="0" anchor="b">
            <a:noAutofit/>
          </a:bodyPr>
          <a:lstStyle>
            <a:lvl1pPr marL="0" indent="0">
              <a:buNone/>
              <a:defRPr lang="en-US" sz="2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ICI POUR MODIFIER LE TEXTE</a:t>
            </a:r>
          </a:p>
        </p:txBody>
      </p:sp>
      <p:sp>
        <p:nvSpPr>
          <p:cNvPr id="6" name="Espace réservé du contenu 5">
            <a:extLst>
              <a:ext uri="{FF2B5EF4-FFF2-40B4-BE49-F238E27FC236}">
                <a16:creationId xmlns:a16="http://schemas.microsoft.com/office/drawing/2014/main" id="{B36EE64B-44BF-4634-97BC-5ED74C6DF280}"/>
              </a:ext>
            </a:extLst>
          </p:cNvPr>
          <p:cNvSpPr>
            <a:spLocks noGrp="1"/>
          </p:cNvSpPr>
          <p:nvPr>
            <p:ph sz="quarter" idx="4" hasCustomPrompt="1"/>
          </p:nvPr>
        </p:nvSpPr>
        <p:spPr>
          <a:xfrm>
            <a:off x="7410173" y="3834606"/>
            <a:ext cx="3943627" cy="1997867"/>
          </a:xfrm>
        </p:spPr>
        <p:txBody>
          <a:bodyPr rtlCol="0">
            <a:normAutofit/>
          </a:bodyPr>
          <a:lstStyle>
            <a:lvl1pPr marL="0" indent="0">
              <a:lnSpc>
                <a:spcPct val="100000"/>
              </a:lnSpc>
              <a:buNone/>
              <a:defRPr sz="1400" spc="50" baseline="0">
                <a:solidFill>
                  <a:schemeClr val="tx1">
                    <a:lumMod val="75000"/>
                    <a:lumOff val="25000"/>
                  </a:schemeClr>
                </a:solidFill>
              </a:defRPr>
            </a:lvl1pPr>
            <a:lvl2pPr marL="457200" indent="0">
              <a:lnSpc>
                <a:spcPct val="100000"/>
              </a:lnSpc>
              <a:buNone/>
              <a:defRPr sz="1400" spc="50" baseline="0">
                <a:solidFill>
                  <a:schemeClr val="tx1">
                    <a:lumMod val="75000"/>
                    <a:lumOff val="25000"/>
                  </a:schemeClr>
                </a:solidFill>
              </a:defRPr>
            </a:lvl2pPr>
            <a:lvl3pPr marL="914400" indent="0">
              <a:lnSpc>
                <a:spcPct val="100000"/>
              </a:lnSpc>
              <a:buNone/>
              <a:defRPr sz="1400" spc="50" baseline="0">
                <a:solidFill>
                  <a:schemeClr val="tx1">
                    <a:lumMod val="75000"/>
                    <a:lumOff val="25000"/>
                  </a:schemeClr>
                </a:solidFill>
              </a:defRPr>
            </a:lvl3pPr>
            <a:lvl4pPr marL="1371600" indent="0">
              <a:lnSpc>
                <a:spcPct val="100000"/>
              </a:lnSpc>
              <a:buNone/>
              <a:defRPr sz="1400" spc="50" baseline="0">
                <a:solidFill>
                  <a:schemeClr val="tx1">
                    <a:lumMod val="75000"/>
                    <a:lumOff val="25000"/>
                  </a:schemeClr>
                </a:solidFill>
              </a:defRPr>
            </a:lvl4pPr>
            <a:lvl5pPr marL="1828800" indent="0">
              <a:lnSpc>
                <a:spcPct val="100000"/>
              </a:lnSpc>
              <a:buNone/>
              <a:defRPr sz="1400" spc="50" baseline="0">
                <a:solidFill>
                  <a:schemeClr val="tx1">
                    <a:lumMod val="75000"/>
                    <a:lumOff val="25000"/>
                  </a:schemeClr>
                </a:solidFill>
              </a:defRPr>
            </a:lvl5p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pic>
        <p:nvPicPr>
          <p:cNvPr id="11" name="Graphisme 10">
            <a:extLst>
              <a:ext uri="{FF2B5EF4-FFF2-40B4-BE49-F238E27FC236}">
                <a16:creationId xmlns:a16="http://schemas.microsoft.com/office/drawing/2014/main" id="{EE24E1DB-1F20-4C28-8069-D9219D1F8BBD}"/>
              </a:ext>
            </a:extLst>
          </p:cNvPr>
          <p:cNvPicPr>
            <a:picLocks noChangeAspect="1"/>
          </p:cNvPicPr>
          <p:nvPr/>
        </p:nvPicPr>
        <p:blipFill rotWithShape="1">
          <a:blip r:embed="rId2">
            <a:extLst>
              <a:ext uri="{96DAC541-7B7A-43D3-8B79-37D633B846F1}">
                <asvg:svgBlip xmlns:asvg="http://schemas.microsoft.com/office/drawing/2016/SVG/main" r:embed="rId3"/>
              </a:ext>
            </a:extLst>
          </a:blip>
          <a:srcRect l="39434" t="20278" b="22673"/>
          <a:stretch/>
        </p:blipFill>
        <p:spPr>
          <a:xfrm>
            <a:off x="25785" y="0"/>
            <a:ext cx="4368030" cy="3912394"/>
          </a:xfrm>
          <a:prstGeom prst="rect">
            <a:avLst/>
          </a:prstGeom>
        </p:spPr>
      </p:pic>
    </p:spTree>
    <p:extLst>
      <p:ext uri="{BB962C8B-B14F-4D97-AF65-F5344CB8AC3E}">
        <p14:creationId xmlns:p14="http://schemas.microsoft.com/office/powerpoint/2010/main" val="30217409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u">
    <p:spTree>
      <p:nvGrpSpPr>
        <p:cNvPr id="1" name=""/>
        <p:cNvGrpSpPr/>
        <p:nvPr/>
      </p:nvGrpSpPr>
      <p:grpSpPr>
        <a:xfrm>
          <a:off x="0" y="0"/>
          <a:ext cx="0" cy="0"/>
          <a:chOff x="0" y="0"/>
          <a:chExt cx="0" cy="0"/>
        </a:xfrm>
      </p:grpSpPr>
      <p:pic>
        <p:nvPicPr>
          <p:cNvPr id="14" name="Graphisme 13">
            <a:extLst>
              <a:ext uri="{FF2B5EF4-FFF2-40B4-BE49-F238E27FC236}">
                <a16:creationId xmlns:a16="http://schemas.microsoft.com/office/drawing/2014/main" id="{AE202E03-5C65-4305-B969-65220AD41002}"/>
              </a:ext>
              <a:ext uri="{C183D7F6-B498-43B3-948B-1728B52AA6E4}">
                <adec:decorative xmlns:adec="http://schemas.microsoft.com/office/drawing/2017/decorative" val="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18301" r="41825" b="23071"/>
          <a:stretch/>
        </p:blipFill>
        <p:spPr>
          <a:xfrm flipH="1">
            <a:off x="0" y="0"/>
            <a:ext cx="5441888" cy="6858000"/>
          </a:xfrm>
          <a:custGeom>
            <a:avLst/>
            <a:gdLst>
              <a:gd name="connsiteX0" fmla="*/ 5441888 w 5441888"/>
              <a:gd name="connsiteY0" fmla="*/ 0 h 6858000"/>
              <a:gd name="connsiteX1" fmla="*/ 0 w 5441888"/>
              <a:gd name="connsiteY1" fmla="*/ 0 h 6858000"/>
              <a:gd name="connsiteX2" fmla="*/ 0 w 5441888"/>
              <a:gd name="connsiteY2" fmla="*/ 6858000 h 6858000"/>
              <a:gd name="connsiteX3" fmla="*/ 5441888 w 5441888"/>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441888" h="6858000">
                <a:moveTo>
                  <a:pt x="5441888" y="0"/>
                </a:moveTo>
                <a:lnTo>
                  <a:pt x="0" y="0"/>
                </a:lnTo>
                <a:lnTo>
                  <a:pt x="0" y="6858000"/>
                </a:lnTo>
                <a:lnTo>
                  <a:pt x="5441888" y="6858000"/>
                </a:lnTo>
                <a:close/>
              </a:path>
            </a:pathLst>
          </a:custGeom>
        </p:spPr>
      </p:pic>
      <p:sp>
        <p:nvSpPr>
          <p:cNvPr id="19" name="Titre 1">
            <a:extLst>
              <a:ext uri="{FF2B5EF4-FFF2-40B4-BE49-F238E27FC236}">
                <a16:creationId xmlns:a16="http://schemas.microsoft.com/office/drawing/2014/main" id="{1E1C8C6D-0530-475B-A7F7-0E00C33ACFEB}"/>
              </a:ext>
            </a:extLst>
          </p:cNvPr>
          <p:cNvSpPr>
            <a:spLocks noGrp="1"/>
          </p:cNvSpPr>
          <p:nvPr>
            <p:ph type="title" hasCustomPrompt="1"/>
          </p:nvPr>
        </p:nvSpPr>
        <p:spPr>
          <a:xfrm>
            <a:off x="5920169" y="1152771"/>
            <a:ext cx="5431971" cy="846301"/>
          </a:xfrm>
        </p:spPr>
        <p:txBody>
          <a:bodyPr rtlCol="0" anchor="t">
            <a:normAutofit/>
          </a:bodyPr>
          <a:lstStyle>
            <a:lvl1pP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20" name="Espace réservé du texte 15">
            <a:extLst>
              <a:ext uri="{FF2B5EF4-FFF2-40B4-BE49-F238E27FC236}">
                <a16:creationId xmlns:a16="http://schemas.microsoft.com/office/drawing/2014/main" id="{3D2778A3-7084-4333-8349-03B1FEB5FE75}"/>
              </a:ext>
            </a:extLst>
          </p:cNvPr>
          <p:cNvSpPr>
            <a:spLocks noGrp="1"/>
          </p:cNvSpPr>
          <p:nvPr>
            <p:ph type="body" sz="quarter" idx="13" hasCustomPrompt="1"/>
          </p:nvPr>
        </p:nvSpPr>
        <p:spPr>
          <a:xfrm>
            <a:off x="5922254" y="2469515"/>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25" name="Espace réservé du texte 18">
            <a:extLst>
              <a:ext uri="{FF2B5EF4-FFF2-40B4-BE49-F238E27FC236}">
                <a16:creationId xmlns:a16="http://schemas.microsoft.com/office/drawing/2014/main" id="{70ED2545-F96B-400C-B6F4-F1D2D83B7243}"/>
              </a:ext>
            </a:extLst>
          </p:cNvPr>
          <p:cNvSpPr>
            <a:spLocks noGrp="1"/>
          </p:cNvSpPr>
          <p:nvPr>
            <p:ph type="body" sz="quarter" idx="15" hasCustomPrompt="1"/>
          </p:nvPr>
        </p:nvSpPr>
        <p:spPr>
          <a:xfrm>
            <a:off x="5921828" y="2798940"/>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26" name="Espace réservé du texte 15">
            <a:extLst>
              <a:ext uri="{FF2B5EF4-FFF2-40B4-BE49-F238E27FC236}">
                <a16:creationId xmlns:a16="http://schemas.microsoft.com/office/drawing/2014/main" id="{4A2FECA2-3808-47DC-84EB-CD3395C2052D}"/>
              </a:ext>
            </a:extLst>
          </p:cNvPr>
          <p:cNvSpPr>
            <a:spLocks noGrp="1"/>
          </p:cNvSpPr>
          <p:nvPr>
            <p:ph type="body" sz="quarter" idx="23" hasCustomPrompt="1"/>
          </p:nvPr>
        </p:nvSpPr>
        <p:spPr>
          <a:xfrm>
            <a:off x="5922254" y="3569311"/>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27" name="Espace réservé du texte 18">
            <a:extLst>
              <a:ext uri="{FF2B5EF4-FFF2-40B4-BE49-F238E27FC236}">
                <a16:creationId xmlns:a16="http://schemas.microsoft.com/office/drawing/2014/main" id="{24393B9A-03C4-45C1-8172-F8B354458A48}"/>
              </a:ext>
            </a:extLst>
          </p:cNvPr>
          <p:cNvSpPr>
            <a:spLocks noGrp="1"/>
          </p:cNvSpPr>
          <p:nvPr>
            <p:ph type="body" sz="quarter" idx="24" hasCustomPrompt="1"/>
          </p:nvPr>
        </p:nvSpPr>
        <p:spPr>
          <a:xfrm>
            <a:off x="5921828" y="3898736"/>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28" name="Espace réservé du texte 15">
            <a:extLst>
              <a:ext uri="{FF2B5EF4-FFF2-40B4-BE49-F238E27FC236}">
                <a16:creationId xmlns:a16="http://schemas.microsoft.com/office/drawing/2014/main" id="{18EC24A5-B4A5-4BAB-AE40-30EB69D6EF73}"/>
              </a:ext>
            </a:extLst>
          </p:cNvPr>
          <p:cNvSpPr>
            <a:spLocks noGrp="1"/>
          </p:cNvSpPr>
          <p:nvPr>
            <p:ph type="body" sz="quarter" idx="25" hasCustomPrompt="1"/>
          </p:nvPr>
        </p:nvSpPr>
        <p:spPr>
          <a:xfrm>
            <a:off x="5922254" y="4669107"/>
            <a:ext cx="5433204" cy="365125"/>
          </a:xfrm>
        </p:spPr>
        <p:txBody>
          <a:bodyPr rtlCol="0">
            <a:normAutofit/>
          </a:bodyPr>
          <a:lstStyle>
            <a:lvl1pPr marL="0" indent="0">
              <a:buNone/>
              <a:defRPr lang="en-US" sz="2000" kern="1200" cap="all" spc="150" baseline="0" dirty="0">
                <a:solidFill>
                  <a:schemeClr val="tx1">
                    <a:lumMod val="75000"/>
                    <a:lumOff val="25000"/>
                  </a:schemeClr>
                </a:solidFill>
                <a:latin typeface="+mj-lt"/>
                <a:ea typeface="+mj-ea"/>
                <a:cs typeface="+mj-cs"/>
              </a:defRPr>
            </a:lvl1pPr>
          </a:lstStyle>
          <a:p>
            <a:pPr lvl="0" rtl="0"/>
            <a:r>
              <a:rPr lang="fr-FR" noProof="0"/>
              <a:t>CLIQUEZ POUR AJOUTER UN SOUS-TITRE</a:t>
            </a:r>
          </a:p>
        </p:txBody>
      </p:sp>
      <p:sp>
        <p:nvSpPr>
          <p:cNvPr id="29" name="Espace réservé du texte 18">
            <a:extLst>
              <a:ext uri="{FF2B5EF4-FFF2-40B4-BE49-F238E27FC236}">
                <a16:creationId xmlns:a16="http://schemas.microsoft.com/office/drawing/2014/main" id="{726F36C0-4E6A-4A10-960D-11D78D044478}"/>
              </a:ext>
            </a:extLst>
          </p:cNvPr>
          <p:cNvSpPr>
            <a:spLocks noGrp="1"/>
          </p:cNvSpPr>
          <p:nvPr>
            <p:ph type="body" sz="quarter" idx="26" hasCustomPrompt="1"/>
          </p:nvPr>
        </p:nvSpPr>
        <p:spPr>
          <a:xfrm>
            <a:off x="5921828" y="4998532"/>
            <a:ext cx="5431971" cy="557950"/>
          </a:xfrm>
        </p:spPr>
        <p:txBody>
          <a:bodyPr rtlCol="0">
            <a:normAutofit/>
          </a:bodyPr>
          <a:lstStyle>
            <a:lvl1pPr marL="0" indent="0">
              <a:lnSpc>
                <a:spcPct val="100000"/>
              </a:lnSpc>
              <a:buFont typeface="Arial" panose="020B0604020202020204" pitchFamily="34" charset="0"/>
              <a:buNone/>
              <a:defRPr sz="1400">
                <a:solidFill>
                  <a:schemeClr val="tx1">
                    <a:lumMod val="75000"/>
                    <a:lumOff val="25000"/>
                  </a:schemeClr>
                </a:solidFill>
              </a:defRPr>
            </a:lvl1pPr>
          </a:lstStyle>
          <a:p>
            <a:pPr lvl="0" rtl="0"/>
            <a:r>
              <a:rPr lang="fr-FR" noProof="0"/>
              <a:t>Cliquer pour ajouter du texte</a:t>
            </a:r>
          </a:p>
        </p:txBody>
      </p:sp>
      <p:sp>
        <p:nvSpPr>
          <p:cNvPr id="21" name="Espace réservé de la date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rtlCol="0"/>
          <a:lstStyle>
            <a:lvl1pPr>
              <a:defRPr sz="900"/>
            </a:lvl1pPr>
          </a:lstStyle>
          <a:p>
            <a:pPr rtl="0"/>
            <a:r>
              <a:rPr lang="fr-FR" noProof="0"/>
              <a:t>20XX</a:t>
            </a:r>
          </a:p>
        </p:txBody>
      </p:sp>
      <p:sp>
        <p:nvSpPr>
          <p:cNvPr id="22" name="Espace réservé du pied de page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rtlCol="0"/>
          <a:lstStyle>
            <a:lvl1pPr>
              <a:defRPr sz="900"/>
            </a:lvl1pPr>
          </a:lstStyle>
          <a:p>
            <a:pPr rtl="0"/>
            <a:r>
              <a:rPr lang="fr-FR" noProof="0"/>
              <a:t>Pitch Deck</a:t>
            </a:r>
          </a:p>
        </p:txBody>
      </p:sp>
      <p:sp>
        <p:nvSpPr>
          <p:cNvPr id="24" name="Espace réservé du numéro de diapositive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2376933483"/>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hronologi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D46070C-E825-43D0-99F4-8B4614131131}"/>
              </a:ext>
            </a:extLst>
          </p:cNvPr>
          <p:cNvSpPr/>
          <p:nvPr userDrawn="1"/>
        </p:nvSpPr>
        <p:spPr>
          <a:xfrm>
            <a:off x="0" y="3057683"/>
            <a:ext cx="12191998"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1">
                  <a:lumMod val="75000"/>
                  <a:lumOff val="25000"/>
                </a:schemeClr>
              </a:solidFill>
            </a:endParaRPr>
          </a:p>
        </p:txBody>
      </p:sp>
      <p:sp>
        <p:nvSpPr>
          <p:cNvPr id="2" name="Titr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rtlCol="0">
            <a:normAutofit/>
          </a:bodyPr>
          <a:lstStyle>
            <a:lvl1pPr algn="l">
              <a:defRPr lang="en-US" sz="2800" kern="1200" spc="150" baseline="0" dirty="0">
                <a:solidFill>
                  <a:schemeClr val="tx1">
                    <a:lumMod val="75000"/>
                    <a:lumOff val="25000"/>
                  </a:schemeClr>
                </a:solidFill>
                <a:latin typeface="+mj-lt"/>
                <a:ea typeface="+mj-ea"/>
                <a:cs typeface="+mj-cs"/>
              </a:defRPr>
            </a:lvl1pPr>
          </a:lstStyle>
          <a:p>
            <a:pPr rtl="0"/>
            <a:r>
              <a:rPr lang="fr-FR" noProof="0"/>
              <a:t>MODIFIEZ LE STYLE DU TITRE</a:t>
            </a:r>
          </a:p>
        </p:txBody>
      </p:sp>
      <p:sp>
        <p:nvSpPr>
          <p:cNvPr id="6" name="Espace réservé du texte 10">
            <a:extLst>
              <a:ext uri="{FF2B5EF4-FFF2-40B4-BE49-F238E27FC236}">
                <a16:creationId xmlns:a16="http://schemas.microsoft.com/office/drawing/2014/main" id="{E4E92FC5-6FC2-45C2-9200-3244F9EA69A0}"/>
              </a:ext>
            </a:extLst>
          </p:cNvPr>
          <p:cNvSpPr>
            <a:spLocks noGrp="1"/>
          </p:cNvSpPr>
          <p:nvPr>
            <p:ph type="body" sz="quarter" idx="33" hasCustomPrompt="1"/>
          </p:nvPr>
        </p:nvSpPr>
        <p:spPr>
          <a:xfrm>
            <a:off x="914399" y="3354712"/>
            <a:ext cx="731520" cy="457200"/>
          </a:xfrm>
        </p:spPr>
        <p:txBody>
          <a:bodyPr rtlCol="0" anchor="ctr"/>
          <a:lstStyle>
            <a:lvl1pPr marL="0" indent="0" algn="l">
              <a:buNone/>
              <a:defRPr sz="1400" b="1">
                <a:solidFill>
                  <a:schemeClr val="tx1">
                    <a:lumMod val="75000"/>
                    <a:lumOff val="25000"/>
                  </a:schemeClr>
                </a:solidFill>
                <a:latin typeface="+mj-lt"/>
              </a:defRPr>
            </a:lvl1pPr>
          </a:lstStyle>
          <a:p>
            <a:pPr lvl="0" rtl="0"/>
            <a:r>
              <a:rPr lang="fr-FR" noProof="0"/>
              <a:t>Année</a:t>
            </a:r>
          </a:p>
        </p:txBody>
      </p:sp>
      <p:sp>
        <p:nvSpPr>
          <p:cNvPr id="7" name="Espace réservé du texte 10">
            <a:extLst>
              <a:ext uri="{FF2B5EF4-FFF2-40B4-BE49-F238E27FC236}">
                <a16:creationId xmlns:a16="http://schemas.microsoft.com/office/drawing/2014/main" id="{4D75C136-D6C3-4431-8776-997070627AAB}"/>
              </a:ext>
            </a:extLst>
          </p:cNvPr>
          <p:cNvSpPr>
            <a:spLocks noGrp="1"/>
          </p:cNvSpPr>
          <p:nvPr>
            <p:ph type="body" sz="quarter" idx="34" hasCustomPrompt="1"/>
          </p:nvPr>
        </p:nvSpPr>
        <p:spPr>
          <a:xfrm>
            <a:off x="196596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8" name="Espace réservé du texte 10">
            <a:extLst>
              <a:ext uri="{FF2B5EF4-FFF2-40B4-BE49-F238E27FC236}">
                <a16:creationId xmlns:a16="http://schemas.microsoft.com/office/drawing/2014/main" id="{FD15D323-BFE3-4ACE-9A2E-C9EB69458B12}"/>
              </a:ext>
            </a:extLst>
          </p:cNvPr>
          <p:cNvSpPr>
            <a:spLocks noGrp="1"/>
          </p:cNvSpPr>
          <p:nvPr>
            <p:ph type="body" sz="quarter" idx="35" hasCustomPrompt="1"/>
          </p:nvPr>
        </p:nvSpPr>
        <p:spPr>
          <a:xfrm>
            <a:off x="275388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9" name="Espace réservé du texte 10">
            <a:extLst>
              <a:ext uri="{FF2B5EF4-FFF2-40B4-BE49-F238E27FC236}">
                <a16:creationId xmlns:a16="http://schemas.microsoft.com/office/drawing/2014/main" id="{3B520767-B49F-4503-8120-B66E411F33E4}"/>
              </a:ext>
            </a:extLst>
          </p:cNvPr>
          <p:cNvSpPr>
            <a:spLocks noGrp="1"/>
          </p:cNvSpPr>
          <p:nvPr>
            <p:ph type="body" sz="quarter" idx="36" hasCustomPrompt="1"/>
          </p:nvPr>
        </p:nvSpPr>
        <p:spPr>
          <a:xfrm>
            <a:off x="354180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0" name="Espace réservé du texte 10">
            <a:extLst>
              <a:ext uri="{FF2B5EF4-FFF2-40B4-BE49-F238E27FC236}">
                <a16:creationId xmlns:a16="http://schemas.microsoft.com/office/drawing/2014/main" id="{30C2F5A0-E03E-4C89-B9EB-8D48889F5F91}"/>
              </a:ext>
            </a:extLst>
          </p:cNvPr>
          <p:cNvSpPr>
            <a:spLocks noGrp="1"/>
          </p:cNvSpPr>
          <p:nvPr>
            <p:ph type="body" sz="quarter" idx="37" hasCustomPrompt="1"/>
          </p:nvPr>
        </p:nvSpPr>
        <p:spPr>
          <a:xfrm>
            <a:off x="432972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1" name="Espace réservé du texte 10">
            <a:extLst>
              <a:ext uri="{FF2B5EF4-FFF2-40B4-BE49-F238E27FC236}">
                <a16:creationId xmlns:a16="http://schemas.microsoft.com/office/drawing/2014/main" id="{AB3645A3-D681-45BF-B195-452D000802CA}"/>
              </a:ext>
            </a:extLst>
          </p:cNvPr>
          <p:cNvSpPr>
            <a:spLocks noGrp="1"/>
          </p:cNvSpPr>
          <p:nvPr>
            <p:ph type="body" sz="quarter" idx="38" hasCustomPrompt="1"/>
          </p:nvPr>
        </p:nvSpPr>
        <p:spPr>
          <a:xfrm>
            <a:off x="914400" y="4292468"/>
            <a:ext cx="731520" cy="457200"/>
          </a:xfrm>
        </p:spPr>
        <p:txBody>
          <a:bodyPr rtlCol="0" anchor="ctr"/>
          <a:lstStyle>
            <a:lvl1pPr marL="0" indent="0" algn="l">
              <a:buNone/>
              <a:defRPr sz="1400" b="1">
                <a:solidFill>
                  <a:schemeClr val="tx1">
                    <a:lumMod val="75000"/>
                    <a:lumOff val="25000"/>
                  </a:schemeClr>
                </a:solidFill>
                <a:latin typeface="+mj-lt"/>
              </a:defRPr>
            </a:lvl1pPr>
          </a:lstStyle>
          <a:p>
            <a:pPr lvl="0" rtl="0"/>
            <a:r>
              <a:rPr lang="fr-FR" noProof="0"/>
              <a:t>Année</a:t>
            </a:r>
          </a:p>
        </p:txBody>
      </p:sp>
      <p:sp>
        <p:nvSpPr>
          <p:cNvPr id="12" name="Espace réservé du texte 10">
            <a:extLst>
              <a:ext uri="{FF2B5EF4-FFF2-40B4-BE49-F238E27FC236}">
                <a16:creationId xmlns:a16="http://schemas.microsoft.com/office/drawing/2014/main" id="{59D3CBFE-13C8-4DB1-A831-9393264923E7}"/>
              </a:ext>
            </a:extLst>
          </p:cNvPr>
          <p:cNvSpPr>
            <a:spLocks noGrp="1"/>
          </p:cNvSpPr>
          <p:nvPr>
            <p:ph type="body" sz="quarter" idx="39" hasCustomPrompt="1"/>
          </p:nvPr>
        </p:nvSpPr>
        <p:spPr>
          <a:xfrm>
            <a:off x="511764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3" name="Espace réservé du texte 10">
            <a:extLst>
              <a:ext uri="{FF2B5EF4-FFF2-40B4-BE49-F238E27FC236}">
                <a16:creationId xmlns:a16="http://schemas.microsoft.com/office/drawing/2014/main" id="{82385A0A-C61D-4BBD-AC77-D7642F895E22}"/>
              </a:ext>
            </a:extLst>
          </p:cNvPr>
          <p:cNvSpPr>
            <a:spLocks noGrp="1"/>
          </p:cNvSpPr>
          <p:nvPr>
            <p:ph type="body" sz="quarter" idx="40" hasCustomPrompt="1"/>
          </p:nvPr>
        </p:nvSpPr>
        <p:spPr>
          <a:xfrm>
            <a:off x="590556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4" name="Espace réservé du texte 10">
            <a:extLst>
              <a:ext uri="{FF2B5EF4-FFF2-40B4-BE49-F238E27FC236}">
                <a16:creationId xmlns:a16="http://schemas.microsoft.com/office/drawing/2014/main" id="{FED89FCE-7507-4C8C-923F-922290589466}"/>
              </a:ext>
            </a:extLst>
          </p:cNvPr>
          <p:cNvSpPr>
            <a:spLocks noGrp="1"/>
          </p:cNvSpPr>
          <p:nvPr>
            <p:ph type="body" sz="quarter" idx="41" hasCustomPrompt="1"/>
          </p:nvPr>
        </p:nvSpPr>
        <p:spPr>
          <a:xfrm>
            <a:off x="669348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5" name="Espace réservé du texte 10">
            <a:extLst>
              <a:ext uri="{FF2B5EF4-FFF2-40B4-BE49-F238E27FC236}">
                <a16:creationId xmlns:a16="http://schemas.microsoft.com/office/drawing/2014/main" id="{F2F73935-BF53-4510-8B8F-EDB1CD56A1BB}"/>
              </a:ext>
            </a:extLst>
          </p:cNvPr>
          <p:cNvSpPr>
            <a:spLocks noGrp="1"/>
          </p:cNvSpPr>
          <p:nvPr>
            <p:ph type="body" sz="quarter" idx="42" hasCustomPrompt="1"/>
          </p:nvPr>
        </p:nvSpPr>
        <p:spPr>
          <a:xfrm>
            <a:off x="905724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6" name="Espace réservé du texte 10">
            <a:extLst>
              <a:ext uri="{FF2B5EF4-FFF2-40B4-BE49-F238E27FC236}">
                <a16:creationId xmlns:a16="http://schemas.microsoft.com/office/drawing/2014/main" id="{2A9276DB-F427-4F8E-8E4C-466600F390FD}"/>
              </a:ext>
            </a:extLst>
          </p:cNvPr>
          <p:cNvSpPr>
            <a:spLocks noGrp="1"/>
          </p:cNvSpPr>
          <p:nvPr>
            <p:ph type="body" sz="quarter" idx="43" hasCustomPrompt="1"/>
          </p:nvPr>
        </p:nvSpPr>
        <p:spPr>
          <a:xfrm>
            <a:off x="748140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7" name="Espace réservé du texte 10">
            <a:extLst>
              <a:ext uri="{FF2B5EF4-FFF2-40B4-BE49-F238E27FC236}">
                <a16:creationId xmlns:a16="http://schemas.microsoft.com/office/drawing/2014/main" id="{79023948-0C1E-4DAB-B885-1C713409AA08}"/>
              </a:ext>
            </a:extLst>
          </p:cNvPr>
          <p:cNvSpPr>
            <a:spLocks noGrp="1"/>
          </p:cNvSpPr>
          <p:nvPr>
            <p:ph type="body" sz="quarter" idx="44" hasCustomPrompt="1"/>
          </p:nvPr>
        </p:nvSpPr>
        <p:spPr>
          <a:xfrm>
            <a:off x="826932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8" name="Espace réservé du texte 10">
            <a:extLst>
              <a:ext uri="{FF2B5EF4-FFF2-40B4-BE49-F238E27FC236}">
                <a16:creationId xmlns:a16="http://schemas.microsoft.com/office/drawing/2014/main" id="{4AB6A03C-6180-41ED-A88D-ECBB80D160F2}"/>
              </a:ext>
            </a:extLst>
          </p:cNvPr>
          <p:cNvSpPr>
            <a:spLocks noGrp="1"/>
          </p:cNvSpPr>
          <p:nvPr>
            <p:ph type="body" sz="quarter" idx="45" hasCustomPrompt="1"/>
          </p:nvPr>
        </p:nvSpPr>
        <p:spPr>
          <a:xfrm>
            <a:off x="9845160"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19" name="Espace réservé du texte 10">
            <a:extLst>
              <a:ext uri="{FF2B5EF4-FFF2-40B4-BE49-F238E27FC236}">
                <a16:creationId xmlns:a16="http://schemas.microsoft.com/office/drawing/2014/main" id="{145AD645-55F0-41A9-AC53-ED30BF1340BA}"/>
              </a:ext>
            </a:extLst>
          </p:cNvPr>
          <p:cNvSpPr>
            <a:spLocks noGrp="1"/>
          </p:cNvSpPr>
          <p:nvPr>
            <p:ph type="body" sz="quarter" idx="46" hasCustomPrompt="1"/>
          </p:nvPr>
        </p:nvSpPr>
        <p:spPr>
          <a:xfrm>
            <a:off x="10633085" y="3502152"/>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0" name="Espace réservé du texte 10">
            <a:extLst>
              <a:ext uri="{FF2B5EF4-FFF2-40B4-BE49-F238E27FC236}">
                <a16:creationId xmlns:a16="http://schemas.microsoft.com/office/drawing/2014/main" id="{C39F248D-01B4-40EE-B483-E8E81806DFBE}"/>
              </a:ext>
            </a:extLst>
          </p:cNvPr>
          <p:cNvSpPr>
            <a:spLocks noGrp="1"/>
          </p:cNvSpPr>
          <p:nvPr>
            <p:ph type="body" sz="quarter" idx="47" hasCustomPrompt="1"/>
          </p:nvPr>
        </p:nvSpPr>
        <p:spPr>
          <a:xfrm>
            <a:off x="1969915"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1" name="Espace réservé du texte 10">
            <a:extLst>
              <a:ext uri="{FF2B5EF4-FFF2-40B4-BE49-F238E27FC236}">
                <a16:creationId xmlns:a16="http://schemas.microsoft.com/office/drawing/2014/main" id="{1D0F1859-7A34-42DF-873E-2CF864E4C4BE}"/>
              </a:ext>
            </a:extLst>
          </p:cNvPr>
          <p:cNvSpPr>
            <a:spLocks noGrp="1"/>
          </p:cNvSpPr>
          <p:nvPr>
            <p:ph type="body" sz="quarter" idx="48" hasCustomPrompt="1"/>
          </p:nvPr>
        </p:nvSpPr>
        <p:spPr>
          <a:xfrm>
            <a:off x="2757602"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2" name="Espace réservé du texte 10">
            <a:extLst>
              <a:ext uri="{FF2B5EF4-FFF2-40B4-BE49-F238E27FC236}">
                <a16:creationId xmlns:a16="http://schemas.microsoft.com/office/drawing/2014/main" id="{6EB397AF-B5C1-40FE-86D4-BA660E4C6E46}"/>
              </a:ext>
            </a:extLst>
          </p:cNvPr>
          <p:cNvSpPr>
            <a:spLocks noGrp="1"/>
          </p:cNvSpPr>
          <p:nvPr>
            <p:ph type="body" sz="quarter" idx="49" hasCustomPrompt="1"/>
          </p:nvPr>
        </p:nvSpPr>
        <p:spPr>
          <a:xfrm>
            <a:off x="3545289"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3" name="Espace réservé du texte 10">
            <a:extLst>
              <a:ext uri="{FF2B5EF4-FFF2-40B4-BE49-F238E27FC236}">
                <a16:creationId xmlns:a16="http://schemas.microsoft.com/office/drawing/2014/main" id="{AF1343D5-DC0F-4C7E-967F-CFC300A2C807}"/>
              </a:ext>
            </a:extLst>
          </p:cNvPr>
          <p:cNvSpPr>
            <a:spLocks noGrp="1"/>
          </p:cNvSpPr>
          <p:nvPr>
            <p:ph type="body" sz="quarter" idx="50" hasCustomPrompt="1"/>
          </p:nvPr>
        </p:nvSpPr>
        <p:spPr>
          <a:xfrm>
            <a:off x="4332976"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4" name="Espace réservé du texte 10">
            <a:extLst>
              <a:ext uri="{FF2B5EF4-FFF2-40B4-BE49-F238E27FC236}">
                <a16:creationId xmlns:a16="http://schemas.microsoft.com/office/drawing/2014/main" id="{9AD688A5-D2DF-4FC3-8171-FAEA8C4F5566}"/>
              </a:ext>
            </a:extLst>
          </p:cNvPr>
          <p:cNvSpPr>
            <a:spLocks noGrp="1"/>
          </p:cNvSpPr>
          <p:nvPr>
            <p:ph type="body" sz="quarter" idx="51" hasCustomPrompt="1"/>
          </p:nvPr>
        </p:nvSpPr>
        <p:spPr>
          <a:xfrm>
            <a:off x="5120663"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5" name="Espace réservé du texte 10">
            <a:extLst>
              <a:ext uri="{FF2B5EF4-FFF2-40B4-BE49-F238E27FC236}">
                <a16:creationId xmlns:a16="http://schemas.microsoft.com/office/drawing/2014/main" id="{EA05A5D4-01B0-4932-B03E-571986E282EA}"/>
              </a:ext>
            </a:extLst>
          </p:cNvPr>
          <p:cNvSpPr>
            <a:spLocks noGrp="1"/>
          </p:cNvSpPr>
          <p:nvPr>
            <p:ph type="body" sz="quarter" idx="52" hasCustomPrompt="1"/>
          </p:nvPr>
        </p:nvSpPr>
        <p:spPr>
          <a:xfrm>
            <a:off x="5908350"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6" name="Espace réservé du texte 10">
            <a:extLst>
              <a:ext uri="{FF2B5EF4-FFF2-40B4-BE49-F238E27FC236}">
                <a16:creationId xmlns:a16="http://schemas.microsoft.com/office/drawing/2014/main" id="{72A84601-CD4F-49ED-8D51-CEF032363058}"/>
              </a:ext>
            </a:extLst>
          </p:cNvPr>
          <p:cNvSpPr>
            <a:spLocks noGrp="1"/>
          </p:cNvSpPr>
          <p:nvPr>
            <p:ph type="body" sz="quarter" idx="53" hasCustomPrompt="1"/>
          </p:nvPr>
        </p:nvSpPr>
        <p:spPr>
          <a:xfrm>
            <a:off x="6696037"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7" name="Espace réservé du texte 10">
            <a:extLst>
              <a:ext uri="{FF2B5EF4-FFF2-40B4-BE49-F238E27FC236}">
                <a16:creationId xmlns:a16="http://schemas.microsoft.com/office/drawing/2014/main" id="{C49FB196-753D-4A12-9460-57D8AB4B540B}"/>
              </a:ext>
            </a:extLst>
          </p:cNvPr>
          <p:cNvSpPr>
            <a:spLocks noGrp="1"/>
          </p:cNvSpPr>
          <p:nvPr>
            <p:ph type="body" sz="quarter" idx="54" hasCustomPrompt="1"/>
          </p:nvPr>
        </p:nvSpPr>
        <p:spPr>
          <a:xfrm>
            <a:off x="9059098"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8" name="Espace réservé du texte 10">
            <a:extLst>
              <a:ext uri="{FF2B5EF4-FFF2-40B4-BE49-F238E27FC236}">
                <a16:creationId xmlns:a16="http://schemas.microsoft.com/office/drawing/2014/main" id="{DFC05EC7-9D6C-486B-9E2F-D3612013C0A1}"/>
              </a:ext>
            </a:extLst>
          </p:cNvPr>
          <p:cNvSpPr>
            <a:spLocks noGrp="1"/>
          </p:cNvSpPr>
          <p:nvPr>
            <p:ph type="body" sz="quarter" idx="55" hasCustomPrompt="1"/>
          </p:nvPr>
        </p:nvSpPr>
        <p:spPr>
          <a:xfrm>
            <a:off x="7483724"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29" name="Espace réservé du texte 10">
            <a:extLst>
              <a:ext uri="{FF2B5EF4-FFF2-40B4-BE49-F238E27FC236}">
                <a16:creationId xmlns:a16="http://schemas.microsoft.com/office/drawing/2014/main" id="{98F455FB-241B-4E1F-B581-FA6CBA239545}"/>
              </a:ext>
            </a:extLst>
          </p:cNvPr>
          <p:cNvSpPr>
            <a:spLocks noGrp="1"/>
          </p:cNvSpPr>
          <p:nvPr>
            <p:ph type="body" sz="quarter" idx="56" hasCustomPrompt="1"/>
          </p:nvPr>
        </p:nvSpPr>
        <p:spPr>
          <a:xfrm>
            <a:off x="8271411"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30" name="Espace réservé du texte 10">
            <a:extLst>
              <a:ext uri="{FF2B5EF4-FFF2-40B4-BE49-F238E27FC236}">
                <a16:creationId xmlns:a16="http://schemas.microsoft.com/office/drawing/2014/main" id="{9E38664A-8108-4E24-800B-3C32ADA43978}"/>
              </a:ext>
            </a:extLst>
          </p:cNvPr>
          <p:cNvSpPr>
            <a:spLocks noGrp="1"/>
          </p:cNvSpPr>
          <p:nvPr>
            <p:ph type="body" sz="quarter" idx="57" hasCustomPrompt="1"/>
          </p:nvPr>
        </p:nvSpPr>
        <p:spPr>
          <a:xfrm>
            <a:off x="9846785"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31" name="Espace réservé du texte 10">
            <a:extLst>
              <a:ext uri="{FF2B5EF4-FFF2-40B4-BE49-F238E27FC236}">
                <a16:creationId xmlns:a16="http://schemas.microsoft.com/office/drawing/2014/main" id="{2908458B-A3ED-4855-9E08-108D7C4A8D36}"/>
              </a:ext>
            </a:extLst>
          </p:cNvPr>
          <p:cNvSpPr>
            <a:spLocks noGrp="1"/>
          </p:cNvSpPr>
          <p:nvPr>
            <p:ph type="body" sz="quarter" idx="58" hasCustomPrompt="1"/>
          </p:nvPr>
        </p:nvSpPr>
        <p:spPr>
          <a:xfrm>
            <a:off x="10634472" y="4425696"/>
            <a:ext cx="640080" cy="201776"/>
          </a:xfrm>
        </p:spPr>
        <p:txBody>
          <a:bodyPr rtlCol="0">
            <a:noAutofit/>
          </a:bodyPr>
          <a:lstStyle>
            <a:lvl1pPr marL="0" indent="0" algn="ctr">
              <a:buNone/>
              <a:defRPr sz="1000">
                <a:solidFill>
                  <a:schemeClr val="tx1">
                    <a:lumMod val="75000"/>
                    <a:lumOff val="25000"/>
                  </a:schemeClr>
                </a:solidFill>
              </a:defRPr>
            </a:lvl1pPr>
          </a:lstStyle>
          <a:p>
            <a:pPr lvl="0" rtl="0"/>
            <a:r>
              <a:rPr lang="fr-FR" noProof="0"/>
              <a:t>MM</a:t>
            </a:r>
          </a:p>
        </p:txBody>
      </p:sp>
      <p:sp>
        <p:nvSpPr>
          <p:cNvPr id="32" name="Rectangle 31">
            <a:extLst>
              <a:ext uri="{FF2B5EF4-FFF2-40B4-BE49-F238E27FC236}">
                <a16:creationId xmlns:a16="http://schemas.microsoft.com/office/drawing/2014/main" id="{FFA35437-CCDE-4D92-B879-F23B329C8EC3}"/>
              </a:ext>
            </a:extLst>
          </p:cNvPr>
          <p:cNvSpPr/>
          <p:nvPr userDrawn="1"/>
        </p:nvSpPr>
        <p:spPr>
          <a:xfrm>
            <a:off x="929640" y="4034785"/>
            <a:ext cx="10332720" cy="45719"/>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noProof="0">
              <a:solidFill>
                <a:schemeClr val="tx1">
                  <a:lumMod val="75000"/>
                  <a:lumOff val="25000"/>
                </a:schemeClr>
              </a:solidFill>
            </a:endParaRPr>
          </a:p>
        </p:txBody>
      </p:sp>
      <p:sp>
        <p:nvSpPr>
          <p:cNvPr id="36" name="Espace réservé de la date 2">
            <a:extLst>
              <a:ext uri="{FF2B5EF4-FFF2-40B4-BE49-F238E27FC236}">
                <a16:creationId xmlns:a16="http://schemas.microsoft.com/office/drawing/2014/main" id="{1CDC588F-73BC-4108-974B-0EAAB8213CE0}"/>
              </a:ext>
            </a:extLst>
          </p:cNvPr>
          <p:cNvSpPr>
            <a:spLocks noGrp="1"/>
          </p:cNvSpPr>
          <p:nvPr>
            <p:ph type="dt" sz="half" idx="10"/>
          </p:nvPr>
        </p:nvSpPr>
        <p:spPr>
          <a:xfrm>
            <a:off x="838200" y="6356350"/>
            <a:ext cx="2743200" cy="365125"/>
          </a:xfrm>
        </p:spPr>
        <p:txBody>
          <a:bodyPr rtlCol="0"/>
          <a:lstStyle>
            <a:lvl1pPr>
              <a:defRPr sz="900"/>
            </a:lvl1pPr>
          </a:lstStyle>
          <a:p>
            <a:pPr rtl="0"/>
            <a:r>
              <a:rPr lang="fr-FR" noProof="0"/>
              <a:t>20XX</a:t>
            </a:r>
          </a:p>
        </p:txBody>
      </p:sp>
      <p:sp>
        <p:nvSpPr>
          <p:cNvPr id="37" name="Espace réservé du pied de page 3">
            <a:extLst>
              <a:ext uri="{FF2B5EF4-FFF2-40B4-BE49-F238E27FC236}">
                <a16:creationId xmlns:a16="http://schemas.microsoft.com/office/drawing/2014/main" id="{B2AC1EB2-9B8F-4077-8B66-64F9549F2C99}"/>
              </a:ext>
            </a:extLst>
          </p:cNvPr>
          <p:cNvSpPr>
            <a:spLocks noGrp="1"/>
          </p:cNvSpPr>
          <p:nvPr>
            <p:ph type="ftr" sz="quarter" idx="11"/>
          </p:nvPr>
        </p:nvSpPr>
        <p:spPr>
          <a:xfrm>
            <a:off x="4038600" y="6356350"/>
            <a:ext cx="4114800" cy="365125"/>
          </a:xfrm>
        </p:spPr>
        <p:txBody>
          <a:bodyPr rtlCol="0"/>
          <a:lstStyle>
            <a:lvl1pPr>
              <a:defRPr sz="900"/>
            </a:lvl1pPr>
          </a:lstStyle>
          <a:p>
            <a:pPr rtl="0"/>
            <a:r>
              <a:rPr lang="fr-FR" noProof="0"/>
              <a:t>Pitch Deck</a:t>
            </a:r>
          </a:p>
        </p:txBody>
      </p:sp>
      <p:sp>
        <p:nvSpPr>
          <p:cNvPr id="38" name="Espace réservé du numéro de diapositive 4">
            <a:extLst>
              <a:ext uri="{FF2B5EF4-FFF2-40B4-BE49-F238E27FC236}">
                <a16:creationId xmlns:a16="http://schemas.microsoft.com/office/drawing/2014/main" id="{28DE3E33-346A-45AF-B164-CB5DF04FAE6D}"/>
              </a:ext>
            </a:extLst>
          </p:cNvPr>
          <p:cNvSpPr>
            <a:spLocks noGrp="1"/>
          </p:cNvSpPr>
          <p:nvPr>
            <p:ph type="sldNum" sz="quarter" idx="12"/>
          </p:nvPr>
        </p:nvSpPr>
        <p:spPr>
          <a:xfrm>
            <a:off x="8610600" y="6356350"/>
            <a:ext cx="2743200"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20563234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7" name="Espace réservé SmartArt 6">
            <a:extLst>
              <a:ext uri="{FF2B5EF4-FFF2-40B4-BE49-F238E27FC236}">
                <a16:creationId xmlns:a16="http://schemas.microsoft.com/office/drawing/2014/main" id="{156CA116-0F6E-4EE9-B34F-03BA07161A7A}"/>
              </a:ext>
            </a:extLst>
          </p:cNvPr>
          <p:cNvSpPr>
            <a:spLocks noGrp="1"/>
          </p:cNvSpPr>
          <p:nvPr>
            <p:ph type="dgm" sz="quarter" idx="15" hasCustomPrompt="1"/>
          </p:nvPr>
        </p:nvSpPr>
        <p:spPr>
          <a:xfrm>
            <a:off x="838200" y="2136776"/>
            <a:ext cx="10515600" cy="3697645"/>
          </a:xfrm>
        </p:spPr>
        <p:txBody>
          <a:bodyPr rtlCol="0"/>
          <a:lstStyle>
            <a:lvl1pPr>
              <a:defRPr>
                <a:solidFill>
                  <a:schemeClr val="tx1">
                    <a:lumMod val="75000"/>
                    <a:lumOff val="25000"/>
                  </a:schemeClr>
                </a:solidFill>
              </a:defRPr>
            </a:lvl1pPr>
          </a:lstStyle>
          <a:p>
            <a:pPr rtl="0"/>
            <a:r>
              <a:rPr lang="fr-FR" noProof="0"/>
              <a:t>Cliquez sur l’icône pour ajouter un graphique SmartArt</a:t>
            </a:r>
          </a:p>
        </p:txBody>
      </p:sp>
      <p:sp>
        <p:nvSpPr>
          <p:cNvPr id="2" name="Titr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rtlCol="0">
            <a:normAutofit/>
          </a:bodyPr>
          <a:lstStyle>
            <a:lvl1pPr algn="ctr">
              <a:defRPr lang="en-US" sz="2800" kern="1200"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3" name="Espace réservé de la date 2">
            <a:extLst>
              <a:ext uri="{FF2B5EF4-FFF2-40B4-BE49-F238E27FC236}">
                <a16:creationId xmlns:a16="http://schemas.microsoft.com/office/drawing/2014/main" id="{7E085D26-FA83-4414-959E-98936A772670}"/>
              </a:ext>
            </a:extLst>
          </p:cNvPr>
          <p:cNvSpPr>
            <a:spLocks noGrp="1"/>
          </p:cNvSpPr>
          <p:nvPr>
            <p:ph type="dt" sz="half" idx="10"/>
          </p:nvPr>
        </p:nvSpPr>
        <p:spPr/>
        <p:txBody>
          <a:bodyPr rtlCol="0"/>
          <a:lstStyle>
            <a:lvl1pPr>
              <a:defRPr sz="900"/>
            </a:lvl1pPr>
          </a:lstStyle>
          <a:p>
            <a:pPr rtl="0"/>
            <a:r>
              <a:rPr lang="fr-FR" noProof="0"/>
              <a:t>20XX</a:t>
            </a:r>
          </a:p>
        </p:txBody>
      </p:sp>
      <p:sp>
        <p:nvSpPr>
          <p:cNvPr id="4" name="Espace réservé du pied de page 3">
            <a:extLst>
              <a:ext uri="{FF2B5EF4-FFF2-40B4-BE49-F238E27FC236}">
                <a16:creationId xmlns:a16="http://schemas.microsoft.com/office/drawing/2014/main" id="{1FB52E93-DE4C-4341-8D83-F0230E38B1A1}"/>
              </a:ext>
            </a:extLst>
          </p:cNvPr>
          <p:cNvSpPr>
            <a:spLocks noGrp="1"/>
          </p:cNvSpPr>
          <p:nvPr>
            <p:ph type="ftr" sz="quarter" idx="11"/>
          </p:nvPr>
        </p:nvSpPr>
        <p:spPr/>
        <p:txBody>
          <a:bodyPr rtlCol="0"/>
          <a:lstStyle>
            <a:lvl1pPr>
              <a:defRPr sz="900"/>
            </a:lvl1pPr>
          </a:lstStyle>
          <a:p>
            <a:pPr rtl="0"/>
            <a:r>
              <a:rPr lang="fr-FR" noProof="0"/>
              <a:t>Pitch Deck</a:t>
            </a:r>
          </a:p>
        </p:txBody>
      </p:sp>
      <p:cxnSp>
        <p:nvCxnSpPr>
          <p:cNvPr id="10" name="Connecteur droit 9">
            <a:extLst>
              <a:ext uri="{FF2B5EF4-FFF2-40B4-BE49-F238E27FC236}">
                <a16:creationId xmlns:a16="http://schemas.microsoft.com/office/drawing/2014/main" id="{66988B2D-0240-4256-8268-4B9FF1E72363}"/>
              </a:ext>
            </a:extLst>
          </p:cNvPr>
          <p:cNvCxnSpPr>
            <a:cxnSpLocks/>
          </p:cNvCxnSpPr>
          <p:nvPr/>
        </p:nvCxnSpPr>
        <p:spPr>
          <a:xfrm flipV="1">
            <a:off x="0" y="0"/>
            <a:ext cx="2590800" cy="76200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D8EEAAE1-3D04-41C3-B2D2-B3BEF34C3B27}"/>
              </a:ext>
            </a:extLst>
          </p:cNvPr>
          <p:cNvCxnSpPr>
            <a:cxnSpLocks/>
          </p:cNvCxnSpPr>
          <p:nvPr/>
        </p:nvCxnSpPr>
        <p:spPr>
          <a:xfrm flipH="1">
            <a:off x="0" y="0"/>
            <a:ext cx="704850" cy="1027906"/>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5" name="Espace réservé du numéro de diapositive 4">
            <a:extLst>
              <a:ext uri="{FF2B5EF4-FFF2-40B4-BE49-F238E27FC236}">
                <a16:creationId xmlns:a16="http://schemas.microsoft.com/office/drawing/2014/main" id="{AC467230-4A0F-4B18-8BA9-C3B2FDD59CB0}"/>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23543133"/>
      </p:ext>
    </p:extLst>
  </p:cSld>
  <p:clrMapOvr>
    <a:overrideClrMapping bg1="lt1" tx1="dk1" bg2="lt2" tx2="dk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Diapositive équipe 4 personnes">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11" name="Espace réservé d’image 10">
            <a:extLst>
              <a:ext uri="{FF2B5EF4-FFF2-40B4-BE49-F238E27FC236}">
                <a16:creationId xmlns:a16="http://schemas.microsoft.com/office/drawing/2014/main" id="{B0BDE76A-30A6-4268-9656-28A484C3DCC9}"/>
              </a:ext>
            </a:extLst>
          </p:cNvPr>
          <p:cNvSpPr>
            <a:spLocks noGrp="1"/>
          </p:cNvSpPr>
          <p:nvPr>
            <p:ph type="pic" sz="quarter" idx="14" hasCustomPrompt="1"/>
          </p:nvPr>
        </p:nvSpPr>
        <p:spPr>
          <a:xfrm>
            <a:off x="1487181" y="2886074"/>
            <a:ext cx="1845511" cy="1845511"/>
          </a:xfrm>
          <a:solidFill>
            <a:schemeClr val="bg1">
              <a:lumMod val="95000"/>
            </a:schemeClr>
          </a:solidFill>
        </p:spPr>
        <p:txBody>
          <a:bodyPr rtlCol="0">
            <a:normAutofit/>
          </a:bodyPr>
          <a:lstStyle>
            <a:lvl1pPr marL="0" indent="0" algn="l">
              <a:lnSpc>
                <a:spcPct val="100000"/>
              </a:lnSpc>
              <a:buNone/>
              <a:defRPr sz="1400">
                <a:solidFill>
                  <a:schemeClr val="tx1">
                    <a:lumMod val="75000"/>
                    <a:lumOff val="25000"/>
                  </a:schemeClr>
                </a:solidFill>
              </a:defRPr>
            </a:lvl1pPr>
          </a:lstStyle>
          <a:p>
            <a:pPr rtl="0"/>
            <a:r>
              <a:rPr lang="fr-FR" noProof="0"/>
              <a:t>Cliquez sur l’icône pour ajouter une image</a:t>
            </a:r>
          </a:p>
        </p:txBody>
      </p:sp>
      <p:sp>
        <p:nvSpPr>
          <p:cNvPr id="17" name="Espace réservé d’image 10">
            <a:extLst>
              <a:ext uri="{FF2B5EF4-FFF2-40B4-BE49-F238E27FC236}">
                <a16:creationId xmlns:a16="http://schemas.microsoft.com/office/drawing/2014/main" id="{C4CA5C9C-91D5-44B1-A82A-A49732B4691A}"/>
              </a:ext>
            </a:extLst>
          </p:cNvPr>
          <p:cNvSpPr>
            <a:spLocks noGrp="1"/>
          </p:cNvSpPr>
          <p:nvPr>
            <p:ph type="pic" sz="quarter" idx="15" hasCustomPrompt="1"/>
          </p:nvPr>
        </p:nvSpPr>
        <p:spPr>
          <a:xfrm>
            <a:off x="3836914" y="2886074"/>
            <a:ext cx="1845511" cy="1845511"/>
          </a:xfrm>
          <a:solidFill>
            <a:schemeClr val="bg1">
              <a:lumMod val="95000"/>
            </a:schemeClr>
          </a:solidFill>
        </p:spPr>
        <p:txBody>
          <a:bodyPr rtlCol="0">
            <a:normAutofit/>
          </a:bodyPr>
          <a:lstStyle>
            <a:lvl1pPr marL="0" indent="0" algn="l">
              <a:lnSpc>
                <a:spcPct val="100000"/>
              </a:lnSpc>
              <a:buNone/>
              <a:defRPr sz="1400">
                <a:solidFill>
                  <a:schemeClr val="tx1">
                    <a:lumMod val="75000"/>
                    <a:lumOff val="25000"/>
                  </a:schemeClr>
                </a:solidFill>
              </a:defRPr>
            </a:lvl1pPr>
          </a:lstStyle>
          <a:p>
            <a:pPr rtl="0"/>
            <a:r>
              <a:rPr lang="fr-FR" noProof="0"/>
              <a:t>Cliquez sur l’icône pour ajouter une image</a:t>
            </a:r>
          </a:p>
        </p:txBody>
      </p:sp>
      <p:sp>
        <p:nvSpPr>
          <p:cNvPr id="18" name="Espace réservé d’image 10">
            <a:extLst>
              <a:ext uri="{FF2B5EF4-FFF2-40B4-BE49-F238E27FC236}">
                <a16:creationId xmlns:a16="http://schemas.microsoft.com/office/drawing/2014/main" id="{4EBC7D6F-397D-4C5A-AA62-F683F88531A2}"/>
              </a:ext>
            </a:extLst>
          </p:cNvPr>
          <p:cNvSpPr>
            <a:spLocks noGrp="1"/>
          </p:cNvSpPr>
          <p:nvPr>
            <p:ph type="pic" sz="quarter" idx="16" hasCustomPrompt="1"/>
          </p:nvPr>
        </p:nvSpPr>
        <p:spPr>
          <a:xfrm>
            <a:off x="6327578" y="2886074"/>
            <a:ext cx="1845511" cy="1845511"/>
          </a:xfrm>
          <a:solidFill>
            <a:schemeClr val="bg1">
              <a:lumMod val="95000"/>
            </a:schemeClr>
          </a:solidFill>
        </p:spPr>
        <p:txBody>
          <a:bodyPr rtlCol="0">
            <a:normAutofit/>
          </a:bodyPr>
          <a:lstStyle>
            <a:lvl1pPr marL="0" indent="0">
              <a:buNone/>
              <a:defRPr sz="1400"/>
            </a:lvl1pPr>
            <a:lvl2pPr marL="457200" indent="0" algn="l">
              <a:lnSpc>
                <a:spcPct val="100000"/>
              </a:lnSpc>
              <a:buNone/>
              <a:defRPr sz="1400">
                <a:solidFill>
                  <a:schemeClr val="tx1">
                    <a:lumMod val="75000"/>
                    <a:lumOff val="25000"/>
                  </a:schemeClr>
                </a:solidFill>
              </a:defRPr>
            </a:lvl2pPr>
          </a:lstStyle>
          <a:p>
            <a:pPr lvl="0" rtl="0"/>
            <a:r>
              <a:rPr lang="fr-FR" noProof="0"/>
              <a:t>Cliquez sur l’icône pour ajouter une image</a:t>
            </a:r>
          </a:p>
        </p:txBody>
      </p:sp>
      <p:sp>
        <p:nvSpPr>
          <p:cNvPr id="19" name="Espace réservé d’image 10">
            <a:extLst>
              <a:ext uri="{FF2B5EF4-FFF2-40B4-BE49-F238E27FC236}">
                <a16:creationId xmlns:a16="http://schemas.microsoft.com/office/drawing/2014/main" id="{92E6B581-A522-4758-A9A4-8B9C7B860CF2}"/>
              </a:ext>
            </a:extLst>
          </p:cNvPr>
          <p:cNvSpPr>
            <a:spLocks noGrp="1"/>
          </p:cNvSpPr>
          <p:nvPr>
            <p:ph type="pic" sz="quarter" idx="17" hasCustomPrompt="1"/>
          </p:nvPr>
        </p:nvSpPr>
        <p:spPr>
          <a:xfrm>
            <a:off x="8747458" y="2886074"/>
            <a:ext cx="1845511" cy="1845511"/>
          </a:xfrm>
          <a:solidFill>
            <a:schemeClr val="bg1">
              <a:lumMod val="95000"/>
            </a:schemeClr>
          </a:solidFill>
        </p:spPr>
        <p:txBody>
          <a:bodyPr rtlCol="0">
            <a:normAutofit/>
          </a:bodyPr>
          <a:lstStyle>
            <a:lvl1pPr marL="0" indent="0" algn="l">
              <a:lnSpc>
                <a:spcPct val="100000"/>
              </a:lnSpc>
              <a:buNone/>
              <a:defRPr sz="1400">
                <a:solidFill>
                  <a:schemeClr val="tx1">
                    <a:lumMod val="75000"/>
                    <a:lumOff val="25000"/>
                  </a:schemeClr>
                </a:solidFill>
              </a:defRPr>
            </a:lvl1pPr>
          </a:lstStyle>
          <a:p>
            <a:pPr rtl="0"/>
            <a:r>
              <a:rPr lang="fr-FR" noProof="0"/>
              <a:t>Cliquez sur l’icône pour ajouter une image</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343248" y="5084524"/>
            <a:ext cx="2123743" cy="343061"/>
          </a:xfrm>
        </p:spPr>
        <p:txBody>
          <a:bodyPr rtlCol="0"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3" name="Espace réservé du texte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692980" y="5099206"/>
            <a:ext cx="2135755" cy="343061"/>
          </a:xfrm>
        </p:spPr>
        <p:txBody>
          <a:bodyPr rtlCol="0"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4" name="Espace réservé du texte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183644" y="5099206"/>
            <a:ext cx="2123743" cy="343061"/>
          </a:xfrm>
        </p:spPr>
        <p:txBody>
          <a:bodyPr rtlCol="0"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5" name="Espace réservé du texte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603525" y="5084524"/>
            <a:ext cx="2123742" cy="343061"/>
          </a:xfrm>
        </p:spPr>
        <p:txBody>
          <a:bodyPr rtlCol="0" anchor="ctr">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6" name="Espace réservé du texte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487181" y="5464114"/>
            <a:ext cx="1845511" cy="343061"/>
          </a:xfrm>
        </p:spPr>
        <p:txBody>
          <a:bodyPr rtlCol="0"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7" name="Espace réservé du texte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36913" y="5478796"/>
            <a:ext cx="1855949" cy="343061"/>
          </a:xfrm>
        </p:spPr>
        <p:txBody>
          <a:bodyPr rtlCol="0"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8" name="Espace réservé du texte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327577" y="5478796"/>
            <a:ext cx="1845511" cy="343061"/>
          </a:xfrm>
        </p:spPr>
        <p:txBody>
          <a:bodyPr rtlCol="0"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9" name="Espace réservé du texte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7458" y="5464114"/>
            <a:ext cx="1845510" cy="343061"/>
          </a:xfrm>
        </p:spPr>
        <p:txBody>
          <a:bodyPr rtlCol="0" anchor="t">
            <a:noAutofit/>
          </a:bodyPr>
          <a:lstStyle>
            <a:lvl1pPr marL="0" indent="0" algn="ctr">
              <a:buNone/>
              <a:defRPr lang="en-US" sz="10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cxnSp>
        <p:nvCxnSpPr>
          <p:cNvPr id="10" name="Connecteur droit 9">
            <a:extLst>
              <a:ext uri="{FF2B5EF4-FFF2-40B4-BE49-F238E27FC236}">
                <a16:creationId xmlns:a16="http://schemas.microsoft.com/office/drawing/2014/main" id="{4E4B72DA-52CB-4D39-A342-8857B4D959B2}"/>
              </a:ext>
              <a:ext uri="{C183D7F6-B498-43B3-948B-1728B52AA6E4}">
                <adec:decorative xmlns:adec="http://schemas.microsoft.com/office/drawing/2017/decorative" val="1"/>
              </a:ext>
            </a:extLst>
          </p:cNvPr>
          <p:cNvCxnSpPr/>
          <p:nvPr/>
        </p:nvCxnSpPr>
        <p:spPr>
          <a:xfrm flipH="1" flipV="1">
            <a:off x="7334250" y="0"/>
            <a:ext cx="4857750" cy="762000"/>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 name="Connecteur droit 14">
            <a:extLst>
              <a:ext uri="{FF2B5EF4-FFF2-40B4-BE49-F238E27FC236}">
                <a16:creationId xmlns:a16="http://schemas.microsoft.com/office/drawing/2014/main" id="{21D9BCDA-DFB7-41A4-A7C7-CEE86CEDCBE5}"/>
              </a:ext>
              <a:ext uri="{C183D7F6-B498-43B3-948B-1728B52AA6E4}">
                <adec:decorative xmlns:adec="http://schemas.microsoft.com/office/drawing/2017/decorative" val="1"/>
              </a:ext>
            </a:extLst>
          </p:cNvPr>
          <p:cNvCxnSpPr>
            <a:cxnSpLocks/>
          </p:cNvCxnSpPr>
          <p:nvPr/>
        </p:nvCxnSpPr>
        <p:spPr>
          <a:xfrm>
            <a:off x="11487150" y="0"/>
            <a:ext cx="704850" cy="1724025"/>
          </a:xfrm>
          <a:prstGeom prst="line">
            <a:avLst/>
          </a:prstGeom>
          <a:ln>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37283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2" pos="93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Diapositive équipe 8 personnes">
    <p:bg>
      <p:bgPr>
        <a:solidFill>
          <a:schemeClr val="accent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spc="150" baseline="0" dirty="0">
                <a:solidFill>
                  <a:schemeClr val="bg1">
                    <a:lumMod val="75000"/>
                    <a:lumOff val="25000"/>
                  </a:schemeClr>
                </a:solidFill>
                <a:latin typeface="+mj-lt"/>
                <a:ea typeface="+mj-ea"/>
                <a:cs typeface="+mj-cs"/>
              </a:defRPr>
            </a:lvl1pPr>
          </a:lstStyle>
          <a:p>
            <a:pPr rtl="0"/>
            <a:r>
              <a:rPr lang="fr-FR" noProof="0"/>
              <a:t>CLIQUEZ ICI POUR MODIFIER LE STYLE DU TITRE</a:t>
            </a:r>
          </a:p>
        </p:txBody>
      </p:sp>
      <p:sp>
        <p:nvSpPr>
          <p:cNvPr id="11" name="Espace réservé d’image 10">
            <a:extLst>
              <a:ext uri="{FF2B5EF4-FFF2-40B4-BE49-F238E27FC236}">
                <a16:creationId xmlns:a16="http://schemas.microsoft.com/office/drawing/2014/main" id="{B0BDE76A-30A6-4268-9656-28A484C3DCC9}"/>
              </a:ext>
            </a:extLst>
          </p:cNvPr>
          <p:cNvSpPr>
            <a:spLocks noGrp="1"/>
          </p:cNvSpPr>
          <p:nvPr>
            <p:ph type="pic" sz="quarter" idx="14" hasCustomPrompt="1"/>
          </p:nvPr>
        </p:nvSpPr>
        <p:spPr>
          <a:xfrm>
            <a:off x="1877176" y="2428875"/>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17" name="Espace réservé d’image 10">
            <a:extLst>
              <a:ext uri="{FF2B5EF4-FFF2-40B4-BE49-F238E27FC236}">
                <a16:creationId xmlns:a16="http://schemas.microsoft.com/office/drawing/2014/main" id="{C4CA5C9C-91D5-44B1-A82A-A49732B4691A}"/>
              </a:ext>
            </a:extLst>
          </p:cNvPr>
          <p:cNvSpPr>
            <a:spLocks noGrp="1"/>
          </p:cNvSpPr>
          <p:nvPr>
            <p:ph type="pic" sz="quarter" idx="15" hasCustomPrompt="1"/>
          </p:nvPr>
        </p:nvSpPr>
        <p:spPr>
          <a:xfrm>
            <a:off x="4226270" y="2428875"/>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18" name="Espace réservé d’image 10">
            <a:extLst>
              <a:ext uri="{FF2B5EF4-FFF2-40B4-BE49-F238E27FC236}">
                <a16:creationId xmlns:a16="http://schemas.microsoft.com/office/drawing/2014/main" id="{4EBC7D6F-397D-4C5A-AA62-F683F88531A2}"/>
              </a:ext>
            </a:extLst>
          </p:cNvPr>
          <p:cNvSpPr>
            <a:spLocks noGrp="1"/>
          </p:cNvSpPr>
          <p:nvPr>
            <p:ph type="pic" sz="quarter" idx="16" hasCustomPrompt="1"/>
          </p:nvPr>
        </p:nvSpPr>
        <p:spPr>
          <a:xfrm>
            <a:off x="6716934" y="2428875"/>
            <a:ext cx="1066800" cy="1066800"/>
          </a:xfrm>
          <a:solidFill>
            <a:schemeClr val="tx1"/>
          </a:solidFill>
        </p:spPr>
        <p:txBody>
          <a:bodyPr rtlCol="0">
            <a:noAutofit/>
          </a:bodyPr>
          <a:lstStyle>
            <a:lvl1pPr marL="0" indent="0" algn="l">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rtl="0"/>
            <a:r>
              <a:rPr lang="fr-FR" noProof="0"/>
              <a:t>Cliquez sur l’icône pour ajouter une image</a:t>
            </a:r>
          </a:p>
        </p:txBody>
      </p:sp>
      <p:sp>
        <p:nvSpPr>
          <p:cNvPr id="19" name="Espace réservé d’image 10">
            <a:extLst>
              <a:ext uri="{FF2B5EF4-FFF2-40B4-BE49-F238E27FC236}">
                <a16:creationId xmlns:a16="http://schemas.microsoft.com/office/drawing/2014/main" id="{92E6B581-A522-4758-A9A4-8B9C7B860CF2}"/>
              </a:ext>
            </a:extLst>
          </p:cNvPr>
          <p:cNvSpPr>
            <a:spLocks noGrp="1"/>
          </p:cNvSpPr>
          <p:nvPr>
            <p:ph type="pic" sz="quarter" idx="17" hasCustomPrompt="1"/>
          </p:nvPr>
        </p:nvSpPr>
        <p:spPr>
          <a:xfrm>
            <a:off x="9136814" y="2428875"/>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00168" y="3654378"/>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6" name="Espace réservé du texte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390120" y="3782039"/>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3" name="Espace réservé du texte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849262" y="3669060"/>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7" name="Espace réservé du texte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739214" y="3796721"/>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4" name="Espace réservé du texte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339926" y="3669060"/>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8" name="Espace réservé du texte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217963" y="3796721"/>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5" name="Espace réservé du texte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759806" y="3654378"/>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9" name="Espace réservé du texte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634432" y="3782039"/>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55" name="Espace réservé d’image 10">
            <a:extLst>
              <a:ext uri="{FF2B5EF4-FFF2-40B4-BE49-F238E27FC236}">
                <a16:creationId xmlns:a16="http://schemas.microsoft.com/office/drawing/2014/main" id="{1EBAEB1D-A7F9-4F90-B642-4277D3802BAB}"/>
              </a:ext>
            </a:extLst>
          </p:cNvPr>
          <p:cNvSpPr>
            <a:spLocks noGrp="1"/>
          </p:cNvSpPr>
          <p:nvPr>
            <p:ph type="pic" sz="quarter" idx="26" hasCustomPrompt="1"/>
          </p:nvPr>
        </p:nvSpPr>
        <p:spPr>
          <a:xfrm>
            <a:off x="1877176" y="4287711"/>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56" name="Espace réservé d’image 10">
            <a:extLst>
              <a:ext uri="{FF2B5EF4-FFF2-40B4-BE49-F238E27FC236}">
                <a16:creationId xmlns:a16="http://schemas.microsoft.com/office/drawing/2014/main" id="{9461A69E-14C8-4325-89AF-D4257C1C05BA}"/>
              </a:ext>
            </a:extLst>
          </p:cNvPr>
          <p:cNvSpPr>
            <a:spLocks noGrp="1"/>
          </p:cNvSpPr>
          <p:nvPr>
            <p:ph type="pic" sz="quarter" idx="27" hasCustomPrompt="1"/>
          </p:nvPr>
        </p:nvSpPr>
        <p:spPr>
          <a:xfrm>
            <a:off x="4226270" y="4287711"/>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57" name="Espace réservé d’image 10">
            <a:extLst>
              <a:ext uri="{FF2B5EF4-FFF2-40B4-BE49-F238E27FC236}">
                <a16:creationId xmlns:a16="http://schemas.microsoft.com/office/drawing/2014/main" id="{0FB38616-82FB-4DAD-A82E-3777ACB41148}"/>
              </a:ext>
            </a:extLst>
          </p:cNvPr>
          <p:cNvSpPr>
            <a:spLocks noGrp="1"/>
          </p:cNvSpPr>
          <p:nvPr>
            <p:ph type="pic" sz="quarter" idx="28" hasCustomPrompt="1"/>
          </p:nvPr>
        </p:nvSpPr>
        <p:spPr>
          <a:xfrm>
            <a:off x="6716934" y="4287711"/>
            <a:ext cx="1066800" cy="1066800"/>
          </a:xfrm>
          <a:solidFill>
            <a:schemeClr val="tx1"/>
          </a:solidFill>
        </p:spPr>
        <p:txBody>
          <a:bodyPr rtlCol="0">
            <a:normAutofit/>
          </a:bodyPr>
          <a:lstStyle>
            <a:lvl1pPr marL="0" indent="0">
              <a:buNone/>
              <a:defRPr sz="900">
                <a:solidFill>
                  <a:schemeClr val="bg1">
                    <a:lumMod val="75000"/>
                    <a:lumOff val="25000"/>
                  </a:schemeClr>
                </a:solidFill>
              </a:defRPr>
            </a:lvl1pPr>
            <a:lvl2pPr marL="457200" indent="0">
              <a:lnSpc>
                <a:spcPct val="100000"/>
              </a:lnSpc>
              <a:buNone/>
              <a:defRPr sz="900">
                <a:solidFill>
                  <a:schemeClr val="bg1">
                    <a:lumMod val="75000"/>
                    <a:lumOff val="25000"/>
                  </a:schemeClr>
                </a:solidFill>
              </a:defRPr>
            </a:lvl2pPr>
          </a:lstStyle>
          <a:p>
            <a:pPr lvl="0" rtl="0"/>
            <a:r>
              <a:rPr lang="fr-FR" noProof="0"/>
              <a:t>Cliquez sur l’icône pour ajouter une image</a:t>
            </a:r>
          </a:p>
        </p:txBody>
      </p:sp>
      <p:sp>
        <p:nvSpPr>
          <p:cNvPr id="58" name="Espace réservé d’image 10">
            <a:extLst>
              <a:ext uri="{FF2B5EF4-FFF2-40B4-BE49-F238E27FC236}">
                <a16:creationId xmlns:a16="http://schemas.microsoft.com/office/drawing/2014/main" id="{622ED9F4-EB9B-4588-8501-BFECB846EE73}"/>
              </a:ext>
            </a:extLst>
          </p:cNvPr>
          <p:cNvSpPr>
            <a:spLocks noGrp="1"/>
          </p:cNvSpPr>
          <p:nvPr>
            <p:ph type="pic" sz="quarter" idx="29" hasCustomPrompt="1"/>
          </p:nvPr>
        </p:nvSpPr>
        <p:spPr>
          <a:xfrm>
            <a:off x="9136814" y="4287711"/>
            <a:ext cx="1066800" cy="1066800"/>
          </a:xfrm>
          <a:solidFill>
            <a:schemeClr val="tx1"/>
          </a:solidFill>
        </p:spPr>
        <p:txBody>
          <a:bodyPr rtlCol="0">
            <a:normAutofit/>
          </a:bodyPr>
          <a:lstStyle>
            <a:lvl1pPr marL="0" indent="0">
              <a:lnSpc>
                <a:spcPct val="100000"/>
              </a:lnSpc>
              <a:buNone/>
              <a:defRPr sz="900">
                <a:solidFill>
                  <a:schemeClr val="bg1">
                    <a:lumMod val="75000"/>
                    <a:lumOff val="25000"/>
                  </a:schemeClr>
                </a:solidFill>
              </a:defRPr>
            </a:lvl1pPr>
          </a:lstStyle>
          <a:p>
            <a:pPr rtl="0"/>
            <a:r>
              <a:rPr lang="fr-FR" noProof="0"/>
              <a:t>Cliquez sur l’icône pour ajouter une image</a:t>
            </a:r>
          </a:p>
        </p:txBody>
      </p:sp>
      <p:sp>
        <p:nvSpPr>
          <p:cNvPr id="54" name="Espace réservé du texte 2">
            <a:extLst>
              <a:ext uri="{FF2B5EF4-FFF2-40B4-BE49-F238E27FC236}">
                <a16:creationId xmlns:a16="http://schemas.microsoft.com/office/drawing/2014/main" id="{22930C5B-603C-494E-A467-8B394D01D406}"/>
              </a:ext>
            </a:extLst>
          </p:cNvPr>
          <p:cNvSpPr>
            <a:spLocks noGrp="1"/>
          </p:cNvSpPr>
          <p:nvPr>
            <p:ph type="body" idx="25" hasCustomPrompt="1"/>
          </p:nvPr>
        </p:nvSpPr>
        <p:spPr>
          <a:xfrm>
            <a:off x="1500168" y="5513214"/>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2" name="Espace réservé du texte 2">
            <a:extLst>
              <a:ext uri="{FF2B5EF4-FFF2-40B4-BE49-F238E27FC236}">
                <a16:creationId xmlns:a16="http://schemas.microsoft.com/office/drawing/2014/main" id="{540C455F-A23B-493F-B95E-AB485D91DA6A}"/>
              </a:ext>
            </a:extLst>
          </p:cNvPr>
          <p:cNvSpPr>
            <a:spLocks noGrp="1"/>
          </p:cNvSpPr>
          <p:nvPr>
            <p:ph type="body" idx="33" hasCustomPrompt="1"/>
          </p:nvPr>
        </p:nvSpPr>
        <p:spPr>
          <a:xfrm>
            <a:off x="1390120" y="5640875"/>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59" name="Espace réservé du texte 2">
            <a:extLst>
              <a:ext uri="{FF2B5EF4-FFF2-40B4-BE49-F238E27FC236}">
                <a16:creationId xmlns:a16="http://schemas.microsoft.com/office/drawing/2014/main" id="{6D1C374C-DAF7-40EF-B279-4EC7A2AFE6A2}"/>
              </a:ext>
            </a:extLst>
          </p:cNvPr>
          <p:cNvSpPr>
            <a:spLocks noGrp="1"/>
          </p:cNvSpPr>
          <p:nvPr>
            <p:ph type="body" idx="30" hasCustomPrompt="1"/>
          </p:nvPr>
        </p:nvSpPr>
        <p:spPr>
          <a:xfrm>
            <a:off x="3849262" y="5527896"/>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3" name="Espace réservé du texte 2">
            <a:extLst>
              <a:ext uri="{FF2B5EF4-FFF2-40B4-BE49-F238E27FC236}">
                <a16:creationId xmlns:a16="http://schemas.microsoft.com/office/drawing/2014/main" id="{421FF438-E4E8-4643-BCB3-4A1C12429042}"/>
              </a:ext>
            </a:extLst>
          </p:cNvPr>
          <p:cNvSpPr>
            <a:spLocks noGrp="1"/>
          </p:cNvSpPr>
          <p:nvPr>
            <p:ph type="body" idx="34" hasCustomPrompt="1"/>
          </p:nvPr>
        </p:nvSpPr>
        <p:spPr>
          <a:xfrm>
            <a:off x="3739214" y="5655557"/>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0" name="Espace réservé du texte 2">
            <a:extLst>
              <a:ext uri="{FF2B5EF4-FFF2-40B4-BE49-F238E27FC236}">
                <a16:creationId xmlns:a16="http://schemas.microsoft.com/office/drawing/2014/main" id="{D4FEDD19-A7BA-45BB-93A0-F1E896C9F26D}"/>
              </a:ext>
            </a:extLst>
          </p:cNvPr>
          <p:cNvSpPr>
            <a:spLocks noGrp="1"/>
          </p:cNvSpPr>
          <p:nvPr>
            <p:ph type="body" idx="31" hasCustomPrompt="1"/>
          </p:nvPr>
        </p:nvSpPr>
        <p:spPr>
          <a:xfrm>
            <a:off x="6339926" y="5527896"/>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4" name="Espace réservé du texte 2">
            <a:extLst>
              <a:ext uri="{FF2B5EF4-FFF2-40B4-BE49-F238E27FC236}">
                <a16:creationId xmlns:a16="http://schemas.microsoft.com/office/drawing/2014/main" id="{A12F0175-7AEE-46B1-9590-D4A427680DC7}"/>
              </a:ext>
            </a:extLst>
          </p:cNvPr>
          <p:cNvSpPr>
            <a:spLocks noGrp="1"/>
          </p:cNvSpPr>
          <p:nvPr>
            <p:ph type="body" idx="35" hasCustomPrompt="1"/>
          </p:nvPr>
        </p:nvSpPr>
        <p:spPr>
          <a:xfrm>
            <a:off x="6229878" y="5655557"/>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1" name="Espace réservé du texte 2">
            <a:extLst>
              <a:ext uri="{FF2B5EF4-FFF2-40B4-BE49-F238E27FC236}">
                <a16:creationId xmlns:a16="http://schemas.microsoft.com/office/drawing/2014/main" id="{5026D39F-46AB-4680-9A52-F367344A3531}"/>
              </a:ext>
            </a:extLst>
          </p:cNvPr>
          <p:cNvSpPr>
            <a:spLocks noGrp="1"/>
          </p:cNvSpPr>
          <p:nvPr>
            <p:ph type="body" idx="32" hasCustomPrompt="1"/>
          </p:nvPr>
        </p:nvSpPr>
        <p:spPr>
          <a:xfrm>
            <a:off x="8759806" y="5513214"/>
            <a:ext cx="1828800" cy="343061"/>
          </a:xfrm>
        </p:spPr>
        <p:txBody>
          <a:bodyPr rtlCol="0" anchor="t">
            <a:noAutofit/>
          </a:bodyPr>
          <a:lstStyle>
            <a:lvl1pPr marL="0" indent="0" algn="ctr">
              <a:buNone/>
              <a:defRPr lang="en-US" sz="105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65" name="Espace réservé du texte 2">
            <a:extLst>
              <a:ext uri="{FF2B5EF4-FFF2-40B4-BE49-F238E27FC236}">
                <a16:creationId xmlns:a16="http://schemas.microsoft.com/office/drawing/2014/main" id="{04E11FE2-6320-4E8C-A5B3-8104AF329ADA}"/>
              </a:ext>
            </a:extLst>
          </p:cNvPr>
          <p:cNvSpPr>
            <a:spLocks noGrp="1"/>
          </p:cNvSpPr>
          <p:nvPr>
            <p:ph type="body" idx="36" hasCustomPrompt="1"/>
          </p:nvPr>
        </p:nvSpPr>
        <p:spPr>
          <a:xfrm>
            <a:off x="8634432" y="5640875"/>
            <a:ext cx="2057400" cy="343061"/>
          </a:xfrm>
        </p:spPr>
        <p:txBody>
          <a:bodyPr rtlCol="0" anchor="ctr">
            <a:noAutofit/>
          </a:bodyPr>
          <a:lstStyle>
            <a:lvl1pPr marL="0" indent="0" algn="ctr">
              <a:buNone/>
              <a:defRPr lang="en-US" sz="900" kern="1200" spc="150" baseline="0" dirty="0" smtClean="0">
                <a:solidFill>
                  <a:schemeClr val="bg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solidFill>
                  <a:srgbClr val="898989"/>
                </a:solidFill>
              </a:defRPr>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solidFill>
                  <a:srgbClr val="898989"/>
                </a:solidFill>
              </a:defRPr>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solidFill>
                  <a:srgbClr val="898989"/>
                </a:solidFill>
              </a:defRPr>
            </a:lvl1pPr>
          </a:lstStyle>
          <a:p>
            <a:pPr rtl="0"/>
            <a:fld id="{B5CEABB6-07DC-46E8-9B57-56EC44A396E5}" type="slidenum">
              <a:rPr lang="fr-FR" noProof="0" smtClean="0"/>
              <a:t>‹N°›</a:t>
            </a:fld>
            <a:endParaRPr lang="fr-FR" noProof="0"/>
          </a:p>
        </p:txBody>
      </p:sp>
      <p:pic>
        <p:nvPicPr>
          <p:cNvPr id="13" name="Graphisme 12">
            <a:extLst>
              <a:ext uri="{FF2B5EF4-FFF2-40B4-BE49-F238E27FC236}">
                <a16:creationId xmlns:a16="http://schemas.microsoft.com/office/drawing/2014/main" id="{B0DFD584-E5CF-41EF-B51E-679CE22DDF93}"/>
              </a:ex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473953"/>
            <a:ext cx="2057400" cy="1647825"/>
          </a:xfrm>
          <a:prstGeom prst="rect">
            <a:avLst/>
          </a:prstGeom>
        </p:spPr>
      </p:pic>
      <p:pic>
        <p:nvPicPr>
          <p:cNvPr id="14" name="Graphisme 13">
            <a:extLst>
              <a:ext uri="{FF2B5EF4-FFF2-40B4-BE49-F238E27FC236}">
                <a16:creationId xmlns:a16="http://schemas.microsoft.com/office/drawing/2014/main" id="{E5C02DDF-25A6-42C7-9525-F279CE2095C0}"/>
              </a:ext>
              <a:ext uri="{C183D7F6-B498-43B3-948B-1728B52AA6E4}">
                <adec:decorative xmlns:adec="http://schemas.microsoft.com/office/drawing/2017/decorative" val="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049000" y="5180889"/>
            <a:ext cx="1143000" cy="914400"/>
          </a:xfrm>
          <a:prstGeom prst="rect">
            <a:avLst/>
          </a:prstGeom>
        </p:spPr>
      </p:pic>
    </p:spTree>
    <p:extLst>
      <p:ext uri="{BB962C8B-B14F-4D97-AF65-F5344CB8AC3E}">
        <p14:creationId xmlns:p14="http://schemas.microsoft.com/office/powerpoint/2010/main" val="609095538"/>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  Contenu">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rtlCol="0">
            <a:normAutofit/>
          </a:bodyPr>
          <a:lstStyle>
            <a:lvl1pPr algn="ctr">
              <a:defRPr lang="en-US" sz="2800" kern="1200" spc="150" baseline="0" dirty="0">
                <a:solidFill>
                  <a:schemeClr val="tx1">
                    <a:lumMod val="75000"/>
                    <a:lumOff val="25000"/>
                  </a:schemeClr>
                </a:solidFill>
                <a:latin typeface="+mj-lt"/>
                <a:ea typeface="+mj-ea"/>
                <a:cs typeface="+mj-cs"/>
              </a:defRPr>
            </a:lvl1pPr>
          </a:lstStyle>
          <a:p>
            <a:pPr rtl="0"/>
            <a:r>
              <a:rPr lang="fr-FR" noProof="0"/>
              <a:t>CLIQUEZ ICI POUR MODIFIER LE STYLE DU TITRE</a:t>
            </a:r>
          </a:p>
        </p:txBody>
      </p:sp>
      <p:sp>
        <p:nvSpPr>
          <p:cNvPr id="11" name="Espace réservé du contenu 10">
            <a:extLst>
              <a:ext uri="{FF2B5EF4-FFF2-40B4-BE49-F238E27FC236}">
                <a16:creationId xmlns:a16="http://schemas.microsoft.com/office/drawing/2014/main" id="{ADC2540D-94C4-405B-8607-0CEDD6F54B9C}"/>
              </a:ext>
            </a:extLst>
          </p:cNvPr>
          <p:cNvSpPr>
            <a:spLocks noGrp="1"/>
          </p:cNvSpPr>
          <p:nvPr>
            <p:ph sz="quarter" idx="21" hasCustomPrompt="1"/>
          </p:nvPr>
        </p:nvSpPr>
        <p:spPr>
          <a:xfrm>
            <a:off x="1075447" y="2370670"/>
            <a:ext cx="1856232" cy="1664208"/>
          </a:xfrm>
        </p:spPr>
        <p:txBody>
          <a:bodyPr rtlCol="0">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rtl="0"/>
            <a:r>
              <a:rPr lang="fr-FR" noProof="0"/>
              <a:t>Cliquez ici pour ajouter du contenu</a:t>
            </a:r>
          </a:p>
        </p:txBody>
      </p:sp>
      <p:sp>
        <p:nvSpPr>
          <p:cNvPr id="3" name="Espace réservé du texte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3788813"/>
            <a:ext cx="2330726" cy="804859"/>
          </a:xfrm>
        </p:spPr>
        <p:txBody>
          <a:bodyPr lIns="0" rIns="0" rtlCol="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17" name="Espace réservé du texte 2">
            <a:extLst>
              <a:ext uri="{FF2B5EF4-FFF2-40B4-BE49-F238E27FC236}">
                <a16:creationId xmlns:a16="http://schemas.microsoft.com/office/drawing/2014/main" id="{E43D2F47-FAF2-42C2-967D-251DD4B940D7}"/>
              </a:ext>
            </a:extLst>
          </p:cNvPr>
          <p:cNvSpPr>
            <a:spLocks noGrp="1"/>
          </p:cNvSpPr>
          <p:nvPr>
            <p:ph type="body" idx="17" hasCustomPrompt="1"/>
          </p:nvPr>
        </p:nvSpPr>
        <p:spPr>
          <a:xfrm>
            <a:off x="838200" y="4464810"/>
            <a:ext cx="2330726" cy="438505"/>
          </a:xfrm>
        </p:spPr>
        <p:txBody>
          <a:bodyPr lIns="0" rIns="0" rtlCol="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4" name="Espace réservé du contenu 3">
            <a:extLst>
              <a:ext uri="{FF2B5EF4-FFF2-40B4-BE49-F238E27FC236}">
                <a16:creationId xmlns:a16="http://schemas.microsoft.com/office/drawing/2014/main" id="{AC9B20CF-6B91-4562-B799-0ABDAEBC0D2A}"/>
              </a:ext>
            </a:extLst>
          </p:cNvPr>
          <p:cNvSpPr>
            <a:spLocks noGrp="1"/>
          </p:cNvSpPr>
          <p:nvPr>
            <p:ph sz="half" idx="2" hasCustomPrompt="1"/>
          </p:nvPr>
        </p:nvSpPr>
        <p:spPr>
          <a:xfrm>
            <a:off x="838200" y="5120722"/>
            <a:ext cx="2330726" cy="853167"/>
          </a:xfrm>
        </p:spPr>
        <p:txBody>
          <a:bodyPr lIns="0" rIns="0" rtlCol="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rtl="0"/>
            <a:r>
              <a:rPr lang="fr-FR" noProof="0"/>
              <a:t>Modifiez les styles du texte</a:t>
            </a:r>
          </a:p>
        </p:txBody>
      </p:sp>
      <p:sp>
        <p:nvSpPr>
          <p:cNvPr id="24" name="Espace réservé du contenu 10">
            <a:extLst>
              <a:ext uri="{FF2B5EF4-FFF2-40B4-BE49-F238E27FC236}">
                <a16:creationId xmlns:a16="http://schemas.microsoft.com/office/drawing/2014/main" id="{11C6EC54-ADFA-4CFF-9E9B-DC7E96C854C2}"/>
              </a:ext>
            </a:extLst>
          </p:cNvPr>
          <p:cNvSpPr>
            <a:spLocks noGrp="1"/>
          </p:cNvSpPr>
          <p:nvPr>
            <p:ph sz="quarter" idx="22" hasCustomPrompt="1"/>
          </p:nvPr>
        </p:nvSpPr>
        <p:spPr>
          <a:xfrm>
            <a:off x="3805651" y="2370670"/>
            <a:ext cx="1856232" cy="1664208"/>
          </a:xfrm>
        </p:spPr>
        <p:txBody>
          <a:bodyPr rtlCol="0">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rtl="0"/>
            <a:r>
              <a:rPr lang="fr-FR" noProof="0"/>
              <a:t>Cliquez ici pour ajouter du contenu</a:t>
            </a:r>
          </a:p>
        </p:txBody>
      </p:sp>
      <p:sp>
        <p:nvSpPr>
          <p:cNvPr id="5" name="Espace réservé du texte 4">
            <a:extLst>
              <a:ext uri="{FF2B5EF4-FFF2-40B4-BE49-F238E27FC236}">
                <a16:creationId xmlns:a16="http://schemas.microsoft.com/office/drawing/2014/main" id="{B374FC39-67F6-42EA-BCD1-F69AE2F0F22D}"/>
              </a:ext>
            </a:extLst>
          </p:cNvPr>
          <p:cNvSpPr>
            <a:spLocks noGrp="1"/>
          </p:cNvSpPr>
          <p:nvPr>
            <p:ph type="body" sz="quarter" idx="3" hasCustomPrompt="1"/>
          </p:nvPr>
        </p:nvSpPr>
        <p:spPr>
          <a:xfrm>
            <a:off x="3562665" y="3788813"/>
            <a:ext cx="2342205" cy="804859"/>
          </a:xfrm>
        </p:spPr>
        <p:txBody>
          <a:bodyPr lIns="0" rIns="0" rtlCol="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18" name="Espace réservé du texte 4">
            <a:extLst>
              <a:ext uri="{FF2B5EF4-FFF2-40B4-BE49-F238E27FC236}">
                <a16:creationId xmlns:a16="http://schemas.microsoft.com/office/drawing/2014/main" id="{3322C250-87FC-4F14-A42C-FFDA120D0D64}"/>
              </a:ext>
            </a:extLst>
          </p:cNvPr>
          <p:cNvSpPr>
            <a:spLocks noGrp="1"/>
          </p:cNvSpPr>
          <p:nvPr>
            <p:ph type="body" sz="quarter" idx="18" hasCustomPrompt="1"/>
          </p:nvPr>
        </p:nvSpPr>
        <p:spPr>
          <a:xfrm>
            <a:off x="3562665" y="4464810"/>
            <a:ext cx="2342205" cy="438505"/>
          </a:xfrm>
        </p:spPr>
        <p:txBody>
          <a:bodyPr lIns="0" rIns="0" rtlCol="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000"/>
              </a:spcBef>
              <a:buFont typeface="Arial" panose="020B0604020202020204" pitchFamily="34" charset="0"/>
              <a:buNone/>
            </a:pPr>
            <a:r>
              <a:rPr lang="fr-FR" noProof="0"/>
              <a:t>CLIQUEZ ICI POUR MODIFIER</a:t>
            </a:r>
          </a:p>
        </p:txBody>
      </p:sp>
      <p:sp>
        <p:nvSpPr>
          <p:cNvPr id="6" name="Espace réservé du contenu 5">
            <a:extLst>
              <a:ext uri="{FF2B5EF4-FFF2-40B4-BE49-F238E27FC236}">
                <a16:creationId xmlns:a16="http://schemas.microsoft.com/office/drawing/2014/main" id="{B36EE64B-44BF-4634-97BC-5ED74C6DF280}"/>
              </a:ext>
            </a:extLst>
          </p:cNvPr>
          <p:cNvSpPr>
            <a:spLocks noGrp="1"/>
          </p:cNvSpPr>
          <p:nvPr>
            <p:ph sz="quarter" idx="4" hasCustomPrompt="1"/>
          </p:nvPr>
        </p:nvSpPr>
        <p:spPr>
          <a:xfrm>
            <a:off x="3562665" y="5120722"/>
            <a:ext cx="2342205" cy="853167"/>
          </a:xfrm>
        </p:spPr>
        <p:txBody>
          <a:bodyPr lIns="0" rIns="0" rtlCol="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rtl="0"/>
            <a:r>
              <a:rPr lang="fr-FR" noProof="0"/>
              <a:t>Modifiez les styles du texte</a:t>
            </a:r>
          </a:p>
        </p:txBody>
      </p:sp>
      <p:sp>
        <p:nvSpPr>
          <p:cNvPr id="25" name="Espace réservé du contenu 10">
            <a:extLst>
              <a:ext uri="{FF2B5EF4-FFF2-40B4-BE49-F238E27FC236}">
                <a16:creationId xmlns:a16="http://schemas.microsoft.com/office/drawing/2014/main" id="{1B6DD41C-FCE2-4AC6-A235-2FF1B905DAAD}"/>
              </a:ext>
            </a:extLst>
          </p:cNvPr>
          <p:cNvSpPr>
            <a:spLocks noGrp="1"/>
          </p:cNvSpPr>
          <p:nvPr>
            <p:ph sz="quarter" idx="23" hasCustomPrompt="1"/>
          </p:nvPr>
        </p:nvSpPr>
        <p:spPr>
          <a:xfrm>
            <a:off x="6530117" y="2370670"/>
            <a:ext cx="1856232" cy="1664208"/>
          </a:xfrm>
        </p:spPr>
        <p:txBody>
          <a:bodyPr rtlCol="0">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rtl="0"/>
            <a:r>
              <a:rPr lang="fr-FR" noProof="0"/>
              <a:t>Cliquez ici pour ajouter du contenu</a:t>
            </a:r>
          </a:p>
        </p:txBody>
      </p:sp>
      <p:sp>
        <p:nvSpPr>
          <p:cNvPr id="21" name="Espace réservé du texte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6298609" y="3788813"/>
            <a:ext cx="2330726" cy="804859"/>
          </a:xfrm>
        </p:spPr>
        <p:txBody>
          <a:bodyPr lIns="0" rIns="0" rtlCol="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19" name="Espace réservé du texte 2">
            <a:extLst>
              <a:ext uri="{FF2B5EF4-FFF2-40B4-BE49-F238E27FC236}">
                <a16:creationId xmlns:a16="http://schemas.microsoft.com/office/drawing/2014/main" id="{D3C675D6-83FA-4036-B516-098EDCAF2506}"/>
              </a:ext>
            </a:extLst>
          </p:cNvPr>
          <p:cNvSpPr>
            <a:spLocks noGrp="1"/>
          </p:cNvSpPr>
          <p:nvPr>
            <p:ph type="body" idx="19" hasCustomPrompt="1"/>
          </p:nvPr>
        </p:nvSpPr>
        <p:spPr>
          <a:xfrm>
            <a:off x="6298609" y="4464810"/>
            <a:ext cx="2330726" cy="438505"/>
          </a:xfrm>
        </p:spPr>
        <p:txBody>
          <a:bodyPr lIns="0" rIns="0" rtlCol="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sp>
        <p:nvSpPr>
          <p:cNvPr id="22" name="Espace réservé du contenu 3">
            <a:extLst>
              <a:ext uri="{FF2B5EF4-FFF2-40B4-BE49-F238E27FC236}">
                <a16:creationId xmlns:a16="http://schemas.microsoft.com/office/drawing/2014/main" id="{C464A9BD-B815-4632-8F54-6EB70E48BAFF}"/>
              </a:ext>
            </a:extLst>
          </p:cNvPr>
          <p:cNvSpPr>
            <a:spLocks noGrp="1"/>
          </p:cNvSpPr>
          <p:nvPr>
            <p:ph sz="half" idx="14" hasCustomPrompt="1"/>
          </p:nvPr>
        </p:nvSpPr>
        <p:spPr>
          <a:xfrm>
            <a:off x="6298609" y="5120722"/>
            <a:ext cx="2330726" cy="853167"/>
          </a:xfrm>
        </p:spPr>
        <p:txBody>
          <a:bodyPr lIns="0" rIns="0" rtlCol="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rtl="0"/>
            <a:r>
              <a:rPr lang="fr-FR" noProof="0"/>
              <a:t>Modifiez les styles du texte</a:t>
            </a:r>
          </a:p>
        </p:txBody>
      </p:sp>
      <p:sp>
        <p:nvSpPr>
          <p:cNvPr id="26" name="Espace réservé du contenu 10">
            <a:extLst>
              <a:ext uri="{FF2B5EF4-FFF2-40B4-BE49-F238E27FC236}">
                <a16:creationId xmlns:a16="http://schemas.microsoft.com/office/drawing/2014/main" id="{CEB4C3DB-E51E-4479-90C2-DFE5DB4B2482}"/>
              </a:ext>
            </a:extLst>
          </p:cNvPr>
          <p:cNvSpPr>
            <a:spLocks noGrp="1"/>
          </p:cNvSpPr>
          <p:nvPr>
            <p:ph sz="quarter" idx="24" hasCustomPrompt="1"/>
          </p:nvPr>
        </p:nvSpPr>
        <p:spPr>
          <a:xfrm>
            <a:off x="9260321" y="2370670"/>
            <a:ext cx="1856232" cy="1664208"/>
          </a:xfrm>
        </p:spPr>
        <p:txBody>
          <a:bodyPr rtlCol="0">
            <a:noAutofit/>
          </a:bodyPr>
          <a:lstStyle>
            <a:lvl1pPr marL="0" indent="0" algn="ctr">
              <a:buNone/>
              <a:defRPr sz="1400"/>
            </a:lvl1pPr>
            <a:lvl2pPr marL="457200" indent="0">
              <a:buNone/>
              <a:defRPr sz="1200"/>
            </a:lvl2pPr>
            <a:lvl3pPr marL="914400" indent="0">
              <a:buNone/>
              <a:defRPr sz="1100"/>
            </a:lvl3pPr>
            <a:lvl4pPr marL="1371600" indent="0">
              <a:buNone/>
              <a:defRPr sz="1050"/>
            </a:lvl4pPr>
            <a:lvl5pPr marL="1828800" indent="0">
              <a:buNone/>
              <a:defRPr sz="1050"/>
            </a:lvl5pPr>
          </a:lstStyle>
          <a:p>
            <a:pPr lvl="0" rtl="0"/>
            <a:r>
              <a:rPr lang="fr-FR" noProof="0"/>
              <a:t>Cliquez ici pour ajouter du contenu</a:t>
            </a:r>
          </a:p>
        </p:txBody>
      </p:sp>
      <p:sp>
        <p:nvSpPr>
          <p:cNvPr id="14" name="Espace réservé du texte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9023074" y="3788457"/>
            <a:ext cx="2330726" cy="804859"/>
          </a:xfrm>
        </p:spPr>
        <p:txBody>
          <a:bodyPr lIns="0" rIns="0" rtlCol="0" anchor="b">
            <a:noAutofit/>
          </a:bodyPr>
          <a:lstStyle>
            <a:lvl1pPr marL="0" indent="0" algn="ctr">
              <a:buNone/>
              <a:defRPr lang="en-US" sz="32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a:t>
            </a:r>
          </a:p>
        </p:txBody>
      </p:sp>
      <p:sp>
        <p:nvSpPr>
          <p:cNvPr id="23" name="Espace réservé du texte 2">
            <a:extLst>
              <a:ext uri="{FF2B5EF4-FFF2-40B4-BE49-F238E27FC236}">
                <a16:creationId xmlns:a16="http://schemas.microsoft.com/office/drawing/2014/main" id="{B6439AAC-8A96-4015-8A87-ED8DF7027B60}"/>
              </a:ext>
            </a:extLst>
          </p:cNvPr>
          <p:cNvSpPr>
            <a:spLocks noGrp="1"/>
          </p:cNvSpPr>
          <p:nvPr>
            <p:ph type="body" idx="20" hasCustomPrompt="1"/>
          </p:nvPr>
        </p:nvSpPr>
        <p:spPr>
          <a:xfrm>
            <a:off x="9023074" y="4464454"/>
            <a:ext cx="2330726" cy="438505"/>
          </a:xfrm>
        </p:spPr>
        <p:txBody>
          <a:bodyPr lIns="0" rIns="0" rtlCol="0" anchor="b">
            <a:noAutofit/>
          </a:bodyPr>
          <a:lstStyle>
            <a:lvl1pPr marL="0" indent="0" algn="ctr">
              <a:buNone/>
              <a:defRPr lang="en-US" sz="1400" kern="1200" spc="150" baseline="0" dirty="0" smtClean="0">
                <a:solidFill>
                  <a:schemeClr val="tx1">
                    <a:lumMod val="75000"/>
                    <a:lumOff val="25000"/>
                  </a:schemeClr>
                </a:solidFill>
                <a:latin typeface="+mj-lt"/>
                <a:ea typeface="+mj-ea"/>
                <a:cs typeface="+mj-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CLIQUEZ ICI POUR MODIFIER</a:t>
            </a:r>
          </a:p>
        </p:txBody>
      </p:sp>
      <p:cxnSp>
        <p:nvCxnSpPr>
          <p:cNvPr id="16" name="Connecteur droit 15">
            <a:extLst>
              <a:ext uri="{FF2B5EF4-FFF2-40B4-BE49-F238E27FC236}">
                <a16:creationId xmlns:a16="http://schemas.microsoft.com/office/drawing/2014/main" id="{463D7850-C2A6-43CE-BBE4-8E81A0A593BF}"/>
              </a:ext>
              <a:ext uri="{C183D7F6-B498-43B3-948B-1728B52AA6E4}">
                <adec:decorative xmlns:adec="http://schemas.microsoft.com/office/drawing/2017/decorative" val="1"/>
              </a:ext>
            </a:extLst>
          </p:cNvPr>
          <p:cNvCxnSpPr>
            <a:cxnSpLocks/>
          </p:cNvCxnSpPr>
          <p:nvPr/>
        </p:nvCxnSpPr>
        <p:spPr>
          <a:xfrm flipH="1">
            <a:off x="0" y="0"/>
            <a:ext cx="1238250" cy="1328057"/>
          </a:xfrm>
          <a:prstGeom prst="line">
            <a:avLst/>
          </a:prstGeom>
          <a:ln w="3175">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Connecteur droit 19">
            <a:extLst>
              <a:ext uri="{FF2B5EF4-FFF2-40B4-BE49-F238E27FC236}">
                <a16:creationId xmlns:a16="http://schemas.microsoft.com/office/drawing/2014/main" id="{EBAD3E03-2E3B-440C-9105-6F9D33006D66}"/>
              </a:ext>
              <a:ext uri="{C183D7F6-B498-43B3-948B-1728B52AA6E4}">
                <adec:decorative xmlns:adec="http://schemas.microsoft.com/office/drawing/2017/decorative" val="1"/>
              </a:ext>
            </a:extLst>
          </p:cNvPr>
          <p:cNvCxnSpPr>
            <a:cxnSpLocks/>
          </p:cNvCxnSpPr>
          <p:nvPr/>
        </p:nvCxnSpPr>
        <p:spPr>
          <a:xfrm flipH="1">
            <a:off x="0" y="0"/>
            <a:ext cx="3790950" cy="892177"/>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Espace réservé du contenu 3">
            <a:extLst>
              <a:ext uri="{FF2B5EF4-FFF2-40B4-BE49-F238E27FC236}">
                <a16:creationId xmlns:a16="http://schemas.microsoft.com/office/drawing/2014/main" id="{492F9083-A886-4EEB-94D6-1FAE6DC33000}"/>
              </a:ext>
            </a:extLst>
          </p:cNvPr>
          <p:cNvSpPr>
            <a:spLocks noGrp="1"/>
          </p:cNvSpPr>
          <p:nvPr>
            <p:ph sz="half" idx="16" hasCustomPrompt="1"/>
          </p:nvPr>
        </p:nvSpPr>
        <p:spPr>
          <a:xfrm>
            <a:off x="9023074" y="5120366"/>
            <a:ext cx="2330726" cy="853167"/>
          </a:xfrm>
        </p:spPr>
        <p:txBody>
          <a:bodyPr lIns="0" rIns="0" rtlCol="0">
            <a:normAutofit/>
          </a:bodyPr>
          <a:lstStyle>
            <a:lvl1pPr marL="0" indent="0" algn="ctr">
              <a:lnSpc>
                <a:spcPct val="100000"/>
              </a:lnSpc>
              <a:buNone/>
              <a:defRPr sz="1400" spc="50" baseline="0">
                <a:solidFill>
                  <a:schemeClr val="tx1">
                    <a:lumMod val="75000"/>
                    <a:lumOff val="25000"/>
                  </a:schemeClr>
                </a:solidFill>
              </a:defRPr>
            </a:lvl1pPr>
            <a:lvl2pPr marL="457200" indent="0">
              <a:lnSpc>
                <a:spcPct val="100000"/>
              </a:lnSpc>
              <a:buNone/>
              <a:defRPr sz="1400" spc="50" baseline="0"/>
            </a:lvl2pPr>
            <a:lvl3pPr marL="914400" indent="0">
              <a:lnSpc>
                <a:spcPct val="100000"/>
              </a:lnSpc>
              <a:buNone/>
              <a:defRPr sz="1400" spc="50" baseline="0"/>
            </a:lvl3pPr>
            <a:lvl4pPr marL="1371600" indent="0">
              <a:lnSpc>
                <a:spcPct val="100000"/>
              </a:lnSpc>
              <a:buNone/>
              <a:defRPr sz="1400" spc="50" baseline="0"/>
            </a:lvl4pPr>
            <a:lvl5pPr marL="1828800" indent="0">
              <a:lnSpc>
                <a:spcPct val="100000"/>
              </a:lnSpc>
              <a:buNone/>
              <a:defRPr sz="1400" spc="50" baseline="0"/>
            </a:lvl5pPr>
          </a:lstStyle>
          <a:p>
            <a:pPr lvl="0" rtl="0"/>
            <a:r>
              <a:rPr lang="fr-FR" noProof="0"/>
              <a:t>Modifiez les styles du texte</a:t>
            </a:r>
          </a:p>
        </p:txBody>
      </p:sp>
      <p:sp>
        <p:nvSpPr>
          <p:cNvPr id="7" name="Espace réservé de la date 6">
            <a:extLst>
              <a:ext uri="{FF2B5EF4-FFF2-40B4-BE49-F238E27FC236}">
                <a16:creationId xmlns:a16="http://schemas.microsoft.com/office/drawing/2014/main" id="{F255C16C-AA88-4BBF-8040-11ECFED618E0}"/>
              </a:ext>
            </a:extLst>
          </p:cNvPr>
          <p:cNvSpPr>
            <a:spLocks noGrp="1"/>
          </p:cNvSpPr>
          <p:nvPr>
            <p:ph type="dt" sz="half" idx="10"/>
          </p:nvPr>
        </p:nvSpPr>
        <p:spPr/>
        <p:txBody>
          <a:bodyPr rtlCol="0"/>
          <a:lstStyle>
            <a:lvl1pPr>
              <a:defRPr sz="900"/>
            </a:lvl1pPr>
          </a:lstStyle>
          <a:p>
            <a:pPr rtl="0"/>
            <a:r>
              <a:rPr lang="fr-FR" noProof="0"/>
              <a:t>20XX</a:t>
            </a:r>
          </a:p>
        </p:txBody>
      </p:sp>
      <p:sp>
        <p:nvSpPr>
          <p:cNvPr id="8" name="Espace réservé du pied de page 7">
            <a:extLst>
              <a:ext uri="{FF2B5EF4-FFF2-40B4-BE49-F238E27FC236}">
                <a16:creationId xmlns:a16="http://schemas.microsoft.com/office/drawing/2014/main" id="{CBE560E3-F935-488F-8F0E-191D7B6B54B8}"/>
              </a:ext>
            </a:extLst>
          </p:cNvPr>
          <p:cNvSpPr>
            <a:spLocks noGrp="1"/>
          </p:cNvSpPr>
          <p:nvPr>
            <p:ph type="ftr" sz="quarter" idx="11"/>
          </p:nvPr>
        </p:nvSpPr>
        <p:spPr/>
        <p:txBody>
          <a:bodyPr rtlCol="0"/>
          <a:lstStyle>
            <a:lvl1pPr>
              <a:defRPr sz="900"/>
            </a:lvl1pPr>
          </a:lstStyle>
          <a:p>
            <a:pPr rtl="0"/>
            <a:r>
              <a:rPr lang="fr-FR" noProof="0"/>
              <a:t>Pitch Deck</a:t>
            </a:r>
          </a:p>
        </p:txBody>
      </p:sp>
      <p:sp>
        <p:nvSpPr>
          <p:cNvPr id="9" name="Espace réservé du numéro de diapositive 8">
            <a:extLst>
              <a:ext uri="{FF2B5EF4-FFF2-40B4-BE49-F238E27FC236}">
                <a16:creationId xmlns:a16="http://schemas.microsoft.com/office/drawing/2014/main" id="{9B9CD8B2-CC23-467F-B0EE-2CC06D6308BD}"/>
              </a:ext>
            </a:extLst>
          </p:cNvPr>
          <p:cNvSpPr>
            <a:spLocks noGrp="1"/>
          </p:cNvSpPr>
          <p:nvPr>
            <p:ph type="sldNum" sz="quarter" idx="12"/>
          </p:nvPr>
        </p:nvSpPr>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1386696317"/>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ynthès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5" y="1671639"/>
            <a:ext cx="5111750" cy="1204912"/>
          </a:xfrm>
        </p:spPr>
        <p:txBody>
          <a:bodyPr rtlCol="0" anchor="b">
            <a:normAutofit/>
          </a:bodyPr>
          <a:lstStyle>
            <a:lvl1pPr>
              <a:defRPr lang="en-US" sz="2800" kern="1200" cap="all" spc="150" baseline="0" dirty="0">
                <a:solidFill>
                  <a:schemeClr val="tx1">
                    <a:lumMod val="75000"/>
                    <a:lumOff val="25000"/>
                  </a:schemeClr>
                </a:solidFill>
                <a:latin typeface="+mj-lt"/>
                <a:ea typeface="+mj-ea"/>
                <a:cs typeface="+mj-cs"/>
              </a:defRPr>
            </a:lvl1pPr>
          </a:lstStyle>
          <a:p>
            <a:pPr rtl="0"/>
            <a:r>
              <a:rPr lang="fr-FR" noProof="0"/>
              <a:t>CLIQUEZ POUR MODIFIER LE STYLE DU TITRE DU MASQUE</a:t>
            </a:r>
          </a:p>
        </p:txBody>
      </p:sp>
      <p:sp>
        <p:nvSpPr>
          <p:cNvPr id="3" name="Espace réservé du texte 2">
            <a:extLst>
              <a:ext uri="{FF2B5EF4-FFF2-40B4-BE49-F238E27FC236}">
                <a16:creationId xmlns:a16="http://schemas.microsoft.com/office/drawing/2014/main" id="{92FD4279-EA62-4397-878A-73F4948DB176}"/>
              </a:ext>
            </a:extLst>
          </p:cNvPr>
          <p:cNvSpPr>
            <a:spLocks noGrp="1"/>
          </p:cNvSpPr>
          <p:nvPr>
            <p:ph type="body" idx="1" hasCustomPrompt="1"/>
          </p:nvPr>
        </p:nvSpPr>
        <p:spPr>
          <a:xfrm>
            <a:off x="5476875" y="3682546"/>
            <a:ext cx="5111750" cy="1525588"/>
          </a:xfrm>
        </p:spPr>
        <p:txBody>
          <a:bodyPr rtlCol="0" anchor="b">
            <a:normAutofit/>
          </a:bodyPr>
          <a:lstStyle>
            <a:lvl1pPr marL="0" indent="0">
              <a:lnSpc>
                <a:spcPct val="100000"/>
              </a:lnSpc>
              <a:buNone/>
              <a:defRPr sz="1400" spc="50" baseline="0">
                <a:solidFill>
                  <a:schemeClr val="tx1">
                    <a:lumMod val="75000"/>
                    <a:lumOff val="2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fr-FR" noProof="0"/>
              <a:t>Modifiez les styles du texte</a:t>
            </a:r>
          </a:p>
        </p:txBody>
      </p:sp>
      <p:cxnSp>
        <p:nvCxnSpPr>
          <p:cNvPr id="23" name="Connecteur droit 22">
            <a:extLst>
              <a:ext uri="{FF2B5EF4-FFF2-40B4-BE49-F238E27FC236}">
                <a16:creationId xmlns:a16="http://schemas.microsoft.com/office/drawing/2014/main" id="{D87F08D6-2CA7-4A5A-BE34-07113DCA535D}"/>
              </a:ext>
            </a:extLst>
          </p:cNvPr>
          <p:cNvCxnSpPr>
            <a:cxnSpLocks/>
          </p:cNvCxnSpPr>
          <p:nvPr/>
        </p:nvCxnSpPr>
        <p:spPr>
          <a:xfrm flipH="1" flipV="1">
            <a:off x="0" y="876300"/>
            <a:ext cx="4762500" cy="1628775"/>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Connecteur droit 11">
            <a:extLst>
              <a:ext uri="{FF2B5EF4-FFF2-40B4-BE49-F238E27FC236}">
                <a16:creationId xmlns:a16="http://schemas.microsoft.com/office/drawing/2014/main" id="{A768C87F-B9C3-4DFF-8454-F3F52CE4346B}"/>
              </a:ext>
            </a:extLst>
          </p:cNvPr>
          <p:cNvCxnSpPr>
            <a:cxnSpLocks/>
          </p:cNvCxnSpPr>
          <p:nvPr/>
        </p:nvCxnSpPr>
        <p:spPr>
          <a:xfrm flipH="1" flipV="1">
            <a:off x="2638425" y="0"/>
            <a:ext cx="2124076" cy="518636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Espace réservé de la date 6">
            <a:extLst>
              <a:ext uri="{FF2B5EF4-FFF2-40B4-BE49-F238E27FC236}">
                <a16:creationId xmlns:a16="http://schemas.microsoft.com/office/drawing/2014/main" id="{71F34533-9677-48AF-9374-976825F4BB7E}"/>
              </a:ext>
            </a:extLst>
          </p:cNvPr>
          <p:cNvSpPr>
            <a:spLocks noGrp="1"/>
          </p:cNvSpPr>
          <p:nvPr>
            <p:ph type="dt" sz="half" idx="10"/>
          </p:nvPr>
        </p:nvSpPr>
        <p:spPr>
          <a:xfrm>
            <a:off x="838200" y="6356350"/>
            <a:ext cx="2743200" cy="365125"/>
          </a:xfrm>
        </p:spPr>
        <p:txBody>
          <a:bodyPr rtlCol="0"/>
          <a:lstStyle>
            <a:lvl1pPr>
              <a:defRPr sz="900"/>
            </a:lvl1pPr>
          </a:lstStyle>
          <a:p>
            <a:pPr rtl="0"/>
            <a:r>
              <a:rPr lang="fr-FR" noProof="0"/>
              <a:t>20XX</a:t>
            </a:r>
          </a:p>
        </p:txBody>
      </p:sp>
      <p:sp>
        <p:nvSpPr>
          <p:cNvPr id="22" name="Espace réservé du pied de page 7">
            <a:extLst>
              <a:ext uri="{FF2B5EF4-FFF2-40B4-BE49-F238E27FC236}">
                <a16:creationId xmlns:a16="http://schemas.microsoft.com/office/drawing/2014/main" id="{4FAB8A26-B99E-4F96-8327-A932A14F2C03}"/>
              </a:ext>
            </a:extLst>
          </p:cNvPr>
          <p:cNvSpPr>
            <a:spLocks noGrp="1"/>
          </p:cNvSpPr>
          <p:nvPr>
            <p:ph type="ftr" sz="quarter" idx="11"/>
          </p:nvPr>
        </p:nvSpPr>
        <p:spPr>
          <a:xfrm>
            <a:off x="4038600" y="6356350"/>
            <a:ext cx="4114800" cy="365125"/>
          </a:xfrm>
        </p:spPr>
        <p:txBody>
          <a:bodyPr rtlCol="0"/>
          <a:lstStyle>
            <a:lvl1pPr>
              <a:defRPr sz="900"/>
            </a:lvl1pPr>
          </a:lstStyle>
          <a:p>
            <a:pPr rtl="0"/>
            <a:r>
              <a:rPr lang="fr-FR" noProof="0"/>
              <a:t>Pitch Deck</a:t>
            </a:r>
          </a:p>
        </p:txBody>
      </p:sp>
      <p:sp>
        <p:nvSpPr>
          <p:cNvPr id="24" name="Espace réservé du numéro de diapositive 8">
            <a:extLst>
              <a:ext uri="{FF2B5EF4-FFF2-40B4-BE49-F238E27FC236}">
                <a16:creationId xmlns:a16="http://schemas.microsoft.com/office/drawing/2014/main" id="{EB0962D2-BCC3-48AB-A769-2A7327D29191}"/>
              </a:ext>
            </a:extLst>
          </p:cNvPr>
          <p:cNvSpPr>
            <a:spLocks noGrp="1"/>
          </p:cNvSpPr>
          <p:nvPr>
            <p:ph type="sldNum" sz="quarter" idx="12"/>
          </p:nvPr>
        </p:nvSpPr>
        <p:spPr>
          <a:xfrm>
            <a:off x="8610600" y="6356350"/>
            <a:ext cx="2743200"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1616316768"/>
      </p:ext>
    </p:extLst>
  </p:cSld>
  <p:clrMapOvr>
    <a:masterClrMapping/>
  </p:clrMapOvr>
  <p:extLst>
    <p:ext uri="{DCECCB84-F9BA-43D5-87BE-67443E8EF086}">
      <p15:sldGuideLst xmlns:p15="http://schemas.microsoft.com/office/powerpoint/2012/main">
        <p15:guide id="1" pos="300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Conclusion">
    <p:bg>
      <p:bgPr>
        <a:solidFill>
          <a:schemeClr val="accent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rtlCol="0" anchor="b">
            <a:noAutofit/>
          </a:bodyPr>
          <a:lstStyle>
            <a:lvl1pPr algn="l">
              <a:defRPr sz="3200" spc="150" baseline="0">
                <a:solidFill>
                  <a:schemeClr val="tx1">
                    <a:lumMod val="75000"/>
                    <a:lumOff val="25000"/>
                  </a:schemeClr>
                </a:solidFill>
              </a:defRPr>
            </a:lvl1pPr>
          </a:lstStyle>
          <a:p>
            <a:pPr rtl="0"/>
            <a:r>
              <a:rPr lang="fr-FR" noProof="0"/>
              <a:t>CLIQUEZ POUR MODIFIER LE STYLE DU TITRE DU MASQUE</a:t>
            </a:r>
          </a:p>
        </p:txBody>
      </p:sp>
      <p:sp>
        <p:nvSpPr>
          <p:cNvPr id="3" name="Sous-titre 2">
            <a:extLst>
              <a:ext uri="{FF2B5EF4-FFF2-40B4-BE49-F238E27FC236}">
                <a16:creationId xmlns:a16="http://schemas.microsoft.com/office/drawing/2014/main" id="{55457758-A125-4CEA-A3D5-CBD010417BD2}"/>
              </a:ext>
            </a:extLst>
          </p:cNvPr>
          <p:cNvSpPr>
            <a:spLocks noGrp="1"/>
          </p:cNvSpPr>
          <p:nvPr>
            <p:ph type="subTitle" idx="1"/>
          </p:nvPr>
        </p:nvSpPr>
        <p:spPr>
          <a:xfrm>
            <a:off x="4267200" y="3238103"/>
            <a:ext cx="4179570" cy="2004161"/>
          </a:xfrm>
        </p:spPr>
        <p:txBody>
          <a:bodyPr rtlCol="0">
            <a:normAutofit/>
          </a:bodyPr>
          <a:lstStyle>
            <a:lvl1pPr marL="0" indent="0" algn="l">
              <a:lnSpc>
                <a:spcPct val="150000"/>
              </a:lnSpc>
              <a:buNone/>
              <a:defRPr sz="1400" spc="50" baseline="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fr-FR" noProof="0"/>
              <a:t>Modifiez le style des sous-titres du masque</a:t>
            </a:r>
          </a:p>
        </p:txBody>
      </p:sp>
      <p:pic>
        <p:nvPicPr>
          <p:cNvPr id="6" name="Graphisme 5">
            <a:extLst>
              <a:ext uri="{FF2B5EF4-FFF2-40B4-BE49-F238E27FC236}">
                <a16:creationId xmlns:a16="http://schemas.microsoft.com/office/drawing/2014/main" id="{ED3361C9-310A-4255-A94E-B77588962DA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0"/>
            <a:ext cx="3176938" cy="6858000"/>
          </a:xfrm>
          <a:prstGeom prst="rect">
            <a:avLst/>
          </a:prstGeom>
        </p:spPr>
      </p:pic>
      <p:sp>
        <p:nvSpPr>
          <p:cNvPr id="9" name="Espace réservé de la date 6">
            <a:extLst>
              <a:ext uri="{FF2B5EF4-FFF2-40B4-BE49-F238E27FC236}">
                <a16:creationId xmlns:a16="http://schemas.microsoft.com/office/drawing/2014/main" id="{BF358517-D7B7-40D0-A9D0-B650C80898AC}"/>
              </a:ext>
            </a:extLst>
          </p:cNvPr>
          <p:cNvSpPr>
            <a:spLocks noGrp="1"/>
          </p:cNvSpPr>
          <p:nvPr>
            <p:ph type="dt" sz="half" idx="10"/>
          </p:nvPr>
        </p:nvSpPr>
        <p:spPr>
          <a:xfrm>
            <a:off x="4267200" y="6356350"/>
            <a:ext cx="1774371" cy="365125"/>
          </a:xfrm>
        </p:spPr>
        <p:txBody>
          <a:bodyPr rtlCol="0"/>
          <a:lstStyle>
            <a:lvl1pPr>
              <a:defRPr sz="900"/>
            </a:lvl1pPr>
          </a:lstStyle>
          <a:p>
            <a:pPr rtl="0"/>
            <a:r>
              <a:rPr lang="fr-FR" noProof="0"/>
              <a:t>20XX</a:t>
            </a:r>
          </a:p>
        </p:txBody>
      </p:sp>
      <p:sp>
        <p:nvSpPr>
          <p:cNvPr id="10" name="Espace réservé du pied de page 7">
            <a:extLst>
              <a:ext uri="{FF2B5EF4-FFF2-40B4-BE49-F238E27FC236}">
                <a16:creationId xmlns:a16="http://schemas.microsoft.com/office/drawing/2014/main" id="{6026D44C-0B39-4DE1-A0FC-5615DDAAE3CE}"/>
              </a:ext>
            </a:extLst>
          </p:cNvPr>
          <p:cNvSpPr>
            <a:spLocks noGrp="1"/>
          </p:cNvSpPr>
          <p:nvPr>
            <p:ph type="ftr" sz="quarter" idx="11"/>
          </p:nvPr>
        </p:nvSpPr>
        <p:spPr>
          <a:xfrm>
            <a:off x="6479721" y="6356350"/>
            <a:ext cx="2661557" cy="365125"/>
          </a:xfrm>
        </p:spPr>
        <p:txBody>
          <a:bodyPr rtlCol="0"/>
          <a:lstStyle>
            <a:lvl1pPr>
              <a:defRPr sz="900"/>
            </a:lvl1pPr>
          </a:lstStyle>
          <a:p>
            <a:pPr rtl="0"/>
            <a:r>
              <a:rPr lang="fr-FR" noProof="0"/>
              <a:t>Pitch Deck</a:t>
            </a:r>
          </a:p>
        </p:txBody>
      </p:sp>
      <p:sp>
        <p:nvSpPr>
          <p:cNvPr id="11" name="Espace réservé du numéro de diapositive 8">
            <a:extLst>
              <a:ext uri="{FF2B5EF4-FFF2-40B4-BE49-F238E27FC236}">
                <a16:creationId xmlns:a16="http://schemas.microsoft.com/office/drawing/2014/main" id="{0F8222B4-B618-42C4-8BDB-D2E4DF2F22C3}"/>
              </a:ext>
            </a:extLst>
          </p:cNvPr>
          <p:cNvSpPr>
            <a:spLocks noGrp="1"/>
          </p:cNvSpPr>
          <p:nvPr>
            <p:ph type="sldNum" sz="quarter" idx="12"/>
          </p:nvPr>
        </p:nvSpPr>
        <p:spPr>
          <a:xfrm>
            <a:off x="9579428" y="6356350"/>
            <a:ext cx="1774371" cy="365125"/>
          </a:xfrm>
        </p:spPr>
        <p:txBody>
          <a:bodyPr rtlCol="0"/>
          <a:lstStyle>
            <a:lvl1pPr>
              <a:defRPr sz="900"/>
            </a:lvl1pPr>
          </a:lstStyle>
          <a:p>
            <a:pPr rtl="0"/>
            <a:fld id="{B5CEABB6-07DC-46E8-9B57-56EC44A396E5}" type="slidenum">
              <a:rPr lang="fr-FR" noProof="0" smtClean="0"/>
              <a:t>‹N°›</a:t>
            </a:fld>
            <a:endParaRPr lang="fr-FR" noProof="0"/>
          </a:p>
        </p:txBody>
      </p:sp>
    </p:spTree>
    <p:extLst>
      <p:ext uri="{BB962C8B-B14F-4D97-AF65-F5344CB8AC3E}">
        <p14:creationId xmlns:p14="http://schemas.microsoft.com/office/powerpoint/2010/main" val="4293551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pPr rtl="0"/>
            <a:r>
              <a:rPr lang="fr-FR" noProof="0"/>
              <a:t>Modifiez le style du titre</a:t>
            </a:r>
          </a:p>
        </p:txBody>
      </p:sp>
      <p:sp>
        <p:nvSpPr>
          <p:cNvPr id="3" name="Espace réservé du texte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a:extLst>
              <a:ext uri="{FF2B5EF4-FFF2-40B4-BE49-F238E27FC236}">
                <a16:creationId xmlns:a16="http://schemas.microsoft.com/office/drawing/2014/main" id="{C2AE9FDE-AF95-49F8-A927-35A23C9E653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rtl="0"/>
            <a:r>
              <a:rPr lang="fr-FR" noProof="0"/>
              <a:t>20XX</a:t>
            </a:r>
          </a:p>
        </p:txBody>
      </p:sp>
      <p:sp>
        <p:nvSpPr>
          <p:cNvPr id="5" name="Espace réservé du pied de page 4">
            <a:extLst>
              <a:ext uri="{FF2B5EF4-FFF2-40B4-BE49-F238E27FC236}">
                <a16:creationId xmlns:a16="http://schemas.microsoft.com/office/drawing/2014/main" id="{CC2E900D-8FF9-4E80-860D-89C2D3B4E4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rtl="0"/>
            <a:r>
              <a:rPr lang="fr-FR" noProof="0"/>
              <a:t>Pitch Deck</a:t>
            </a:r>
          </a:p>
        </p:txBody>
      </p:sp>
      <p:sp>
        <p:nvSpPr>
          <p:cNvPr id="6" name="Espace réservé du numéro de diapositive 5">
            <a:extLst>
              <a:ext uri="{FF2B5EF4-FFF2-40B4-BE49-F238E27FC236}">
                <a16:creationId xmlns:a16="http://schemas.microsoft.com/office/drawing/2014/main" id="{F1A66A0C-1415-46A3-A1FF-BE18C70873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rtl="0"/>
            <a:fld id="{B5CEABB6-07DC-46E8-9B57-56EC44A396E5}" type="slidenum">
              <a:rPr lang="fr-FR" noProof="0" smtClean="0"/>
              <a:pPr rtl="0"/>
              <a:t>‹N°›</a:t>
            </a:fld>
            <a:endParaRPr lang="fr-FR" noProof="0"/>
          </a:p>
        </p:txBody>
      </p:sp>
    </p:spTree>
    <p:extLst>
      <p:ext uri="{BB962C8B-B14F-4D97-AF65-F5344CB8AC3E}">
        <p14:creationId xmlns:p14="http://schemas.microsoft.com/office/powerpoint/2010/main" val="1928452137"/>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70" r:id="rId3"/>
    <p:sldLayoutId id="2147483688" r:id="rId4"/>
    <p:sldLayoutId id="2147483694" r:id="rId5"/>
    <p:sldLayoutId id="2147483697" r:id="rId6"/>
    <p:sldLayoutId id="2147483673" r:id="rId7"/>
    <p:sldLayoutId id="2147483676" r:id="rId8"/>
    <p:sldLayoutId id="2147483672" r:id="rId9"/>
    <p:sldLayoutId id="2147483699" r:id="rId10"/>
    <p:sldLayoutId id="2147483671" r:id="rId11"/>
    <p:sldLayoutId id="2147483700" r:id="rId12"/>
    <p:sldLayoutId id="2147483692" r:id="rId13"/>
    <p:sldLayoutId id="2147483681" r:id="rId14"/>
    <p:sldLayoutId id="2147483674" r:id="rId15"/>
    <p:sldLayoutId id="2147483675" r:id="rId16"/>
    <p:sldLayoutId id="2147483696" r:id="rId17"/>
    <p:sldLayoutId id="2147483677" r:id="rId18"/>
    <p:sldLayoutId id="2147483678" r:id="rId19"/>
  </p:sldLayoutIdLst>
  <p:hf hdr="0" ftr="0" dt="0"/>
  <p:txStyles>
    <p:titleStyle>
      <a:lvl1pPr algn="l" defTabSz="914400" rtl="0" eaLnBrk="1" latinLnBrk="0" hangingPunct="1">
        <a:lnSpc>
          <a:spcPct val="90000"/>
        </a:lnSpc>
        <a:spcBef>
          <a:spcPct val="0"/>
        </a:spcBef>
        <a:buNone/>
        <a:defRPr sz="4400" kern="1200" cap="all" baseline="0">
          <a:solidFill>
            <a:schemeClr val="tx1">
              <a:lumMod val="75000"/>
              <a:lumOff val="2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75000"/>
              <a:lumOff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75000"/>
              <a:lumOff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75000"/>
              <a:lumOff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image" Target="../media/image29.png"/><Relationship Id="rId4" Type="http://schemas.openxmlformats.org/officeDocument/2006/relationships/image" Target="../media/image27.png"/></Relationships>
</file>

<file path=ppt/slides/_rels/slide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31.png"/></Relationships>
</file>

<file path=ppt/slides/_rels/slide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34.png"/></Relationships>
</file>

<file path=ppt/slides/_rels/slide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36.png"/></Relationships>
</file>

<file path=ppt/slides/_rels/slide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7.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38.png"/></Relationships>
</file>

<file path=ppt/slides/_rels/slide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16815C6-3AD0-46E6-A74A-1967BD91AF50}"/>
              </a:ext>
            </a:extLst>
          </p:cNvPr>
          <p:cNvSpPr>
            <a:spLocks noGrp="1"/>
          </p:cNvSpPr>
          <p:nvPr>
            <p:ph type="ctrTitle"/>
          </p:nvPr>
        </p:nvSpPr>
        <p:spPr>
          <a:xfrm>
            <a:off x="6416040" y="4434840"/>
            <a:ext cx="4941771" cy="1122202"/>
          </a:xfrm>
        </p:spPr>
        <p:txBody>
          <a:bodyPr rtlCol="0"/>
          <a:lstStyle/>
          <a:p>
            <a:pPr rtl="0"/>
            <a:r>
              <a:rPr lang="fr-FR" b="1" dirty="0"/>
              <a:t>rapport mensuel des actions marketing</a:t>
            </a:r>
            <a:endParaRPr lang="fr-FR" dirty="0"/>
          </a:p>
        </p:txBody>
      </p:sp>
      <p:sp>
        <p:nvSpPr>
          <p:cNvPr id="3" name="Sous-titre 2">
            <a:extLst>
              <a:ext uri="{FF2B5EF4-FFF2-40B4-BE49-F238E27FC236}">
                <a16:creationId xmlns:a16="http://schemas.microsoft.com/office/drawing/2014/main" id="{1901B20D-4C28-4DA3-ABBD-718C22A5E58B}"/>
              </a:ext>
            </a:extLst>
          </p:cNvPr>
          <p:cNvSpPr>
            <a:spLocks noGrp="1"/>
          </p:cNvSpPr>
          <p:nvPr>
            <p:ph type="subTitle" idx="1"/>
          </p:nvPr>
        </p:nvSpPr>
        <p:spPr>
          <a:xfrm>
            <a:off x="6416041" y="5586890"/>
            <a:ext cx="4941770" cy="396660"/>
          </a:xfrm>
        </p:spPr>
        <p:txBody>
          <a:bodyPr rtlCol="0"/>
          <a:lstStyle/>
          <a:p>
            <a:pPr rtl="0"/>
            <a:r>
              <a:rPr lang="fr-FR" dirty="0"/>
              <a:t>Zied Belhocine</a:t>
            </a:r>
          </a:p>
        </p:txBody>
      </p:sp>
      <p:pic>
        <p:nvPicPr>
          <p:cNvPr id="7" name="Image 6" descr="Une image contenant texte, Police, capture d’écran, logo&#10;&#10;Le contenu généré par l’IA peut être incorrect.">
            <a:extLst>
              <a:ext uri="{FF2B5EF4-FFF2-40B4-BE49-F238E27FC236}">
                <a16:creationId xmlns:a16="http://schemas.microsoft.com/office/drawing/2014/main" id="{2838F9F2-4DA9-9E4B-C123-DC6A8FC32416}"/>
              </a:ext>
            </a:extLst>
          </p:cNvPr>
          <p:cNvPicPr>
            <a:picLocks noChangeAspect="1"/>
          </p:cNvPicPr>
          <p:nvPr/>
        </p:nvPicPr>
        <p:blipFill>
          <a:blip r:embed="rId3"/>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16424253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73E60735-DA78-FDD1-C307-5A6F583D7873}"/>
              </a:ext>
            </a:extLst>
          </p:cNvPr>
          <p:cNvPicPr>
            <a:picLocks noChangeAspect="1"/>
          </p:cNvPicPr>
          <p:nvPr/>
        </p:nvPicPr>
        <p:blipFill>
          <a:blip r:embed="rId3"/>
          <a:stretch>
            <a:fillRect/>
          </a:stretch>
        </p:blipFill>
        <p:spPr>
          <a:xfrm>
            <a:off x="0" y="0"/>
            <a:ext cx="12192000" cy="6858000"/>
          </a:xfrm>
          <a:prstGeom prst="rect">
            <a:avLst/>
          </a:prstGeom>
        </p:spPr>
      </p:pic>
      <p:sp>
        <p:nvSpPr>
          <p:cNvPr id="4" name="Espace réservé du numéro de diapositive 3">
            <a:extLst>
              <a:ext uri="{FF2B5EF4-FFF2-40B4-BE49-F238E27FC236}">
                <a16:creationId xmlns:a16="http://schemas.microsoft.com/office/drawing/2014/main" id="{9E329779-7CD0-66B6-A1BC-1B30EF625B0B}"/>
              </a:ext>
            </a:extLst>
          </p:cNvPr>
          <p:cNvSpPr>
            <a:spLocks noGrp="1"/>
          </p:cNvSpPr>
          <p:nvPr>
            <p:ph type="sldNum" sz="quarter" idx="12"/>
          </p:nvPr>
        </p:nvSpPr>
        <p:spPr/>
        <p:txBody>
          <a:bodyPr/>
          <a:lstStyle/>
          <a:p>
            <a:pPr rtl="0"/>
            <a:fld id="{B5CEABB6-07DC-46E8-9B57-56EC44A396E5}" type="slidenum">
              <a:rPr lang="fr-FR" noProof="0" smtClean="0"/>
              <a:t>2</a:t>
            </a:fld>
            <a:endParaRPr lang="fr-FR" noProof="0"/>
          </a:p>
        </p:txBody>
      </p:sp>
      <p:sp>
        <p:nvSpPr>
          <p:cNvPr id="5" name="Espace réservé du numéro de diapositive 3">
            <a:extLst>
              <a:ext uri="{FF2B5EF4-FFF2-40B4-BE49-F238E27FC236}">
                <a16:creationId xmlns:a16="http://schemas.microsoft.com/office/drawing/2014/main" id="{328F602C-7F98-4C02-99D4-ED65E00D66A4}"/>
              </a:ext>
            </a:extLst>
          </p:cNvPr>
          <p:cNvSpPr txBox="1">
            <a:spLocks/>
          </p:cNvSpPr>
          <p:nvPr/>
        </p:nvSpPr>
        <p:spPr>
          <a:xfrm>
            <a:off x="11204448" y="6492875"/>
            <a:ext cx="987552" cy="365125"/>
          </a:xfrm>
          <a:prstGeom prst="rect">
            <a:avLst/>
          </a:prstGeom>
        </p:spPr>
        <p:txBody>
          <a:bodyPr vert="horz" lIns="91440" tIns="45720" rIns="91440" bIns="45720" rtlCol="0" anchor="ctr"/>
          <a:lstStyle>
            <a:defPPr rtl="0">
              <a:defRPr lang="fr-FR"/>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51A1E-902D-48AF-9020-955120F399B6}" type="slidenum">
              <a:rPr lang="fr-FR" smtClean="0"/>
              <a:pPr/>
              <a:t>2</a:t>
            </a:fld>
            <a:endParaRPr lang="fr-FR" dirty="0"/>
          </a:p>
        </p:txBody>
      </p:sp>
      <p:sp>
        <p:nvSpPr>
          <p:cNvPr id="10" name="ZoneTexte 9">
            <a:extLst>
              <a:ext uri="{FF2B5EF4-FFF2-40B4-BE49-F238E27FC236}">
                <a16:creationId xmlns:a16="http://schemas.microsoft.com/office/drawing/2014/main" id="{0519737F-9D2D-31DE-5686-D6F447D5D3F5}"/>
              </a:ext>
            </a:extLst>
          </p:cNvPr>
          <p:cNvSpPr txBox="1"/>
          <p:nvPr/>
        </p:nvSpPr>
        <p:spPr>
          <a:xfrm>
            <a:off x="1801091" y="5156021"/>
            <a:ext cx="8181109"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fr-FR" dirty="0"/>
              <a:t>Chiffre d’affaires en augmentation sur les 12 derniers mois mais baisse soudaine au mois de février. Quelles causes ? Quel avenir ?</a:t>
            </a:r>
          </a:p>
          <a:p>
            <a:pPr algn="ctr"/>
            <a:r>
              <a:rPr lang="fr-FR" dirty="0"/>
              <a:t>Le nombre de vente est en nette augmentation depuis le mois de juillet (de 1 500 à presque 27 000 en février).</a:t>
            </a:r>
          </a:p>
        </p:txBody>
      </p:sp>
      <p:sp>
        <p:nvSpPr>
          <p:cNvPr id="12" name="Titre 1">
            <a:extLst>
              <a:ext uri="{FF2B5EF4-FFF2-40B4-BE49-F238E27FC236}">
                <a16:creationId xmlns:a16="http://schemas.microsoft.com/office/drawing/2014/main" id="{F8A892BB-5431-CA08-0719-4F1CA5524A86}"/>
              </a:ext>
            </a:extLst>
          </p:cNvPr>
          <p:cNvSpPr txBox="1">
            <a:spLocks/>
          </p:cNvSpPr>
          <p:nvPr/>
        </p:nvSpPr>
        <p:spPr>
          <a:xfrm>
            <a:off x="958665" y="152326"/>
            <a:ext cx="10515600" cy="92333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chor="b">
            <a:normAutofit/>
          </a:bodyPr>
          <a:lstStyle>
            <a:lvl1pPr algn="l" defTabSz="914400" rtl="0" eaLnBrk="1" latinLnBrk="0" hangingPunct="1">
              <a:lnSpc>
                <a:spcPct val="90000"/>
              </a:lnSpc>
              <a:spcBef>
                <a:spcPct val="0"/>
              </a:spcBef>
              <a:buNone/>
              <a:defRPr lang="en-US" sz="2800" kern="1200" cap="all" spc="150" baseline="0" dirty="0">
                <a:solidFill>
                  <a:schemeClr val="tx1">
                    <a:lumMod val="75000"/>
                    <a:lumOff val="25000"/>
                  </a:schemeClr>
                </a:solidFill>
                <a:latin typeface="+mj-lt"/>
                <a:ea typeface="+mj-ea"/>
                <a:cs typeface="+mj-cs"/>
              </a:defRPr>
            </a:lvl1pPr>
          </a:lstStyle>
          <a:p>
            <a:r>
              <a:rPr lang="fr-FR" dirty="0"/>
              <a:t>Pourquoi notre Chiffre d’affaire baisse alors que nous vendons plus ?! Menons l’enquête !</a:t>
            </a:r>
          </a:p>
        </p:txBody>
      </p:sp>
      <p:pic>
        <p:nvPicPr>
          <p:cNvPr id="13" name="Image 12" descr="Une image contenant texte, Police, capture d’écran, logo&#10;&#10;Le contenu généré par l’IA peut être incorrect.">
            <a:extLst>
              <a:ext uri="{FF2B5EF4-FFF2-40B4-BE49-F238E27FC236}">
                <a16:creationId xmlns:a16="http://schemas.microsoft.com/office/drawing/2014/main" id="{12BCD33F-C23C-C272-322D-3BD4DEA0E053}"/>
              </a:ext>
            </a:extLst>
          </p:cNvPr>
          <p:cNvPicPr>
            <a:picLocks noChangeAspect="1"/>
          </p:cNvPicPr>
          <p:nvPr/>
        </p:nvPicPr>
        <p:blipFill>
          <a:blip r:embed="rId4"/>
          <a:stretch>
            <a:fillRect/>
          </a:stretch>
        </p:blipFill>
        <p:spPr>
          <a:xfrm>
            <a:off x="10794093" y="6206721"/>
            <a:ext cx="1127436" cy="422580"/>
          </a:xfrm>
          <a:prstGeom prst="rect">
            <a:avLst/>
          </a:prstGeom>
        </p:spPr>
      </p:pic>
      <p:pic>
        <p:nvPicPr>
          <p:cNvPr id="6" name="Image 5" descr="Une image contenant texte, capture d’écran, ligne, Tracé&#10;&#10;Le contenu généré par l’IA peut être incorrect.">
            <a:extLst>
              <a:ext uri="{FF2B5EF4-FFF2-40B4-BE49-F238E27FC236}">
                <a16:creationId xmlns:a16="http://schemas.microsoft.com/office/drawing/2014/main" id="{1644FE99-D60F-F9B7-54F1-E7C63F4B7639}"/>
              </a:ext>
            </a:extLst>
          </p:cNvPr>
          <p:cNvPicPr>
            <a:picLocks noChangeAspect="1"/>
          </p:cNvPicPr>
          <p:nvPr/>
        </p:nvPicPr>
        <p:blipFill>
          <a:blip r:embed="rId5"/>
          <a:stretch>
            <a:fillRect/>
          </a:stretch>
        </p:blipFill>
        <p:spPr>
          <a:xfrm>
            <a:off x="2868003" y="1225285"/>
            <a:ext cx="6047284" cy="3768647"/>
          </a:xfrm>
          <a:prstGeom prst="rect">
            <a:avLst/>
          </a:prstGeom>
        </p:spPr>
      </p:pic>
    </p:spTree>
    <p:extLst>
      <p:ext uri="{BB962C8B-B14F-4D97-AF65-F5344CB8AC3E}">
        <p14:creationId xmlns:p14="http://schemas.microsoft.com/office/powerpoint/2010/main" val="977898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91BADD17-2D01-BF0B-8651-44CA7D3E90CA}"/>
              </a:ext>
            </a:extLst>
          </p:cNvPr>
          <p:cNvPicPr>
            <a:picLocks noChangeAspect="1"/>
          </p:cNvPicPr>
          <p:nvPr/>
        </p:nvPicPr>
        <p:blipFill>
          <a:blip r:embed="rId3"/>
          <a:stretch>
            <a:fillRect/>
          </a:stretch>
        </p:blipFill>
        <p:spPr>
          <a:xfrm>
            <a:off x="0" y="6393"/>
            <a:ext cx="12192000" cy="6858000"/>
          </a:xfrm>
          <a:prstGeom prst="rect">
            <a:avLst/>
          </a:prstGeom>
        </p:spPr>
      </p:pic>
      <p:sp>
        <p:nvSpPr>
          <p:cNvPr id="4" name="Espace réservé du numéro de diapositive 3">
            <a:extLst>
              <a:ext uri="{FF2B5EF4-FFF2-40B4-BE49-F238E27FC236}">
                <a16:creationId xmlns:a16="http://schemas.microsoft.com/office/drawing/2014/main" id="{70DA5816-BE7F-1785-7B8B-93C7F95A121B}"/>
              </a:ext>
            </a:extLst>
          </p:cNvPr>
          <p:cNvSpPr>
            <a:spLocks noGrp="1"/>
          </p:cNvSpPr>
          <p:nvPr>
            <p:ph type="sldNum" sz="quarter" idx="12"/>
          </p:nvPr>
        </p:nvSpPr>
        <p:spPr/>
        <p:txBody>
          <a:bodyPr/>
          <a:lstStyle/>
          <a:p>
            <a:pPr rtl="0"/>
            <a:fld id="{B5CEABB6-07DC-46E8-9B57-56EC44A396E5}" type="slidenum">
              <a:rPr lang="fr-FR" noProof="0" smtClean="0"/>
              <a:t>3</a:t>
            </a:fld>
            <a:endParaRPr lang="fr-FR" noProof="0"/>
          </a:p>
        </p:txBody>
      </p:sp>
      <p:sp>
        <p:nvSpPr>
          <p:cNvPr id="5" name="Espace réservé du numéro de diapositive 3">
            <a:extLst>
              <a:ext uri="{FF2B5EF4-FFF2-40B4-BE49-F238E27FC236}">
                <a16:creationId xmlns:a16="http://schemas.microsoft.com/office/drawing/2014/main" id="{328F602C-7F98-4C02-99D4-ED65E00D66A4}"/>
              </a:ext>
            </a:extLst>
          </p:cNvPr>
          <p:cNvSpPr txBox="1">
            <a:spLocks/>
          </p:cNvSpPr>
          <p:nvPr/>
        </p:nvSpPr>
        <p:spPr>
          <a:xfrm>
            <a:off x="11204448" y="6492875"/>
            <a:ext cx="987552" cy="365125"/>
          </a:xfrm>
          <a:prstGeom prst="rect">
            <a:avLst/>
          </a:prstGeom>
        </p:spPr>
        <p:txBody>
          <a:bodyPr vert="horz" lIns="91440" tIns="45720" rIns="91440" bIns="45720" rtlCol="0" anchor="ctr"/>
          <a:lstStyle>
            <a:defPPr rtl="0">
              <a:defRPr lang="fr-FR"/>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51A1E-902D-48AF-9020-955120F399B6}" type="slidenum">
              <a:rPr lang="fr-FR" smtClean="0"/>
              <a:pPr/>
              <a:t>3</a:t>
            </a:fld>
            <a:endParaRPr lang="fr-FR" dirty="0"/>
          </a:p>
        </p:txBody>
      </p:sp>
      <p:pic>
        <p:nvPicPr>
          <p:cNvPr id="6" name="Image 5">
            <a:extLst>
              <a:ext uri="{FF2B5EF4-FFF2-40B4-BE49-F238E27FC236}">
                <a16:creationId xmlns:a16="http://schemas.microsoft.com/office/drawing/2014/main" id="{2415FE7D-904B-B539-B403-F92F79825ED8}"/>
              </a:ext>
            </a:extLst>
          </p:cNvPr>
          <p:cNvPicPr>
            <a:picLocks noChangeAspect="1"/>
          </p:cNvPicPr>
          <p:nvPr/>
        </p:nvPicPr>
        <p:blipFill>
          <a:blip r:embed="rId4"/>
          <a:stretch>
            <a:fillRect/>
          </a:stretch>
        </p:blipFill>
        <p:spPr>
          <a:xfrm>
            <a:off x="3300402" y="1249417"/>
            <a:ext cx="5310198" cy="3859860"/>
          </a:xfrm>
          <a:prstGeom prst="rect">
            <a:avLst/>
          </a:prstGeom>
        </p:spPr>
      </p:pic>
      <p:sp>
        <p:nvSpPr>
          <p:cNvPr id="8" name="Titre 1">
            <a:extLst>
              <a:ext uri="{FF2B5EF4-FFF2-40B4-BE49-F238E27FC236}">
                <a16:creationId xmlns:a16="http://schemas.microsoft.com/office/drawing/2014/main" id="{4F487A6A-202B-34F2-3157-3A0DB7CFF017}"/>
              </a:ext>
            </a:extLst>
          </p:cNvPr>
          <p:cNvSpPr txBox="1">
            <a:spLocks/>
          </p:cNvSpPr>
          <p:nvPr/>
        </p:nvSpPr>
        <p:spPr>
          <a:xfrm>
            <a:off x="838200" y="90995"/>
            <a:ext cx="10515600" cy="92333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chor="b">
            <a:normAutofit/>
          </a:bodyPr>
          <a:lstStyle>
            <a:lvl1pPr algn="l" defTabSz="914400" rtl="0" eaLnBrk="1" latinLnBrk="0" hangingPunct="1">
              <a:lnSpc>
                <a:spcPct val="90000"/>
              </a:lnSpc>
              <a:spcBef>
                <a:spcPct val="0"/>
              </a:spcBef>
              <a:buNone/>
              <a:defRPr lang="en-US" sz="2800" kern="1200" cap="all" spc="150" baseline="0" dirty="0">
                <a:solidFill>
                  <a:schemeClr val="tx1">
                    <a:lumMod val="75000"/>
                    <a:lumOff val="25000"/>
                  </a:schemeClr>
                </a:solidFill>
                <a:latin typeface="+mj-lt"/>
                <a:ea typeface="+mj-ea"/>
                <a:cs typeface="+mj-cs"/>
              </a:defRPr>
            </a:lvl1pPr>
          </a:lstStyle>
          <a:p>
            <a:r>
              <a:rPr lang="fr-FR" dirty="0"/>
              <a:t>le nombre de visite a un enfant caché avec le nombre de ventes : le taux de conversion.</a:t>
            </a:r>
          </a:p>
        </p:txBody>
      </p:sp>
      <p:pic>
        <p:nvPicPr>
          <p:cNvPr id="9" name="Image 8" descr="Une image contenant texte, Police, capture d’écran, logo&#10;&#10;Le contenu généré par l’IA peut être incorrect.">
            <a:extLst>
              <a:ext uri="{FF2B5EF4-FFF2-40B4-BE49-F238E27FC236}">
                <a16:creationId xmlns:a16="http://schemas.microsoft.com/office/drawing/2014/main" id="{0512DA33-A46C-9CBD-2F91-B8108D6CF218}"/>
              </a:ext>
            </a:extLst>
          </p:cNvPr>
          <p:cNvPicPr>
            <a:picLocks noChangeAspect="1"/>
          </p:cNvPicPr>
          <p:nvPr/>
        </p:nvPicPr>
        <p:blipFill>
          <a:blip r:embed="rId5"/>
          <a:stretch>
            <a:fillRect/>
          </a:stretch>
        </p:blipFill>
        <p:spPr>
          <a:xfrm>
            <a:off x="10794093" y="6206721"/>
            <a:ext cx="1127436" cy="422580"/>
          </a:xfrm>
          <a:prstGeom prst="rect">
            <a:avLst/>
          </a:prstGeom>
        </p:spPr>
      </p:pic>
      <p:sp>
        <p:nvSpPr>
          <p:cNvPr id="3" name="ZoneTexte 2">
            <a:extLst>
              <a:ext uri="{FF2B5EF4-FFF2-40B4-BE49-F238E27FC236}">
                <a16:creationId xmlns:a16="http://schemas.microsoft.com/office/drawing/2014/main" id="{E2966769-D94D-CDC9-2F0C-2EE5E89A32C7}"/>
              </a:ext>
            </a:extLst>
          </p:cNvPr>
          <p:cNvSpPr txBox="1"/>
          <p:nvPr/>
        </p:nvSpPr>
        <p:spPr>
          <a:xfrm>
            <a:off x="2045255" y="5428972"/>
            <a:ext cx="8181109"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fr-FR" dirty="0"/>
              <a:t>Forte augmentation du nombre de visites là aussi à partir de juillet.</a:t>
            </a:r>
          </a:p>
          <a:p>
            <a:pPr algn="ctr"/>
            <a:r>
              <a:rPr lang="fr-FR" dirty="0"/>
              <a:t>De 10 000 à plus de 500 000. </a:t>
            </a:r>
          </a:p>
          <a:p>
            <a:pPr algn="ctr"/>
            <a:r>
              <a:rPr lang="fr-FR" dirty="0"/>
              <a:t>Taux de conversion août = 5 000 / 50 000 = 0,10 (approximatif)</a:t>
            </a:r>
          </a:p>
          <a:p>
            <a:pPr algn="ctr"/>
            <a:r>
              <a:rPr lang="fr-FR" dirty="0"/>
              <a:t>Taux de conversion février = 27 000 / 530 000 = 0,05 (approximatif)</a:t>
            </a:r>
          </a:p>
        </p:txBody>
      </p:sp>
    </p:spTree>
    <p:extLst>
      <p:ext uri="{BB962C8B-B14F-4D97-AF65-F5344CB8AC3E}">
        <p14:creationId xmlns:p14="http://schemas.microsoft.com/office/powerpoint/2010/main" val="10773890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id="{328F602C-7F98-4C02-99D4-ED65E00D66A4}"/>
              </a:ext>
            </a:extLst>
          </p:cNvPr>
          <p:cNvSpPr>
            <a:spLocks noGrp="1"/>
          </p:cNvSpPr>
          <p:nvPr>
            <p:ph type="sldNum" sz="quarter" idx="12"/>
          </p:nvPr>
        </p:nvSpPr>
        <p:spPr>
          <a:xfrm>
            <a:off x="11204448" y="6492875"/>
            <a:ext cx="987552" cy="365125"/>
          </a:xfrm>
        </p:spPr>
        <p:txBody>
          <a:bodyPr rtlCol="0"/>
          <a:lstStyle/>
          <a:p>
            <a:pPr rtl="0"/>
            <a:fld id="{19B51A1E-902D-48AF-9020-955120F399B6}" type="slidenum">
              <a:rPr lang="fr-FR" smtClean="0"/>
              <a:pPr rtl="0"/>
              <a:t>4</a:t>
            </a:fld>
            <a:endParaRPr lang="fr-FR" dirty="0"/>
          </a:p>
        </p:txBody>
      </p:sp>
      <p:pic>
        <p:nvPicPr>
          <p:cNvPr id="3" name="Image 2">
            <a:extLst>
              <a:ext uri="{FF2B5EF4-FFF2-40B4-BE49-F238E27FC236}">
                <a16:creationId xmlns:a16="http://schemas.microsoft.com/office/drawing/2014/main" id="{E91176A3-5CA2-CCD2-8A6A-6351999522B5}"/>
              </a:ext>
            </a:extLst>
          </p:cNvPr>
          <p:cNvPicPr>
            <a:picLocks noChangeAspect="1"/>
          </p:cNvPicPr>
          <p:nvPr/>
        </p:nvPicPr>
        <p:blipFill>
          <a:blip r:embed="rId3"/>
          <a:stretch>
            <a:fillRect/>
          </a:stretch>
        </p:blipFill>
        <p:spPr>
          <a:xfrm>
            <a:off x="2101057" y="462373"/>
            <a:ext cx="7989885" cy="5998968"/>
          </a:xfrm>
          <a:prstGeom prst="rect">
            <a:avLst/>
          </a:prstGeom>
        </p:spPr>
      </p:pic>
      <p:sp>
        <p:nvSpPr>
          <p:cNvPr id="5" name="ZoneTexte 4">
            <a:extLst>
              <a:ext uri="{FF2B5EF4-FFF2-40B4-BE49-F238E27FC236}">
                <a16:creationId xmlns:a16="http://schemas.microsoft.com/office/drawing/2014/main" id="{5F2CDB22-66E5-2C01-0C7C-51F41FB5CFD6}"/>
              </a:ext>
            </a:extLst>
          </p:cNvPr>
          <p:cNvSpPr txBox="1"/>
          <p:nvPr/>
        </p:nvSpPr>
        <p:spPr>
          <a:xfrm>
            <a:off x="2357728" y="6123543"/>
            <a:ext cx="8289967" cy="369332"/>
          </a:xfrm>
          <a:prstGeom prst="rect">
            <a:avLst/>
          </a:prstGeom>
          <a:noFill/>
        </p:spPr>
        <p:txBody>
          <a:bodyPr wrap="square" rtlCol="0">
            <a:spAutoFit/>
          </a:bodyPr>
          <a:lstStyle/>
          <a:p>
            <a:pPr algn="just"/>
            <a:r>
              <a:rPr lang="fr-FR" dirty="0"/>
              <a:t>Taux de conversion qui est divisé par deux entre juillet et février (0,10 à 0,05). </a:t>
            </a:r>
          </a:p>
        </p:txBody>
      </p:sp>
      <p:sp>
        <p:nvSpPr>
          <p:cNvPr id="6" name="Titre 1">
            <a:extLst>
              <a:ext uri="{FF2B5EF4-FFF2-40B4-BE49-F238E27FC236}">
                <a16:creationId xmlns:a16="http://schemas.microsoft.com/office/drawing/2014/main" id="{82AF1DA3-8DEB-180C-05DF-BBE028A18A6E}"/>
              </a:ext>
            </a:extLst>
          </p:cNvPr>
          <p:cNvSpPr>
            <a:spLocks noGrp="1"/>
          </p:cNvSpPr>
          <p:nvPr>
            <p:ph type="title"/>
          </p:nvPr>
        </p:nvSpPr>
        <p:spPr>
          <a:xfrm>
            <a:off x="688848" y="72736"/>
            <a:ext cx="10515600" cy="942543"/>
          </a:xfrm>
        </p:spPr>
        <p:txBody>
          <a:bodyPr/>
          <a:lstStyle/>
          <a:p>
            <a:r>
              <a:rPr lang="fr-FR" dirty="0"/>
              <a:t>Évolution du taux de conversion au cours des 12 derniers mois</a:t>
            </a:r>
          </a:p>
        </p:txBody>
      </p:sp>
      <p:pic>
        <p:nvPicPr>
          <p:cNvPr id="7" name="Image 6" descr="Une image contenant texte, Police, capture d’écran, logo&#10;&#10;Le contenu généré par l’IA peut être incorrect.">
            <a:extLst>
              <a:ext uri="{FF2B5EF4-FFF2-40B4-BE49-F238E27FC236}">
                <a16:creationId xmlns:a16="http://schemas.microsoft.com/office/drawing/2014/main" id="{9439E07F-D4F2-2CBD-3578-0B61A7D1B602}"/>
              </a:ext>
            </a:extLst>
          </p:cNvPr>
          <p:cNvPicPr>
            <a:picLocks noChangeAspect="1"/>
          </p:cNvPicPr>
          <p:nvPr/>
        </p:nvPicPr>
        <p:blipFill>
          <a:blip r:embed="rId4"/>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39981715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 7">
            <a:extLst>
              <a:ext uri="{FF2B5EF4-FFF2-40B4-BE49-F238E27FC236}">
                <a16:creationId xmlns:a16="http://schemas.microsoft.com/office/drawing/2014/main" id="{CB10F013-983D-675C-D56E-A2788D88D6F0}"/>
              </a:ext>
            </a:extLst>
          </p:cNvPr>
          <p:cNvPicPr>
            <a:picLocks noChangeAspect="1"/>
          </p:cNvPicPr>
          <p:nvPr/>
        </p:nvPicPr>
        <p:blipFill>
          <a:blip r:embed="rId3"/>
          <a:stretch>
            <a:fillRect/>
          </a:stretch>
        </p:blipFill>
        <p:spPr>
          <a:xfrm>
            <a:off x="0" y="0"/>
            <a:ext cx="12192000" cy="6858000"/>
          </a:xfrm>
          <a:prstGeom prst="rect">
            <a:avLst/>
          </a:prstGeom>
        </p:spPr>
      </p:pic>
      <p:sp>
        <p:nvSpPr>
          <p:cNvPr id="4" name="Espace réservé du numéro de diapositive 3">
            <a:extLst>
              <a:ext uri="{FF2B5EF4-FFF2-40B4-BE49-F238E27FC236}">
                <a16:creationId xmlns:a16="http://schemas.microsoft.com/office/drawing/2014/main" id="{9E329779-7CD0-66B6-A1BC-1B30EF625B0B}"/>
              </a:ext>
            </a:extLst>
          </p:cNvPr>
          <p:cNvSpPr>
            <a:spLocks noGrp="1"/>
          </p:cNvSpPr>
          <p:nvPr>
            <p:ph type="sldNum" sz="quarter" idx="12"/>
          </p:nvPr>
        </p:nvSpPr>
        <p:spPr/>
        <p:txBody>
          <a:bodyPr/>
          <a:lstStyle/>
          <a:p>
            <a:pPr rtl="0"/>
            <a:fld id="{B5CEABB6-07DC-46E8-9B57-56EC44A396E5}" type="slidenum">
              <a:rPr lang="fr-FR" noProof="0" smtClean="0"/>
              <a:t>5</a:t>
            </a:fld>
            <a:endParaRPr lang="fr-FR" noProof="0"/>
          </a:p>
        </p:txBody>
      </p:sp>
      <p:sp>
        <p:nvSpPr>
          <p:cNvPr id="2" name="Espace réservé du numéro de diapositive 3">
            <a:extLst>
              <a:ext uri="{FF2B5EF4-FFF2-40B4-BE49-F238E27FC236}">
                <a16:creationId xmlns:a16="http://schemas.microsoft.com/office/drawing/2014/main" id="{328F602C-7F98-4C02-99D4-ED65E00D66A4}"/>
              </a:ext>
            </a:extLst>
          </p:cNvPr>
          <p:cNvSpPr txBox="1">
            <a:spLocks/>
          </p:cNvSpPr>
          <p:nvPr/>
        </p:nvSpPr>
        <p:spPr>
          <a:xfrm>
            <a:off x="11204448" y="6492875"/>
            <a:ext cx="987552" cy="365125"/>
          </a:xfrm>
          <a:prstGeom prst="rect">
            <a:avLst/>
          </a:prstGeom>
        </p:spPr>
        <p:txBody>
          <a:bodyPr vert="horz" lIns="91440" tIns="45720" rIns="91440" bIns="45720" rtlCol="0" anchor="ctr"/>
          <a:lstStyle>
            <a:defPPr rtl="0">
              <a:defRPr lang="fr-FR"/>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51A1E-902D-48AF-9020-955120F399B6}" type="slidenum">
              <a:rPr lang="fr-FR" smtClean="0"/>
              <a:pPr/>
              <a:t>5</a:t>
            </a:fld>
            <a:endParaRPr lang="fr-FR" dirty="0"/>
          </a:p>
        </p:txBody>
      </p:sp>
      <p:pic>
        <p:nvPicPr>
          <p:cNvPr id="3" name="Image 2" descr="Une image contenant texte, diagramme, capture d’écran, Rectangle&#10;&#10;Le contenu généré par l’IA peut être incorrect.">
            <a:extLst>
              <a:ext uri="{FF2B5EF4-FFF2-40B4-BE49-F238E27FC236}">
                <a16:creationId xmlns:a16="http://schemas.microsoft.com/office/drawing/2014/main" id="{2CFC9D1A-A636-6112-F50A-51C38D5FEE45}"/>
              </a:ext>
            </a:extLst>
          </p:cNvPr>
          <p:cNvPicPr>
            <a:picLocks noChangeAspect="1"/>
          </p:cNvPicPr>
          <p:nvPr/>
        </p:nvPicPr>
        <p:blipFill>
          <a:blip r:embed="rId4"/>
          <a:stretch>
            <a:fillRect/>
          </a:stretch>
        </p:blipFill>
        <p:spPr>
          <a:xfrm>
            <a:off x="3371501" y="1326804"/>
            <a:ext cx="5448998" cy="3834595"/>
          </a:xfrm>
          <a:prstGeom prst="rect">
            <a:avLst/>
          </a:prstGeom>
        </p:spPr>
      </p:pic>
      <p:sp>
        <p:nvSpPr>
          <p:cNvPr id="5" name="ZoneTexte 4">
            <a:extLst>
              <a:ext uri="{FF2B5EF4-FFF2-40B4-BE49-F238E27FC236}">
                <a16:creationId xmlns:a16="http://schemas.microsoft.com/office/drawing/2014/main" id="{EF0CD643-2533-5CD6-2446-CB3E7AD4785B}"/>
              </a:ext>
            </a:extLst>
          </p:cNvPr>
          <p:cNvSpPr txBox="1"/>
          <p:nvPr/>
        </p:nvSpPr>
        <p:spPr>
          <a:xfrm>
            <a:off x="1242352" y="5770277"/>
            <a:ext cx="934656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fr-FR" dirty="0"/>
              <a:t>Variance augmente et les clients sont beaucoup plus nombreux à passer moins de 6 minutes pour faire leurs achats.</a:t>
            </a:r>
          </a:p>
        </p:txBody>
      </p:sp>
      <p:sp>
        <p:nvSpPr>
          <p:cNvPr id="6" name="Titre 1">
            <a:extLst>
              <a:ext uri="{FF2B5EF4-FFF2-40B4-BE49-F238E27FC236}">
                <a16:creationId xmlns:a16="http://schemas.microsoft.com/office/drawing/2014/main" id="{B638DCEF-0E7B-FF5A-E4B0-9C14906D4760}"/>
              </a:ext>
            </a:extLst>
          </p:cNvPr>
          <p:cNvSpPr>
            <a:spLocks noGrp="1"/>
          </p:cNvSpPr>
          <p:nvPr>
            <p:ph type="title"/>
          </p:nvPr>
        </p:nvSpPr>
        <p:spPr>
          <a:xfrm>
            <a:off x="838200" y="116218"/>
            <a:ext cx="10515600" cy="880197"/>
          </a:xfrm>
        </p:spPr>
        <p:style>
          <a:lnRef idx="2">
            <a:schemeClr val="dk1"/>
          </a:lnRef>
          <a:fillRef idx="1">
            <a:schemeClr val="lt1"/>
          </a:fillRef>
          <a:effectRef idx="0">
            <a:schemeClr val="dk1"/>
          </a:effectRef>
          <a:fontRef idx="minor">
            <a:schemeClr val="dk1"/>
          </a:fontRef>
        </p:style>
        <p:txBody>
          <a:bodyPr>
            <a:normAutofit fontScale="90000"/>
          </a:bodyPr>
          <a:lstStyle/>
          <a:p>
            <a:r>
              <a:rPr lang="fr-FR" dirty="0"/>
              <a:t>Le temps passé sur le site pour un achat a un comportement étrange depuis un moment, C’est  louche !</a:t>
            </a:r>
          </a:p>
        </p:txBody>
      </p:sp>
      <p:pic>
        <p:nvPicPr>
          <p:cNvPr id="7" name="Image 6" descr="Une image contenant texte, Police, capture d’écran, logo&#10;&#10;Le contenu généré par l’IA peut être incorrect.">
            <a:extLst>
              <a:ext uri="{FF2B5EF4-FFF2-40B4-BE49-F238E27FC236}">
                <a16:creationId xmlns:a16="http://schemas.microsoft.com/office/drawing/2014/main" id="{4F138E42-FF66-5DDF-93AB-626C58984D17}"/>
              </a:ext>
            </a:extLst>
          </p:cNvPr>
          <p:cNvPicPr>
            <a:picLocks noChangeAspect="1"/>
          </p:cNvPicPr>
          <p:nvPr/>
        </p:nvPicPr>
        <p:blipFill>
          <a:blip r:embed="rId5"/>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10889455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09F10388-1B49-E5F1-F33C-15AAB54169E6}"/>
              </a:ext>
            </a:extLst>
          </p:cNvPr>
          <p:cNvPicPr>
            <a:picLocks noChangeAspect="1"/>
          </p:cNvPicPr>
          <p:nvPr/>
        </p:nvPicPr>
        <p:blipFill>
          <a:blip r:embed="rId3"/>
          <a:stretch>
            <a:fillRect/>
          </a:stretch>
        </p:blipFill>
        <p:spPr>
          <a:xfrm>
            <a:off x="0" y="0"/>
            <a:ext cx="12192000" cy="6858000"/>
          </a:xfrm>
          <a:prstGeom prst="rect">
            <a:avLst/>
          </a:prstGeom>
        </p:spPr>
      </p:pic>
      <p:sp>
        <p:nvSpPr>
          <p:cNvPr id="4" name="Espace réservé du numéro de diapositive 3">
            <a:extLst>
              <a:ext uri="{FF2B5EF4-FFF2-40B4-BE49-F238E27FC236}">
                <a16:creationId xmlns:a16="http://schemas.microsoft.com/office/drawing/2014/main" id="{9E329779-7CD0-66B6-A1BC-1B30EF625B0B}"/>
              </a:ext>
            </a:extLst>
          </p:cNvPr>
          <p:cNvSpPr>
            <a:spLocks noGrp="1"/>
          </p:cNvSpPr>
          <p:nvPr>
            <p:ph type="sldNum" sz="quarter" idx="12"/>
          </p:nvPr>
        </p:nvSpPr>
        <p:spPr/>
        <p:txBody>
          <a:bodyPr/>
          <a:lstStyle/>
          <a:p>
            <a:pPr rtl="0"/>
            <a:fld id="{B5CEABB6-07DC-46E8-9B57-56EC44A396E5}" type="slidenum">
              <a:rPr lang="fr-FR" noProof="0" smtClean="0"/>
              <a:t>6</a:t>
            </a:fld>
            <a:endParaRPr lang="fr-FR" noProof="0"/>
          </a:p>
        </p:txBody>
      </p:sp>
      <p:sp>
        <p:nvSpPr>
          <p:cNvPr id="5" name="Espace réservé du numéro de diapositive 3">
            <a:extLst>
              <a:ext uri="{FF2B5EF4-FFF2-40B4-BE49-F238E27FC236}">
                <a16:creationId xmlns:a16="http://schemas.microsoft.com/office/drawing/2014/main" id="{328F602C-7F98-4C02-99D4-ED65E00D66A4}"/>
              </a:ext>
            </a:extLst>
          </p:cNvPr>
          <p:cNvSpPr txBox="1">
            <a:spLocks/>
          </p:cNvSpPr>
          <p:nvPr/>
        </p:nvSpPr>
        <p:spPr>
          <a:xfrm>
            <a:off x="11204448" y="6492875"/>
            <a:ext cx="987552" cy="365125"/>
          </a:xfrm>
          <a:prstGeom prst="rect">
            <a:avLst/>
          </a:prstGeom>
        </p:spPr>
        <p:txBody>
          <a:bodyPr vert="horz" lIns="91440" tIns="45720" rIns="91440" bIns="45720" rtlCol="0" anchor="ctr"/>
          <a:lstStyle>
            <a:defPPr rtl="0">
              <a:defRPr lang="fr-FR"/>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51A1E-902D-48AF-9020-955120F399B6}" type="slidenum">
              <a:rPr lang="fr-FR" smtClean="0"/>
              <a:pPr/>
              <a:t>6</a:t>
            </a:fld>
            <a:endParaRPr lang="fr-FR" dirty="0"/>
          </a:p>
        </p:txBody>
      </p:sp>
      <p:pic>
        <p:nvPicPr>
          <p:cNvPr id="6" name="Image 5" descr="Une image contenant capture d’écran, visualisation&#10;&#10;Le contenu généré par l’IA peut être incorrect.">
            <a:extLst>
              <a:ext uri="{FF2B5EF4-FFF2-40B4-BE49-F238E27FC236}">
                <a16:creationId xmlns:a16="http://schemas.microsoft.com/office/drawing/2014/main" id="{29786476-4BDF-EE96-67CE-9A1137BB4B39}"/>
              </a:ext>
            </a:extLst>
          </p:cNvPr>
          <p:cNvPicPr>
            <a:picLocks noChangeAspect="1"/>
          </p:cNvPicPr>
          <p:nvPr/>
        </p:nvPicPr>
        <p:blipFill>
          <a:blip r:embed="rId4"/>
          <a:stretch>
            <a:fillRect/>
          </a:stretch>
        </p:blipFill>
        <p:spPr>
          <a:xfrm>
            <a:off x="3305747" y="1449761"/>
            <a:ext cx="5232517" cy="3958478"/>
          </a:xfrm>
          <a:prstGeom prst="rect">
            <a:avLst/>
          </a:prstGeom>
        </p:spPr>
      </p:pic>
      <p:sp>
        <p:nvSpPr>
          <p:cNvPr id="7" name="ZoneTexte 6">
            <a:extLst>
              <a:ext uri="{FF2B5EF4-FFF2-40B4-BE49-F238E27FC236}">
                <a16:creationId xmlns:a16="http://schemas.microsoft.com/office/drawing/2014/main" id="{672B12A8-6C11-5AE7-B843-F4233C2A8988}"/>
              </a:ext>
            </a:extLst>
          </p:cNvPr>
          <p:cNvSpPr txBox="1"/>
          <p:nvPr/>
        </p:nvSpPr>
        <p:spPr>
          <a:xfrm>
            <a:off x="1809716" y="5644362"/>
            <a:ext cx="8224581"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fr-FR" dirty="0"/>
              <a:t>Forte concentration de paniers autour de 40€. </a:t>
            </a:r>
          </a:p>
          <a:p>
            <a:pPr algn="ctr"/>
            <a:r>
              <a:rPr lang="fr-FR" dirty="0"/>
              <a:t>Plus ils passent de temps sur notre site, plus ils vont avoir un panier élevé. </a:t>
            </a:r>
          </a:p>
          <a:p>
            <a:pPr algn="ctr"/>
            <a:r>
              <a:rPr lang="fr-FR" dirty="0"/>
              <a:t>Revoir la segmentation de notre base client est une priorité.</a:t>
            </a:r>
          </a:p>
        </p:txBody>
      </p:sp>
      <p:sp>
        <p:nvSpPr>
          <p:cNvPr id="8" name="Titre 1">
            <a:extLst>
              <a:ext uri="{FF2B5EF4-FFF2-40B4-BE49-F238E27FC236}">
                <a16:creationId xmlns:a16="http://schemas.microsoft.com/office/drawing/2014/main" id="{9B346097-CD60-B70F-E35D-83B3B4CC3325}"/>
              </a:ext>
            </a:extLst>
          </p:cNvPr>
          <p:cNvSpPr>
            <a:spLocks noGrp="1"/>
          </p:cNvSpPr>
          <p:nvPr>
            <p:ph type="title"/>
          </p:nvPr>
        </p:nvSpPr>
        <p:spPr>
          <a:xfrm>
            <a:off x="842211" y="228699"/>
            <a:ext cx="10515600" cy="789610"/>
          </a:xfrm>
        </p:spPr>
        <p:style>
          <a:lnRef idx="2">
            <a:schemeClr val="dk1"/>
          </a:lnRef>
          <a:fillRef idx="1">
            <a:schemeClr val="lt1"/>
          </a:fillRef>
          <a:effectRef idx="0">
            <a:schemeClr val="dk1"/>
          </a:effectRef>
          <a:fontRef idx="minor">
            <a:schemeClr val="dk1"/>
          </a:fontRef>
        </p:style>
        <p:txBody>
          <a:bodyPr>
            <a:normAutofit fontScale="90000"/>
          </a:bodyPr>
          <a:lstStyle/>
          <a:p>
            <a:r>
              <a:rPr lang="fr-FR" dirty="0"/>
              <a:t>Autopsie du panier moyen : quels étaient ses liens avec le temps passé sur le site ?</a:t>
            </a:r>
          </a:p>
        </p:txBody>
      </p:sp>
      <p:pic>
        <p:nvPicPr>
          <p:cNvPr id="9" name="Image 8" descr="Une image contenant texte, Police, capture d’écran, logo&#10;&#10;Le contenu généré par l’IA peut être incorrect.">
            <a:extLst>
              <a:ext uri="{FF2B5EF4-FFF2-40B4-BE49-F238E27FC236}">
                <a16:creationId xmlns:a16="http://schemas.microsoft.com/office/drawing/2014/main" id="{A4C1BADD-9F05-A50E-1952-FF83019CB9ED}"/>
              </a:ext>
            </a:extLst>
          </p:cNvPr>
          <p:cNvPicPr>
            <a:picLocks noChangeAspect="1"/>
          </p:cNvPicPr>
          <p:nvPr/>
        </p:nvPicPr>
        <p:blipFill>
          <a:blip r:embed="rId5"/>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39319006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3634F44F-EE12-B414-A507-AEA20E8D9640}"/>
              </a:ext>
            </a:extLst>
          </p:cNvPr>
          <p:cNvPicPr>
            <a:picLocks noChangeAspect="1"/>
          </p:cNvPicPr>
          <p:nvPr/>
        </p:nvPicPr>
        <p:blipFill>
          <a:blip r:embed="rId3"/>
          <a:stretch>
            <a:fillRect/>
          </a:stretch>
        </p:blipFill>
        <p:spPr>
          <a:xfrm>
            <a:off x="0" y="0"/>
            <a:ext cx="12192000" cy="6857999"/>
          </a:xfrm>
          <a:prstGeom prst="rect">
            <a:avLst/>
          </a:prstGeom>
        </p:spPr>
      </p:pic>
      <p:sp>
        <p:nvSpPr>
          <p:cNvPr id="4" name="Espace réservé du numéro de diapositive 3">
            <a:extLst>
              <a:ext uri="{FF2B5EF4-FFF2-40B4-BE49-F238E27FC236}">
                <a16:creationId xmlns:a16="http://schemas.microsoft.com/office/drawing/2014/main" id="{9E329779-7CD0-66B6-A1BC-1B30EF625B0B}"/>
              </a:ext>
            </a:extLst>
          </p:cNvPr>
          <p:cNvSpPr>
            <a:spLocks noGrp="1"/>
          </p:cNvSpPr>
          <p:nvPr>
            <p:ph type="sldNum" sz="quarter" idx="12"/>
          </p:nvPr>
        </p:nvSpPr>
        <p:spPr/>
        <p:txBody>
          <a:bodyPr/>
          <a:lstStyle/>
          <a:p>
            <a:pPr rtl="0"/>
            <a:fld id="{B5CEABB6-07DC-46E8-9B57-56EC44A396E5}" type="slidenum">
              <a:rPr lang="fr-FR" noProof="0" smtClean="0"/>
              <a:t>7</a:t>
            </a:fld>
            <a:endParaRPr lang="fr-FR" noProof="0"/>
          </a:p>
        </p:txBody>
      </p:sp>
      <p:sp>
        <p:nvSpPr>
          <p:cNvPr id="2" name="Espace réservé du numéro de diapositive 3">
            <a:extLst>
              <a:ext uri="{FF2B5EF4-FFF2-40B4-BE49-F238E27FC236}">
                <a16:creationId xmlns:a16="http://schemas.microsoft.com/office/drawing/2014/main" id="{328F602C-7F98-4C02-99D4-ED65E00D66A4}"/>
              </a:ext>
            </a:extLst>
          </p:cNvPr>
          <p:cNvSpPr txBox="1">
            <a:spLocks/>
          </p:cNvSpPr>
          <p:nvPr/>
        </p:nvSpPr>
        <p:spPr>
          <a:xfrm>
            <a:off x="11204448" y="6492875"/>
            <a:ext cx="987552" cy="365125"/>
          </a:xfrm>
          <a:prstGeom prst="rect">
            <a:avLst/>
          </a:prstGeom>
        </p:spPr>
        <p:txBody>
          <a:bodyPr vert="horz" lIns="91440" tIns="45720" rIns="91440" bIns="45720" rtlCol="0" anchor="ctr"/>
          <a:lstStyle>
            <a:defPPr rtl="0">
              <a:defRPr lang="fr-FR"/>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B51A1E-902D-48AF-9020-955120F399B6}" type="slidenum">
              <a:rPr lang="fr-FR" smtClean="0"/>
              <a:pPr/>
              <a:t>7</a:t>
            </a:fld>
            <a:endParaRPr lang="fr-FR" dirty="0"/>
          </a:p>
        </p:txBody>
      </p:sp>
      <p:pic>
        <p:nvPicPr>
          <p:cNvPr id="9" name="Image 8" descr="Une image contenant texte, capture d’écran, ligne, Caractère coloré&#10;&#10;Le contenu généré par l’IA peut être incorrect.">
            <a:extLst>
              <a:ext uri="{FF2B5EF4-FFF2-40B4-BE49-F238E27FC236}">
                <a16:creationId xmlns:a16="http://schemas.microsoft.com/office/drawing/2014/main" id="{F58E550A-D9A8-0666-3A29-58548655973C}"/>
              </a:ext>
            </a:extLst>
          </p:cNvPr>
          <p:cNvPicPr>
            <a:picLocks noChangeAspect="1"/>
          </p:cNvPicPr>
          <p:nvPr/>
        </p:nvPicPr>
        <p:blipFill>
          <a:blip r:embed="rId4"/>
          <a:stretch>
            <a:fillRect/>
          </a:stretch>
        </p:blipFill>
        <p:spPr>
          <a:xfrm>
            <a:off x="3192907" y="1205397"/>
            <a:ext cx="6067895" cy="4040459"/>
          </a:xfrm>
          <a:prstGeom prst="rect">
            <a:avLst/>
          </a:prstGeom>
        </p:spPr>
      </p:pic>
      <p:sp>
        <p:nvSpPr>
          <p:cNvPr id="10" name="ZoneTexte 9">
            <a:extLst>
              <a:ext uri="{FF2B5EF4-FFF2-40B4-BE49-F238E27FC236}">
                <a16:creationId xmlns:a16="http://schemas.microsoft.com/office/drawing/2014/main" id="{0519737F-9D2D-31DE-5686-D6F447D5D3F5}"/>
              </a:ext>
            </a:extLst>
          </p:cNvPr>
          <p:cNvSpPr txBox="1"/>
          <p:nvPr/>
        </p:nvSpPr>
        <p:spPr>
          <a:xfrm>
            <a:off x="2136301" y="5621435"/>
            <a:ext cx="818110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fr-FR" dirty="0"/>
              <a:t>Arrêt du high tech a mécaniquement fait baisser notre chiffre total. </a:t>
            </a:r>
          </a:p>
          <a:p>
            <a:pPr algn="ctr"/>
            <a:r>
              <a:rPr lang="fr-FR" dirty="0"/>
              <a:t>Biens de conso. Reste stable ~200k€/mois</a:t>
            </a:r>
          </a:p>
          <a:p>
            <a:pPr algn="ctr"/>
            <a:r>
              <a:rPr lang="fr-FR" dirty="0"/>
              <a:t>Très forte évolution de la partie nourriture (~+100k entre janvier et février ~+25%)</a:t>
            </a:r>
          </a:p>
        </p:txBody>
      </p:sp>
      <p:sp>
        <p:nvSpPr>
          <p:cNvPr id="12" name="Titre 1">
            <a:extLst>
              <a:ext uri="{FF2B5EF4-FFF2-40B4-BE49-F238E27FC236}">
                <a16:creationId xmlns:a16="http://schemas.microsoft.com/office/drawing/2014/main" id="{F8A892BB-5431-CA08-0719-4F1CA5524A86}"/>
              </a:ext>
            </a:extLst>
          </p:cNvPr>
          <p:cNvSpPr>
            <a:spLocks noGrp="1"/>
          </p:cNvSpPr>
          <p:nvPr>
            <p:ph type="title"/>
          </p:nvPr>
        </p:nvSpPr>
        <p:spPr>
          <a:xfrm>
            <a:off x="969055" y="247914"/>
            <a:ext cx="10515600" cy="553052"/>
          </a:xfrm>
        </p:spPr>
        <p:style>
          <a:lnRef idx="2">
            <a:schemeClr val="dk1"/>
          </a:lnRef>
          <a:fillRef idx="1">
            <a:schemeClr val="lt1"/>
          </a:fillRef>
          <a:effectRef idx="0">
            <a:schemeClr val="dk1"/>
          </a:effectRef>
          <a:fontRef idx="minor">
            <a:schemeClr val="dk1"/>
          </a:fontRef>
        </p:style>
        <p:txBody>
          <a:bodyPr/>
          <a:lstStyle/>
          <a:p>
            <a:r>
              <a:rPr lang="fr-FR" dirty="0"/>
              <a:t>Le véritable coupable enfin démasqué !</a:t>
            </a:r>
          </a:p>
        </p:txBody>
      </p:sp>
      <p:pic>
        <p:nvPicPr>
          <p:cNvPr id="13" name="Image 12" descr="Une image contenant texte, Police, capture d’écran, logo&#10;&#10;Le contenu généré par l’IA peut être incorrect.">
            <a:extLst>
              <a:ext uri="{FF2B5EF4-FFF2-40B4-BE49-F238E27FC236}">
                <a16:creationId xmlns:a16="http://schemas.microsoft.com/office/drawing/2014/main" id="{12BCD33F-C23C-C272-322D-3BD4DEA0E053}"/>
              </a:ext>
            </a:extLst>
          </p:cNvPr>
          <p:cNvPicPr>
            <a:picLocks noChangeAspect="1"/>
          </p:cNvPicPr>
          <p:nvPr/>
        </p:nvPicPr>
        <p:blipFill>
          <a:blip r:embed="rId5"/>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3448997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CAEE93-8585-46D4-A7EC-F184E317CB2E}"/>
              </a:ext>
            </a:extLst>
          </p:cNvPr>
          <p:cNvSpPr>
            <a:spLocks noGrp="1"/>
          </p:cNvSpPr>
          <p:nvPr>
            <p:ph type="ctrTitle"/>
          </p:nvPr>
        </p:nvSpPr>
        <p:spPr>
          <a:xfrm>
            <a:off x="4267200" y="1615736"/>
            <a:ext cx="4179570" cy="1524735"/>
          </a:xfrm>
        </p:spPr>
        <p:txBody>
          <a:bodyPr rtlCol="0"/>
          <a:lstStyle/>
          <a:p>
            <a:pPr rtl="0"/>
            <a:r>
              <a:rPr lang="fr-FR" dirty="0"/>
              <a:t>MERCI</a:t>
            </a:r>
          </a:p>
        </p:txBody>
      </p:sp>
      <p:sp>
        <p:nvSpPr>
          <p:cNvPr id="3" name="Espace réservé du contenu 2">
            <a:extLst>
              <a:ext uri="{FF2B5EF4-FFF2-40B4-BE49-F238E27FC236}">
                <a16:creationId xmlns:a16="http://schemas.microsoft.com/office/drawing/2014/main" id="{24AFFC60-19C3-4901-93F7-7AAF4C09F8C6}"/>
              </a:ext>
            </a:extLst>
          </p:cNvPr>
          <p:cNvSpPr>
            <a:spLocks noGrp="1"/>
          </p:cNvSpPr>
          <p:nvPr>
            <p:ph type="subTitle" idx="1"/>
          </p:nvPr>
        </p:nvSpPr>
        <p:spPr>
          <a:xfrm>
            <a:off x="4267200" y="3238103"/>
            <a:ext cx="4179570" cy="2004161"/>
          </a:xfrm>
        </p:spPr>
        <p:txBody>
          <a:bodyPr rtlCol="0">
            <a:normAutofit/>
          </a:bodyPr>
          <a:lstStyle/>
          <a:p>
            <a:pPr rtl="0"/>
            <a:r>
              <a:rPr lang="fr-FR" dirty="0"/>
              <a:t>Zied Belhocine</a:t>
            </a:r>
          </a:p>
          <a:p>
            <a:pPr rtl="0"/>
            <a:r>
              <a:rPr lang="fr-FR" dirty="0"/>
              <a:t>+33 6 12 34 56 78</a:t>
            </a:r>
          </a:p>
          <a:p>
            <a:pPr rtl="0"/>
            <a:r>
              <a:rPr lang="fr-FR" dirty="0"/>
              <a:t>ziedb@legrandmarche.com</a:t>
            </a:r>
          </a:p>
          <a:p>
            <a:pPr rtl="0"/>
            <a:r>
              <a:rPr lang="fr-FR" dirty="0"/>
              <a:t>www.legrandmarche.com</a:t>
            </a:r>
          </a:p>
        </p:txBody>
      </p:sp>
      <p:sp>
        <p:nvSpPr>
          <p:cNvPr id="6" name="Espace réservé du numéro de diapositive 5">
            <a:extLst>
              <a:ext uri="{FF2B5EF4-FFF2-40B4-BE49-F238E27FC236}">
                <a16:creationId xmlns:a16="http://schemas.microsoft.com/office/drawing/2014/main" id="{5EDCFF82-B70F-4971-9182-7C3AEA3CFD26}"/>
              </a:ext>
            </a:extLst>
          </p:cNvPr>
          <p:cNvSpPr>
            <a:spLocks noGrp="1"/>
          </p:cNvSpPr>
          <p:nvPr>
            <p:ph type="sldNum" sz="quarter" idx="12"/>
          </p:nvPr>
        </p:nvSpPr>
        <p:spPr>
          <a:xfrm>
            <a:off x="9579428" y="6356350"/>
            <a:ext cx="1774371" cy="365125"/>
          </a:xfrm>
        </p:spPr>
        <p:txBody>
          <a:bodyPr rtlCol="0"/>
          <a:lstStyle/>
          <a:p>
            <a:pPr rtl="0"/>
            <a:fld id="{B5CEABB6-07DC-46E8-9B57-56EC44A396E5}" type="slidenum">
              <a:rPr lang="fr-FR" smtClean="0"/>
              <a:pPr rtl="0"/>
              <a:t>8</a:t>
            </a:fld>
            <a:endParaRPr lang="fr-FR"/>
          </a:p>
        </p:txBody>
      </p:sp>
      <p:pic>
        <p:nvPicPr>
          <p:cNvPr id="7" name="Image 6" descr="Une image contenant texte, Police, capture d’écran, logo&#10;&#10;Le contenu généré par l’IA peut être incorrect.">
            <a:extLst>
              <a:ext uri="{FF2B5EF4-FFF2-40B4-BE49-F238E27FC236}">
                <a16:creationId xmlns:a16="http://schemas.microsoft.com/office/drawing/2014/main" id="{2DAFD555-2984-F033-E4A1-79B51714A7F5}"/>
              </a:ext>
            </a:extLst>
          </p:cNvPr>
          <p:cNvPicPr>
            <a:picLocks noChangeAspect="1"/>
          </p:cNvPicPr>
          <p:nvPr/>
        </p:nvPicPr>
        <p:blipFill>
          <a:blip r:embed="rId3"/>
          <a:stretch>
            <a:fillRect/>
          </a:stretch>
        </p:blipFill>
        <p:spPr>
          <a:xfrm>
            <a:off x="10794093" y="6206721"/>
            <a:ext cx="1127436" cy="422580"/>
          </a:xfrm>
          <a:prstGeom prst="rect">
            <a:avLst/>
          </a:prstGeom>
        </p:spPr>
      </p:pic>
    </p:spTree>
    <p:extLst>
      <p:ext uri="{BB962C8B-B14F-4D97-AF65-F5344CB8AC3E}">
        <p14:creationId xmlns:p14="http://schemas.microsoft.com/office/powerpoint/2010/main" val="2436493926"/>
      </p:ext>
    </p:extLst>
  </p:cSld>
  <p:clrMapOvr>
    <a:masterClrMapping/>
  </p:clrMapOvr>
</p:sld>
</file>

<file path=ppt/theme/theme1.xml><?xml version="1.0" encoding="utf-8"?>
<a:theme xmlns:a="http://schemas.openxmlformats.org/drawingml/2006/main" name="Monoligne">
  <a:themeElements>
    <a:clrScheme name="Custom 167">
      <a:dk1>
        <a:sysClr val="windowText" lastClr="000000"/>
      </a:dk1>
      <a:lt1>
        <a:sysClr val="window" lastClr="FFFFFF"/>
      </a:lt1>
      <a:dk2>
        <a:srgbClr val="44546A"/>
      </a:dk2>
      <a:lt2>
        <a:srgbClr val="E7E6E6"/>
      </a:lt2>
      <a:accent1>
        <a:srgbClr val="FBF4EF"/>
      </a:accent1>
      <a:accent2>
        <a:srgbClr val="F7F6F3"/>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53329035_TF56180624_Win32" id="{86818CA5-A7A1-4A11-825D-121ACC2F2553}" vid="{B15E7544-D123-4273-B0AB-D8F961E44E29}"/>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Props1.xml><?xml version="1.0" encoding="utf-8"?>
<ds:datastoreItem xmlns:ds="http://schemas.openxmlformats.org/officeDocument/2006/customXml" ds:itemID="{42BC90D6-94CF-42F7-AAC4-9CF6824C54D5}">
  <ds:schemaRefs>
    <ds:schemaRef ds:uri="http://schemas.microsoft.com/sharepoint/v3/contenttype/forms"/>
  </ds:schemaRefs>
</ds:datastoreItem>
</file>

<file path=customXml/itemProps2.xml><?xml version="1.0" encoding="utf-8"?>
<ds:datastoreItem xmlns:ds="http://schemas.openxmlformats.org/officeDocument/2006/customXml" ds:itemID="{64CF2EF3-001F-4BE9-81B3-86ECBBF9425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F97B18F-50BC-4F30-8373-93489E845F83}">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Argumentaire de vente clair et minimaliste</Template>
  <TotalTime>260</TotalTime>
  <Words>584</Words>
  <Application>Microsoft Office PowerPoint</Application>
  <PresentationFormat>Grand écran</PresentationFormat>
  <Paragraphs>54</Paragraphs>
  <Slides>8</Slides>
  <Notes>8</Notes>
  <HiddenSlides>1</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8</vt:i4>
      </vt:variant>
    </vt:vector>
  </HeadingPairs>
  <TitlesOfParts>
    <vt:vector size="12" baseType="lpstr">
      <vt:lpstr>Arial</vt:lpstr>
      <vt:lpstr>Calibri</vt:lpstr>
      <vt:lpstr>Tenorite</vt:lpstr>
      <vt:lpstr>Monoligne</vt:lpstr>
      <vt:lpstr>rapport mensuel des actions marketing</vt:lpstr>
      <vt:lpstr>Présentation PowerPoint</vt:lpstr>
      <vt:lpstr>Présentation PowerPoint</vt:lpstr>
      <vt:lpstr>Évolution du taux de conversion au cours des 12 derniers mois</vt:lpstr>
      <vt:lpstr>Le temps passé sur le site pour un achat a un comportement étrange depuis un moment, C’est  louche !</vt:lpstr>
      <vt:lpstr>Autopsie du panier moyen : quels étaient ses liens avec le temps passé sur le site ?</vt:lpstr>
      <vt:lpstr>Le véritable coupable enfin démasqué !</vt:lpstr>
      <vt:lpstr>MERCI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Zied Belhocine</dc:creator>
  <cp:lastModifiedBy>Zied Belhocine</cp:lastModifiedBy>
  <cp:revision>2</cp:revision>
  <dcterms:created xsi:type="dcterms:W3CDTF">2026-01-08T10:01:40Z</dcterms:created>
  <dcterms:modified xsi:type="dcterms:W3CDTF">2026-01-16T15:59:22Z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