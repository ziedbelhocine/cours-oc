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6" r:id="rId4"/>
  </p:sldMasterIdLst>
  <p:notesMasterIdLst>
    <p:notesMasterId r:id="rId12"/>
  </p:notesMasterIdLst>
  <p:handoutMasterIdLst>
    <p:handoutMasterId r:id="rId13"/>
  </p:handoutMasterIdLst>
  <p:sldIdLst>
    <p:sldId id="256" r:id="rId5"/>
    <p:sldId id="300" r:id="rId6"/>
    <p:sldId id="304" r:id="rId7"/>
    <p:sldId id="305" r:id="rId8"/>
    <p:sldId id="306" r:id="rId9"/>
    <p:sldId id="308" r:id="rId10"/>
    <p:sldId id="276" r:id="rId11"/>
  </p:sldIdLst>
  <p:sldSz cx="12192000" cy="6858000"/>
  <p:notesSz cx="6858000" cy="9144000"/>
  <p:defaultTextStyle>
    <a:defPPr rtl="0"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36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5" name="Author" initials="A" lastIdx="0" clrIdx="4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E6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14" autoAdjust="0"/>
    <p:restoredTop sz="94660"/>
  </p:normalViewPr>
  <p:slideViewPr>
    <p:cSldViewPr snapToGrid="0">
      <p:cViewPr varScale="1">
        <p:scale>
          <a:sx n="159" d="100"/>
          <a:sy n="159" d="100"/>
        </p:scale>
        <p:origin x="306" y="138"/>
      </p:cViewPr>
      <p:guideLst>
        <p:guide orient="horz" pos="33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3882" y="133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handoutMaster" Target="handoutMasters/handoutMaster1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20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commentAuthors" Target="comment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ied Belhocine" userId="200cc0e2b299676e" providerId="LiveId" clId="{9D5C2755-5B7D-406A-B8B3-AE8FBAA81AB3}"/>
    <pc:docChg chg="custSel modSld">
      <pc:chgData name="Zied Belhocine" userId="200cc0e2b299676e" providerId="LiveId" clId="{9D5C2755-5B7D-406A-B8B3-AE8FBAA81AB3}" dt="2026-01-08T11:23:37.438" v="220" actId="20577"/>
      <pc:docMkLst>
        <pc:docMk/>
      </pc:docMkLst>
      <pc:sldChg chg="modSp mod">
        <pc:chgData name="Zied Belhocine" userId="200cc0e2b299676e" providerId="LiveId" clId="{9D5C2755-5B7D-406A-B8B3-AE8FBAA81AB3}" dt="2026-01-08T11:21:58.544" v="216" actId="20577"/>
        <pc:sldMkLst>
          <pc:docMk/>
          <pc:sldMk cId="4153042215" sldId="300"/>
        </pc:sldMkLst>
        <pc:spChg chg="mod">
          <ac:chgData name="Zied Belhocine" userId="200cc0e2b299676e" providerId="LiveId" clId="{9D5C2755-5B7D-406A-B8B3-AE8FBAA81AB3}" dt="2026-01-08T11:21:58.544" v="216" actId="20577"/>
          <ac:spMkLst>
            <pc:docMk/>
            <pc:sldMk cId="4153042215" sldId="300"/>
            <ac:spMk id="10" creationId="{0519737F-9D2D-31DE-5686-D6F447D5D3F5}"/>
          </ac:spMkLst>
        </pc:spChg>
        <pc:picChg chg="mod">
          <ac:chgData name="Zied Belhocine" userId="200cc0e2b299676e" providerId="LiveId" clId="{9D5C2755-5B7D-406A-B8B3-AE8FBAA81AB3}" dt="2026-01-08T11:21:33.900" v="205" actId="1076"/>
          <ac:picMkLst>
            <pc:docMk/>
            <pc:sldMk cId="4153042215" sldId="300"/>
            <ac:picMk id="9" creationId="{F58E550A-D9A8-0666-3A29-58548655973C}"/>
          </ac:picMkLst>
        </pc:picChg>
      </pc:sldChg>
      <pc:sldChg chg="modSp mod">
        <pc:chgData name="Zied Belhocine" userId="200cc0e2b299676e" providerId="LiveId" clId="{9D5C2755-5B7D-406A-B8B3-AE8FBAA81AB3}" dt="2026-01-08T11:23:37.438" v="220" actId="20577"/>
        <pc:sldMkLst>
          <pc:docMk/>
          <pc:sldMk cId="1250150470" sldId="308"/>
        </pc:sldMkLst>
        <pc:spChg chg="mod">
          <ac:chgData name="Zied Belhocine" userId="200cc0e2b299676e" providerId="LiveId" clId="{9D5C2755-5B7D-406A-B8B3-AE8FBAA81AB3}" dt="2026-01-08T11:23:37.438" v="220" actId="20577"/>
          <ac:spMkLst>
            <pc:docMk/>
            <pc:sldMk cId="1250150470" sldId="308"/>
            <ac:spMk id="6" creationId="{672B12A8-6C11-5AE7-B843-F4233C2A8988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 1">
            <a:extLst>
              <a:ext uri="{FF2B5EF4-FFF2-40B4-BE49-F238E27FC236}">
                <a16:creationId xmlns:a16="http://schemas.microsoft.com/office/drawing/2014/main" id="{53F6ED8B-CF52-4A64-BACC-61D9C1041E0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0D7022B2-02C5-4E03-99BC-0BA3C57AC49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996F3730-8562-4D7F-A2D1-B258C4FC42CB}" type="datetime1">
              <a:rPr lang="fr-FR" smtClean="0"/>
              <a:t>08/01/2026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BC3FEE8C-8D38-4F2A-950E-071C6823E27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C567A6D-959B-4552-AB8D-4CCA819CAA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4BF9A36D-7FAC-478F-9944-F324014F6FD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4246769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fr-FR" noProof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28B237-C4D2-43EE-AC18-AA163EB3D7BC}" type="datetime1">
              <a:rPr lang="fr-FR" smtClean="0"/>
              <a:pPr/>
              <a:t>08/01/2026</a:t>
            </a:fld>
            <a:endParaRPr lang="fr-FR" dirty="0"/>
          </a:p>
        </p:txBody>
      </p:sp>
      <p:sp>
        <p:nvSpPr>
          <p:cNvPr id="4" name="Espace réservé de l’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fr-FR" noProof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fr-FR" noProof="0"/>
              <a:t>Modifiez les styles du texte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D4B9A9E5-4F7F-4A7D-9DE1-899232329269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38778318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370113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394331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086876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4004823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398792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214010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D4B9A9E5-4F7F-4A7D-9DE1-899232329269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03282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9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16040" y="4434840"/>
            <a:ext cx="4941771" cy="1122202"/>
          </a:xfrm>
        </p:spPr>
        <p:txBody>
          <a:bodyPr rtlCol="0" anchor="b">
            <a:noAutofit/>
          </a:bodyPr>
          <a:lstStyle>
            <a:lvl1pPr algn="l">
              <a:defRPr sz="3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CLIQUEZ POUR MODIFIER LE STYLE DU TITRE DU MASQUE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16041" y="5586890"/>
            <a:ext cx="4941770" cy="396660"/>
          </a:xfrm>
        </p:spPr>
        <p:txBody>
          <a:bodyPr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fr-FR" noProof="0"/>
              <a:t>Modifiez le style des sous-titres du masque</a:t>
            </a:r>
          </a:p>
        </p:txBody>
      </p:sp>
      <p:pic>
        <p:nvPicPr>
          <p:cNvPr id="8" name="Graphisme 7">
            <a:extLst>
              <a:ext uri="{FF2B5EF4-FFF2-40B4-BE49-F238E27FC236}">
                <a16:creationId xmlns:a16="http://schemas.microsoft.com/office/drawing/2014/main" id="{A04F1E16-9A84-4D0E-9706-79C396AF6AE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9358" t="23650" b="-1"/>
          <a:stretch/>
        </p:blipFill>
        <p:spPr>
          <a:xfrm>
            <a:off x="0" y="0"/>
            <a:ext cx="9488312" cy="5054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31086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Programm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sme 7">
            <a:extLst>
              <a:ext uri="{FF2B5EF4-FFF2-40B4-BE49-F238E27FC236}">
                <a16:creationId xmlns:a16="http://schemas.microsoft.com/office/drawing/2014/main" id="{D514C6BF-376E-43E8-881D-2E767426990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8301" r="28341" b="23071"/>
          <a:stretch/>
        </p:blipFill>
        <p:spPr>
          <a:xfrm>
            <a:off x="5488815" y="0"/>
            <a:ext cx="6703185" cy="6858000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3F0A9B92-C2D0-466A-A680-A35832C452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33499" y="1020445"/>
            <a:ext cx="3171825" cy="1325563"/>
          </a:xfrm>
        </p:spPr>
        <p:txBody>
          <a:bodyPr rtlCol="0" anchor="b">
            <a:normAutofit/>
          </a:bodyPr>
          <a:lstStyle>
            <a:lvl1pPr>
              <a:defRPr sz="28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CLIQUEZ POUR MODIFIER LE STYLE DU TITRE DU MASQUE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DA41CE6-5A88-4C5C-B2A4-6A5D2153B16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333499" y="2924175"/>
            <a:ext cx="3171825" cy="2519363"/>
          </a:xfrm>
        </p:spPr>
        <p:txBody>
          <a:bodyPr rtlCol="0">
            <a:normAutofit/>
          </a:bodyPr>
          <a:lstStyle>
            <a:lvl1pPr marL="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fr-FR" noProof="0"/>
              <a:t>Modifiez les styles du texte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39F5093-3C53-4152-B8FE-0522E079526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33500" y="6356350"/>
            <a:ext cx="985157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20XX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727F11D-8AF8-44D6-A48B-D8C7779B8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669886" y="6356349"/>
            <a:ext cx="2482842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Pitch Deck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58C0879-6B0F-4AF6-A997-EC61DA896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36305" y="6356350"/>
            <a:ext cx="987552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6312703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ronolog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raphisme 10">
            <a:extLst>
              <a:ext uri="{FF2B5EF4-FFF2-40B4-BE49-F238E27FC236}">
                <a16:creationId xmlns:a16="http://schemas.microsoft.com/office/drawing/2014/main" id="{9D2AF524-D4B4-4A3A-9CE4-EDAFE1D5A3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113884" y="0"/>
            <a:ext cx="10078116" cy="6858000"/>
          </a:xfrm>
          <a:custGeom>
            <a:avLst/>
            <a:gdLst>
              <a:gd name="connsiteX0" fmla="*/ 3793236 w 10078116"/>
              <a:gd name="connsiteY0" fmla="*/ 6858000 h 6858000"/>
              <a:gd name="connsiteX1" fmla="*/ 0 w 10078116"/>
              <a:gd name="connsiteY1" fmla="*/ 0 h 6858000"/>
              <a:gd name="connsiteX2" fmla="*/ 10078116 w 10078116"/>
              <a:gd name="connsiteY2" fmla="*/ 0 h 6858000"/>
              <a:gd name="connsiteX3" fmla="*/ 10078116 w 10078116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078116" h="6858000">
                <a:moveTo>
                  <a:pt x="3793236" y="6858000"/>
                </a:moveTo>
                <a:lnTo>
                  <a:pt x="0" y="0"/>
                </a:lnTo>
                <a:lnTo>
                  <a:pt x="10078116" y="0"/>
                </a:lnTo>
                <a:lnTo>
                  <a:pt x="10078116" y="6858000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fr-FR" noProof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6E3987A5-99A6-4B33-BAAF-5315963538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5509419"/>
            <a:ext cx="4082142" cy="585788"/>
          </a:xfrm>
        </p:spPr>
        <p:txBody>
          <a:bodyPr rtlCol="0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fr-FR" noProof="0"/>
              <a:t>CLIQUEZ ICI POUR MODIFIER LE TITRE</a:t>
            </a:r>
          </a:p>
        </p:txBody>
      </p:sp>
      <p:sp>
        <p:nvSpPr>
          <p:cNvPr id="16" name="Espace réservé du texte 15">
            <a:extLst>
              <a:ext uri="{FF2B5EF4-FFF2-40B4-BE49-F238E27FC236}">
                <a16:creationId xmlns:a16="http://schemas.microsoft.com/office/drawing/2014/main" id="{3BABF6CA-407C-4BF0-8234-1321A676E75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48318" y="1481138"/>
            <a:ext cx="2141764" cy="514350"/>
          </a:xfrm>
        </p:spPr>
        <p:txBody>
          <a:bodyPr rtlCol="0"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CLIQUEZ ICI POUR MODIFIER LES STYLES DU TEXTE</a:t>
            </a:r>
          </a:p>
        </p:txBody>
      </p:sp>
      <p:sp>
        <p:nvSpPr>
          <p:cNvPr id="17" name="Espace réservé du texte 15">
            <a:extLst>
              <a:ext uri="{FF2B5EF4-FFF2-40B4-BE49-F238E27FC236}">
                <a16:creationId xmlns:a16="http://schemas.microsoft.com/office/drawing/2014/main" id="{76D8129B-5B68-421C-968C-3663C86EFC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4375" y="2557463"/>
            <a:ext cx="2141764" cy="514350"/>
          </a:xfrm>
        </p:spPr>
        <p:txBody>
          <a:bodyPr rtlCol="0"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CLIQUEZ ICI POUR MODIFIER LES STYLES DU TEXTE</a:t>
            </a:r>
          </a:p>
        </p:txBody>
      </p:sp>
      <p:sp>
        <p:nvSpPr>
          <p:cNvPr id="18" name="Espace réservé du texte 15">
            <a:extLst>
              <a:ext uri="{FF2B5EF4-FFF2-40B4-BE49-F238E27FC236}">
                <a16:creationId xmlns:a16="http://schemas.microsoft.com/office/drawing/2014/main" id="{6C741DCA-8EBD-44F5-9D38-E938A628AD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320800" y="3633788"/>
            <a:ext cx="2141764" cy="514350"/>
          </a:xfrm>
        </p:spPr>
        <p:txBody>
          <a:bodyPr rtlCol="0"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CLIQUEZ ICI POUR MODIFIER LES STYLES DU TEXTE</a:t>
            </a:r>
          </a:p>
        </p:txBody>
      </p:sp>
      <p:sp>
        <p:nvSpPr>
          <p:cNvPr id="19" name="Espace réservé du texte 15">
            <a:extLst>
              <a:ext uri="{FF2B5EF4-FFF2-40B4-BE49-F238E27FC236}">
                <a16:creationId xmlns:a16="http://schemas.microsoft.com/office/drawing/2014/main" id="{5C43C6B1-A1BD-4A90-8B4B-F361C1BEDD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05000" y="4710114"/>
            <a:ext cx="2141764" cy="514350"/>
          </a:xfrm>
        </p:spPr>
        <p:txBody>
          <a:bodyPr rtlCol="0"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CLIQUEZ ICI POUR MODIFIER LES STYLES DU TEXTE</a:t>
            </a:r>
          </a:p>
        </p:txBody>
      </p:sp>
      <p:sp>
        <p:nvSpPr>
          <p:cNvPr id="34" name="Espace réservé du texte 15">
            <a:extLst>
              <a:ext uri="{FF2B5EF4-FFF2-40B4-BE49-F238E27FC236}">
                <a16:creationId xmlns:a16="http://schemas.microsoft.com/office/drawing/2014/main" id="{0C66E1BD-33F0-4B94-BF94-CD4698F85C3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401535" y="1594478"/>
            <a:ext cx="5539095" cy="1010842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Cliquez ici pour modifier le style du texte</a:t>
            </a:r>
          </a:p>
        </p:txBody>
      </p:sp>
      <p:sp>
        <p:nvSpPr>
          <p:cNvPr id="35" name="Espace réservé du texte 15">
            <a:extLst>
              <a:ext uri="{FF2B5EF4-FFF2-40B4-BE49-F238E27FC236}">
                <a16:creationId xmlns:a16="http://schemas.microsoft.com/office/drawing/2014/main" id="{2D4661B1-6559-407A-9AEC-A46A0570AE8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86028" y="2682564"/>
            <a:ext cx="5539095" cy="1010842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Cliquez ici pour modifier le style du texte</a:t>
            </a:r>
          </a:p>
        </p:txBody>
      </p:sp>
      <p:sp>
        <p:nvSpPr>
          <p:cNvPr id="36" name="Espace réservé du texte 15">
            <a:extLst>
              <a:ext uri="{FF2B5EF4-FFF2-40B4-BE49-F238E27FC236}">
                <a16:creationId xmlns:a16="http://schemas.microsoft.com/office/drawing/2014/main" id="{DCC983F7-6A25-42C0-811C-EA32138C5B8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576937" y="3755394"/>
            <a:ext cx="5539095" cy="1010842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Cliquez ici pour modifier le style du texte</a:t>
            </a:r>
          </a:p>
        </p:txBody>
      </p:sp>
      <p:sp>
        <p:nvSpPr>
          <p:cNvPr id="37" name="Espace réservé du texte 15">
            <a:extLst>
              <a:ext uri="{FF2B5EF4-FFF2-40B4-BE49-F238E27FC236}">
                <a16:creationId xmlns:a16="http://schemas.microsoft.com/office/drawing/2014/main" id="{E83DA0EB-27DD-416A-8DA5-4AFDC8587E5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75279" y="4824430"/>
            <a:ext cx="5539095" cy="1010842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Cliquez ici pour modifier le style du texte</a:t>
            </a:r>
          </a:p>
        </p:txBody>
      </p:sp>
      <p:cxnSp>
        <p:nvCxnSpPr>
          <p:cNvPr id="3" name="Connecteur droit 2">
            <a:extLst>
              <a:ext uri="{FF2B5EF4-FFF2-40B4-BE49-F238E27FC236}">
                <a16:creationId xmlns:a16="http://schemas.microsoft.com/office/drawing/2014/main" id="{D3795F91-C721-4363-956D-756673AE79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353515" y="5023933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8AC14461-E27D-413D-B31A-47B74646AF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759917" y="3948451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4D6AEA4C-7710-4829-BA87-8DD77F1593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173453" y="2872686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E9BD473E-6203-491C-87AC-54AC0AB233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2586263" y="1796083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74DC36F-5D3E-439D-80B5-32633FC34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pPr rtl="0"/>
            <a:r>
              <a:rPr lang="fr-FR" noProof="0"/>
              <a:t>20XX</a:t>
            </a:r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C710A8A-CEC9-4787-A745-C28DD965F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55823" y="6356350"/>
            <a:ext cx="1808712" cy="365125"/>
          </a:xfrm>
        </p:spPr>
        <p:txBody>
          <a:bodyPr rtlCol="0"/>
          <a:lstStyle>
            <a:lvl1pPr algn="l">
              <a:defRPr sz="900"/>
            </a:lvl1pPr>
          </a:lstStyle>
          <a:p>
            <a:pPr rtl="0"/>
            <a:r>
              <a:rPr lang="fr-FR" noProof="0"/>
              <a:t>Pitch Deck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162BD04-8F01-472A-9456-4702A2218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10874" y="6356350"/>
            <a:ext cx="542925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0528123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onne de contenu 3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re 1">
            <a:extLst>
              <a:ext uri="{FF2B5EF4-FFF2-40B4-BE49-F238E27FC236}">
                <a16:creationId xmlns:a16="http://schemas.microsoft.com/office/drawing/2014/main" id="{42ACEF30-0520-40B3-A1F1-F3D2530563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fr-FR" noProof="0"/>
              <a:t>CLIQUEZ ICI POUR MODIFIER LE STYLE DU TITRE</a:t>
            </a:r>
          </a:p>
        </p:txBody>
      </p:sp>
      <p:sp>
        <p:nvSpPr>
          <p:cNvPr id="15" name="Espace réservé du texte 15">
            <a:extLst>
              <a:ext uri="{FF2B5EF4-FFF2-40B4-BE49-F238E27FC236}">
                <a16:creationId xmlns:a16="http://schemas.microsoft.com/office/drawing/2014/main" id="{A1FB681F-A94D-4BF8-8290-0811E98D49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485900" y="2563123"/>
            <a:ext cx="4031945" cy="365125"/>
          </a:xfrm>
        </p:spPr>
        <p:txBody>
          <a:bodyPr rtlCol="0"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fr-FR" noProof="0"/>
              <a:t>CLIQUEZ POUR AJOUTER UN SOUS-TITRE</a:t>
            </a:r>
          </a:p>
        </p:txBody>
      </p:sp>
      <p:sp>
        <p:nvSpPr>
          <p:cNvPr id="17" name="Espace réservé du texte 18">
            <a:extLst>
              <a:ext uri="{FF2B5EF4-FFF2-40B4-BE49-F238E27FC236}">
                <a16:creationId xmlns:a16="http://schemas.microsoft.com/office/drawing/2014/main" id="{61E8C129-EF62-46A8-97F3-3CB5D014FB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485664" y="3070348"/>
            <a:ext cx="4031030" cy="1057308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Cliquer pour ajouter du texte</a:t>
            </a:r>
          </a:p>
        </p:txBody>
      </p:sp>
      <p:sp>
        <p:nvSpPr>
          <p:cNvPr id="31" name="Espace réservé du texte 15">
            <a:extLst>
              <a:ext uri="{FF2B5EF4-FFF2-40B4-BE49-F238E27FC236}">
                <a16:creationId xmlns:a16="http://schemas.microsoft.com/office/drawing/2014/main" id="{87DD41A9-B6B3-48D9-A3A6-831B39C9158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73004" y="2563123"/>
            <a:ext cx="4031945" cy="365125"/>
          </a:xfrm>
        </p:spPr>
        <p:txBody>
          <a:bodyPr rtlCol="0"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fr-FR" noProof="0"/>
              <a:t>CLIQUEZ POUR AJOUTER UN SOUS-TITRE</a:t>
            </a:r>
          </a:p>
        </p:txBody>
      </p:sp>
      <p:sp>
        <p:nvSpPr>
          <p:cNvPr id="32" name="Espace réservé du texte 18">
            <a:extLst>
              <a:ext uri="{FF2B5EF4-FFF2-40B4-BE49-F238E27FC236}">
                <a16:creationId xmlns:a16="http://schemas.microsoft.com/office/drawing/2014/main" id="{FB791E68-EDF5-4CC2-8774-A27AEF1D25E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73143" y="3070348"/>
            <a:ext cx="4031030" cy="1057308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Cliquer pour ajouter du texte</a:t>
            </a:r>
          </a:p>
        </p:txBody>
      </p:sp>
      <p:sp>
        <p:nvSpPr>
          <p:cNvPr id="33" name="Espace réservé du texte 15">
            <a:extLst>
              <a:ext uri="{FF2B5EF4-FFF2-40B4-BE49-F238E27FC236}">
                <a16:creationId xmlns:a16="http://schemas.microsoft.com/office/drawing/2014/main" id="{AA224F82-7E0C-4EBF-97D3-132481DBCDA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485899" y="4319431"/>
            <a:ext cx="4031945" cy="365125"/>
          </a:xfrm>
        </p:spPr>
        <p:txBody>
          <a:bodyPr rtlCol="0"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fr-FR" noProof="0"/>
              <a:t>CLIQUEZ POUR AJOUTER UN SOUS-TITRE</a:t>
            </a:r>
          </a:p>
        </p:txBody>
      </p:sp>
      <p:sp>
        <p:nvSpPr>
          <p:cNvPr id="34" name="Espace réservé du texte 18">
            <a:extLst>
              <a:ext uri="{FF2B5EF4-FFF2-40B4-BE49-F238E27FC236}">
                <a16:creationId xmlns:a16="http://schemas.microsoft.com/office/drawing/2014/main" id="{699D24C6-4AFB-4222-8E0C-4D11CD9C0F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486412" y="4826656"/>
            <a:ext cx="4031030" cy="1057308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Cliquer pour ajouter du texte</a:t>
            </a:r>
          </a:p>
        </p:txBody>
      </p:sp>
      <p:sp>
        <p:nvSpPr>
          <p:cNvPr id="12" name="Espace réservé du texte 15">
            <a:extLst>
              <a:ext uri="{FF2B5EF4-FFF2-40B4-BE49-F238E27FC236}">
                <a16:creationId xmlns:a16="http://schemas.microsoft.com/office/drawing/2014/main" id="{3B05E19C-DF33-4515-AC52-F95850810EC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672630" y="4319431"/>
            <a:ext cx="4031945" cy="365125"/>
          </a:xfrm>
        </p:spPr>
        <p:txBody>
          <a:bodyPr rtlCol="0"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fr-FR" noProof="0"/>
              <a:t>CLIQUEZ POUR AJOUTER UN SOUS-TITRE</a:t>
            </a:r>
          </a:p>
        </p:txBody>
      </p:sp>
      <p:sp>
        <p:nvSpPr>
          <p:cNvPr id="13" name="Espace réservé du texte 18">
            <a:extLst>
              <a:ext uri="{FF2B5EF4-FFF2-40B4-BE49-F238E27FC236}">
                <a16:creationId xmlns:a16="http://schemas.microsoft.com/office/drawing/2014/main" id="{C0EBC62D-442C-45D3-B66B-C6578FBB337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673143" y="4826656"/>
            <a:ext cx="4031030" cy="1057308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Cliquer pour ajouter du texte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8EC90C5-A811-4E5C-ADD1-A89DB4E94DAA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 rtlCol="0"/>
          <a:lstStyle/>
          <a:p>
            <a:pPr rtl="0"/>
            <a:r>
              <a:rPr lang="fr-FR" noProof="0"/>
              <a:t>20XX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356B621-AE19-45D3-B25F-23256C242DDD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 rtlCol="0"/>
          <a:lstStyle/>
          <a:p>
            <a:pPr rtl="0"/>
            <a:r>
              <a:rPr lang="fr-FR" noProof="0"/>
              <a:t>Pitch Deck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58BDCB2-D8C3-4571-8154-76BEA9AE41A8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 rtlCol="0"/>
          <a:lstStyle/>
          <a:p>
            <a:pPr rtl="0"/>
            <a:fld id="{B5CEABB6-07DC-46E8-9B57-56EC44A396E5}" type="slidenum">
              <a:rPr lang="fr-FR" noProof="0" smtClean="0"/>
              <a:t>‹N°›</a:t>
            </a:fld>
            <a:endParaRPr lang="fr-FR" noProof="0"/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9298DCF7-7DC1-4618-8133-F63847B0A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688388" y="0"/>
            <a:ext cx="3503612" cy="235295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653A6567-233D-4A3B-B52B-DE7E5E35A1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720943" y="0"/>
            <a:ext cx="2471057" cy="26990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raphisme 6">
            <a:extLst>
              <a:ext uri="{FF2B5EF4-FFF2-40B4-BE49-F238E27FC236}">
                <a16:creationId xmlns:a16="http://schemas.microsoft.com/office/drawing/2014/main" id="{64D564EB-CA78-42C6-AD76-3C4E7B3AEA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473953"/>
            <a:ext cx="2057400" cy="1647825"/>
          </a:xfrm>
          <a:prstGeom prst="rect">
            <a:avLst/>
          </a:prstGeom>
        </p:spPr>
      </p:pic>
      <p:pic>
        <p:nvPicPr>
          <p:cNvPr id="8" name="Graphisme 7">
            <a:extLst>
              <a:ext uri="{FF2B5EF4-FFF2-40B4-BE49-F238E27FC236}">
                <a16:creationId xmlns:a16="http://schemas.microsoft.com/office/drawing/2014/main" id="{1CFFBB3A-BDCF-4878-8D04-E8BB9A050E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049000" y="5180889"/>
            <a:ext cx="11430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14876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onne de contenu 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re 1">
            <a:extLst>
              <a:ext uri="{FF2B5EF4-FFF2-40B4-BE49-F238E27FC236}">
                <a16:creationId xmlns:a16="http://schemas.microsoft.com/office/drawing/2014/main" id="{42ACEF30-0520-40B3-A1F1-F3D2530563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08760" y="4156405"/>
            <a:ext cx="3139440" cy="1325563"/>
          </a:xfrm>
        </p:spPr>
        <p:txBody>
          <a:bodyPr rtlCol="0" anchor="b">
            <a:normAutofit/>
          </a:bodyPr>
          <a:lstStyle>
            <a:lvl1pPr algn="l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fr-FR" noProof="0"/>
              <a:t>CLIQUEZ ICI POUR MODIFIER LE STYLE DU TITRE</a:t>
            </a:r>
          </a:p>
        </p:txBody>
      </p:sp>
      <p:sp>
        <p:nvSpPr>
          <p:cNvPr id="15" name="Espace réservé du texte 15">
            <a:extLst>
              <a:ext uri="{FF2B5EF4-FFF2-40B4-BE49-F238E27FC236}">
                <a16:creationId xmlns:a16="http://schemas.microsoft.com/office/drawing/2014/main" id="{A1FB681F-A94D-4BF8-8290-0811E98D49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1530635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fr-FR" noProof="0"/>
              <a:t>CLIQUEZ POUR AJOUTER UN SOUS-TITRE</a:t>
            </a:r>
          </a:p>
        </p:txBody>
      </p:sp>
      <p:sp>
        <p:nvSpPr>
          <p:cNvPr id="17" name="Espace réservé du texte 18">
            <a:extLst>
              <a:ext uri="{FF2B5EF4-FFF2-40B4-BE49-F238E27FC236}">
                <a16:creationId xmlns:a16="http://schemas.microsoft.com/office/drawing/2014/main" id="{61E8C129-EF62-46A8-97F3-3CB5D014FB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1860060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Cliquer pour ajouter du texte</a:t>
            </a:r>
          </a:p>
        </p:txBody>
      </p:sp>
      <p:sp>
        <p:nvSpPr>
          <p:cNvPr id="16" name="Espace réservé du texte 15">
            <a:extLst>
              <a:ext uri="{FF2B5EF4-FFF2-40B4-BE49-F238E27FC236}">
                <a16:creationId xmlns:a16="http://schemas.microsoft.com/office/drawing/2014/main" id="{07D6A00C-D56B-4E8B-B992-7DA51D3C726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2630431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fr-FR" noProof="0"/>
              <a:t>CLIQUEZ POUR AJOUTER UN SOUS-TITRE</a:t>
            </a:r>
          </a:p>
        </p:txBody>
      </p:sp>
      <p:sp>
        <p:nvSpPr>
          <p:cNvPr id="18" name="Espace réservé du texte 18">
            <a:extLst>
              <a:ext uri="{FF2B5EF4-FFF2-40B4-BE49-F238E27FC236}">
                <a16:creationId xmlns:a16="http://schemas.microsoft.com/office/drawing/2014/main" id="{DA90DA32-7E6A-4713-BDC9-73910E2A0E6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2959856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Cliquer pour ajouter du texte</a:t>
            </a:r>
          </a:p>
        </p:txBody>
      </p:sp>
      <p:sp>
        <p:nvSpPr>
          <p:cNvPr id="19" name="Espace réservé du texte 15">
            <a:extLst>
              <a:ext uri="{FF2B5EF4-FFF2-40B4-BE49-F238E27FC236}">
                <a16:creationId xmlns:a16="http://schemas.microsoft.com/office/drawing/2014/main" id="{D7E57261-C874-4DFD-AF7D-F9EC50B3BFD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3730227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fr-FR" noProof="0"/>
              <a:t>CLIQUEZ POUR AJOUTER UN SOUS-TITRE</a:t>
            </a:r>
          </a:p>
        </p:txBody>
      </p:sp>
      <p:sp>
        <p:nvSpPr>
          <p:cNvPr id="20" name="Espace réservé du texte 18">
            <a:extLst>
              <a:ext uri="{FF2B5EF4-FFF2-40B4-BE49-F238E27FC236}">
                <a16:creationId xmlns:a16="http://schemas.microsoft.com/office/drawing/2014/main" id="{843F77CE-098F-4777-8C30-5CEE7954D14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059652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Cliquer pour ajouter du texte</a:t>
            </a:r>
          </a:p>
        </p:txBody>
      </p:sp>
      <p:sp>
        <p:nvSpPr>
          <p:cNvPr id="23" name="Espace réservé du texte 15">
            <a:extLst>
              <a:ext uri="{FF2B5EF4-FFF2-40B4-BE49-F238E27FC236}">
                <a16:creationId xmlns:a16="http://schemas.microsoft.com/office/drawing/2014/main" id="{4CAE269A-B6AB-42A6-9575-6057FA25A29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20106" y="4830024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fr-FR" noProof="0"/>
              <a:t>CLIQUEZ POUR AJOUTER UN SOUS-TITRE</a:t>
            </a:r>
          </a:p>
        </p:txBody>
      </p:sp>
      <p:sp>
        <p:nvSpPr>
          <p:cNvPr id="24" name="Espace réservé du texte 18">
            <a:extLst>
              <a:ext uri="{FF2B5EF4-FFF2-40B4-BE49-F238E27FC236}">
                <a16:creationId xmlns:a16="http://schemas.microsoft.com/office/drawing/2014/main" id="{46866A49-A3A8-4869-961C-EB41F6BC784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19680" y="5159449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Cliquer pour ajouter du texte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8EC90C5-A811-4E5C-ADD1-A89DB4E94DAA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5919680" y="6356350"/>
            <a:ext cx="947516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20XX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356B621-AE19-45D3-B25F-23256C242DDD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7161955" y="6356350"/>
            <a:ext cx="3243942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Pitch Deck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58BDCB2-D8C3-4571-8154-76BEA9AE41A8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0700656" y="6356350"/>
            <a:ext cx="653143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fr-FR" noProof="0" smtClean="0"/>
              <a:pPr rtl="0"/>
              <a:t>‹N°›</a:t>
            </a:fld>
            <a:endParaRPr lang="fr-FR" noProof="0"/>
          </a:p>
        </p:txBody>
      </p:sp>
      <p:pic>
        <p:nvPicPr>
          <p:cNvPr id="2" name="Graphisme 1">
            <a:extLst>
              <a:ext uri="{FF2B5EF4-FFF2-40B4-BE49-F238E27FC236}">
                <a16:creationId xmlns:a16="http://schemas.microsoft.com/office/drawing/2014/main" id="{6D8D9106-8780-461D-9091-E074B0A3C9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9434" t="20278" b="22673"/>
          <a:stretch/>
        </p:blipFill>
        <p:spPr>
          <a:xfrm>
            <a:off x="-4696" y="-1"/>
            <a:ext cx="4896735" cy="4385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19504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roduc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62075" y="1671639"/>
            <a:ext cx="5111750" cy="1204912"/>
          </a:xfrm>
        </p:spPr>
        <p:txBody>
          <a:bodyPr rtlCol="0" anchor="b">
            <a:normAutofit/>
          </a:bodyPr>
          <a:lstStyle>
            <a:lvl1pPr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fr-FR" noProof="0"/>
              <a:t>CLIQUEZ POUR MODIFIER LE STYLE DU TITRE DU MASQUE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2FD4279-EA62-4397-878A-73F4948DB17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362075" y="3660774"/>
            <a:ext cx="5111750" cy="1525588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fr-FR" noProof="0"/>
              <a:t>Modifiez les styles du texte</a:t>
            </a:r>
          </a:p>
        </p:txBody>
      </p:sp>
      <p:cxnSp>
        <p:nvCxnSpPr>
          <p:cNvPr id="14" name="Connecteur droit 13">
            <a:extLst>
              <a:ext uri="{FF2B5EF4-FFF2-40B4-BE49-F238E27FC236}">
                <a16:creationId xmlns:a16="http://schemas.microsoft.com/office/drawing/2014/main" id="{49FBD260-5143-4B12-B9F8-33E48D548909}"/>
              </a:ext>
            </a:extLst>
          </p:cNvPr>
          <p:cNvCxnSpPr/>
          <p:nvPr/>
        </p:nvCxnSpPr>
        <p:spPr>
          <a:xfrm>
            <a:off x="9096375" y="1497012"/>
            <a:ext cx="3095625" cy="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D87F08D6-2CA7-4A5A-BE34-07113DCA535D}"/>
              </a:ext>
            </a:extLst>
          </p:cNvPr>
          <p:cNvCxnSpPr/>
          <p:nvPr/>
        </p:nvCxnSpPr>
        <p:spPr>
          <a:xfrm flipH="1">
            <a:off x="6953250" y="-25401"/>
            <a:ext cx="3790950" cy="6902451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Espace réservé de la date 6">
            <a:extLst>
              <a:ext uri="{FF2B5EF4-FFF2-40B4-BE49-F238E27FC236}">
                <a16:creationId xmlns:a16="http://schemas.microsoft.com/office/drawing/2014/main" id="{70146B66-4F07-44BE-8AAB-48EA5170DA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20XX</a:t>
            </a:r>
          </a:p>
        </p:txBody>
      </p:sp>
      <p:sp>
        <p:nvSpPr>
          <p:cNvPr id="10" name="Espace réservé du pied de page 7">
            <a:extLst>
              <a:ext uri="{FF2B5EF4-FFF2-40B4-BE49-F238E27FC236}">
                <a16:creationId xmlns:a16="http://schemas.microsoft.com/office/drawing/2014/main" id="{3A927BE5-2F4C-4EBD-9093-C4ED6E3025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224463" y="6356350"/>
            <a:ext cx="1743075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Pitch Deck</a:t>
            </a:r>
          </a:p>
        </p:txBody>
      </p:sp>
      <p:sp>
        <p:nvSpPr>
          <p:cNvPr id="11" name="Espace réservé du numéro de diapositive 8">
            <a:extLst>
              <a:ext uri="{FF2B5EF4-FFF2-40B4-BE49-F238E27FC236}">
                <a16:creationId xmlns:a16="http://schemas.microsoft.com/office/drawing/2014/main" id="{C4C1336B-CF5E-42FF-80E8-7D33A2D64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293278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ut de sectio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2571235"/>
            <a:ext cx="4179570" cy="1715531"/>
          </a:xfrm>
        </p:spPr>
        <p:txBody>
          <a:bodyPr rtlCol="0" anchor="ctr">
            <a:noAutofit/>
          </a:bodyPr>
          <a:lstStyle>
            <a:lvl1pPr algn="l">
              <a:defRPr sz="36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CLIQUEZ ICI POUR MODIFIER LE STYLE DU TITRE</a:t>
            </a:r>
          </a:p>
        </p:txBody>
      </p:sp>
      <p:pic>
        <p:nvPicPr>
          <p:cNvPr id="5" name="Graphisme 4">
            <a:extLst>
              <a:ext uri="{FF2B5EF4-FFF2-40B4-BE49-F238E27FC236}">
                <a16:creationId xmlns:a16="http://schemas.microsoft.com/office/drawing/2014/main" id="{F05D2CCB-CCFC-4A8A-ADA9-C1E4D13B96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828675"/>
            <a:ext cx="5876925" cy="520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6688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sme 6">
            <a:extLst>
              <a:ext uri="{FF2B5EF4-FFF2-40B4-BE49-F238E27FC236}">
                <a16:creationId xmlns:a16="http://schemas.microsoft.com/office/drawing/2014/main" id="{AEE644D4-F9A4-4237-BD5C-4B97ABA933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5581650" cy="6858000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C2FF67A8-55FA-435D-A18C-96D63D22B5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20169" y="1152771"/>
            <a:ext cx="5431971" cy="846301"/>
          </a:xfrm>
        </p:spPr>
        <p:txBody>
          <a:bodyPr rtlCol="0" anchor="t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fr-FR" noProof="0"/>
              <a:t>CLIQUEZ POUR MODIFIER LE STYLE DU TITRE DU MASQUE</a:t>
            </a:r>
          </a:p>
        </p:txBody>
      </p:sp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BDAC7E4E-FE06-4E90-8107-6B543E5515ED}"/>
              </a:ext>
            </a:extLst>
          </p:cNvPr>
          <p:cNvCxnSpPr/>
          <p:nvPr/>
        </p:nvCxnSpPr>
        <p:spPr>
          <a:xfrm flipV="1">
            <a:off x="2209800" y="0"/>
            <a:ext cx="2438400" cy="68580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Espace réservé du texte 15">
            <a:extLst>
              <a:ext uri="{FF2B5EF4-FFF2-40B4-BE49-F238E27FC236}">
                <a16:creationId xmlns:a16="http://schemas.microsoft.com/office/drawing/2014/main" id="{3864668D-D640-4ABF-BB9A-D60176660F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2469515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fr-FR" noProof="0"/>
              <a:t>CLIQUEZ POUR AJOUTER UN SOUS-TITRE</a:t>
            </a:r>
          </a:p>
        </p:txBody>
      </p:sp>
      <p:sp>
        <p:nvSpPr>
          <p:cNvPr id="12" name="Espace réservé du texte 18">
            <a:extLst>
              <a:ext uri="{FF2B5EF4-FFF2-40B4-BE49-F238E27FC236}">
                <a16:creationId xmlns:a16="http://schemas.microsoft.com/office/drawing/2014/main" id="{2E289D5A-B06B-43D4-A3CA-3B06C4D49F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2798940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Cliquer pour ajouter du texte</a:t>
            </a:r>
          </a:p>
        </p:txBody>
      </p:sp>
      <p:sp>
        <p:nvSpPr>
          <p:cNvPr id="13" name="Espace réservé du texte 15">
            <a:extLst>
              <a:ext uri="{FF2B5EF4-FFF2-40B4-BE49-F238E27FC236}">
                <a16:creationId xmlns:a16="http://schemas.microsoft.com/office/drawing/2014/main" id="{1DCC2995-DE17-436D-82AE-6E107865CB7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3569311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fr-FR" noProof="0"/>
              <a:t>CLIQUEZ POUR AJOUTER UN SOUS-TITRE</a:t>
            </a:r>
          </a:p>
        </p:txBody>
      </p:sp>
      <p:sp>
        <p:nvSpPr>
          <p:cNvPr id="14" name="Espace réservé du texte 18">
            <a:extLst>
              <a:ext uri="{FF2B5EF4-FFF2-40B4-BE49-F238E27FC236}">
                <a16:creationId xmlns:a16="http://schemas.microsoft.com/office/drawing/2014/main" id="{C7E70A65-1FB1-4F42-854B-8213ED73F79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3898736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Cliquer pour ajouter du texte</a:t>
            </a:r>
          </a:p>
        </p:txBody>
      </p:sp>
      <p:sp>
        <p:nvSpPr>
          <p:cNvPr id="15" name="Espace réservé du texte 15">
            <a:extLst>
              <a:ext uri="{FF2B5EF4-FFF2-40B4-BE49-F238E27FC236}">
                <a16:creationId xmlns:a16="http://schemas.microsoft.com/office/drawing/2014/main" id="{45657994-DC61-4DEB-BB2B-65DFCA997AF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4669107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fr-FR" noProof="0"/>
              <a:t>CLIQUEZ POUR AJOUTER UN SOUS-TITRE</a:t>
            </a:r>
          </a:p>
        </p:txBody>
      </p:sp>
      <p:sp>
        <p:nvSpPr>
          <p:cNvPr id="16" name="Espace réservé du texte 18">
            <a:extLst>
              <a:ext uri="{FF2B5EF4-FFF2-40B4-BE49-F238E27FC236}">
                <a16:creationId xmlns:a16="http://schemas.microsoft.com/office/drawing/2014/main" id="{18397EE2-60CD-47FD-AF8F-83A5324D9D1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998532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Cliquer pour ajouter du texte</a:t>
            </a:r>
          </a:p>
        </p:txBody>
      </p:sp>
      <p:sp>
        <p:nvSpPr>
          <p:cNvPr id="17" name="Espace réservé de la date 2">
            <a:extLst>
              <a:ext uri="{FF2B5EF4-FFF2-40B4-BE49-F238E27FC236}">
                <a16:creationId xmlns:a16="http://schemas.microsoft.com/office/drawing/2014/main" id="{1E25EFF1-65C7-4F93-8740-46885C6BEA57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5919680" y="6356350"/>
            <a:ext cx="947516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20XX</a:t>
            </a:r>
          </a:p>
        </p:txBody>
      </p:sp>
      <p:sp>
        <p:nvSpPr>
          <p:cNvPr id="18" name="Espace réservé du pied de page 3">
            <a:extLst>
              <a:ext uri="{FF2B5EF4-FFF2-40B4-BE49-F238E27FC236}">
                <a16:creationId xmlns:a16="http://schemas.microsoft.com/office/drawing/2014/main" id="{C16D80BF-B599-4FC0-ABD5-98777872FE5F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7161955" y="6356350"/>
            <a:ext cx="3243942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Pitch Deck</a:t>
            </a:r>
          </a:p>
        </p:txBody>
      </p:sp>
      <p:sp>
        <p:nvSpPr>
          <p:cNvPr id="19" name="Espace réservé du numéro de diapositive 4">
            <a:extLst>
              <a:ext uri="{FF2B5EF4-FFF2-40B4-BE49-F238E27FC236}">
                <a16:creationId xmlns:a16="http://schemas.microsoft.com/office/drawing/2014/main" id="{F64421B1-FF90-4939-90BD-8206DE5036D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0700656" y="6356350"/>
            <a:ext cx="653143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fr-FR" noProof="0" smtClean="0"/>
              <a:pPr rtl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647987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ois contenu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fr-FR" noProof="0"/>
              <a:t>CLIQUEZ POUR MODIFIER LE STYLE DU TITRE DU MASQUE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243104" y="2776936"/>
            <a:ext cx="2882475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 LE TEXTE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243104" y="3834606"/>
            <a:ext cx="2882475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fr-FR" noProof="0"/>
              <a:t>Modifiez les styles du texte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4647665" y="2776936"/>
            <a:ext cx="2896671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fr-FR" noProof="0"/>
              <a:t>CLIQUEZ ICI POUR MODIFIER LE TEXTE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4647665" y="3834606"/>
            <a:ext cx="2896671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fr-FR" noProof="0"/>
              <a:t>Modifiez les styles du texte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21" name="Espace réservé du texte 2">
            <a:extLst>
              <a:ext uri="{FF2B5EF4-FFF2-40B4-BE49-F238E27FC236}">
                <a16:creationId xmlns:a16="http://schemas.microsoft.com/office/drawing/2014/main" id="{1F60A771-8BBC-4565-AB09-402DA7CB278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8066421" y="2776936"/>
            <a:ext cx="2882475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 LE TEXTE</a:t>
            </a:r>
          </a:p>
        </p:txBody>
      </p:sp>
      <p:sp>
        <p:nvSpPr>
          <p:cNvPr id="22" name="Espace réservé du contenu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8066421" y="3834606"/>
            <a:ext cx="2882475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fr-FR" noProof="0"/>
              <a:t>Modifiez les styles du texte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20XX</a:t>
            </a:r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Pitch Deck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fr-FR" noProof="0" smtClean="0"/>
              <a:t>‹N°›</a:t>
            </a:fld>
            <a:endParaRPr lang="fr-FR" noProof="0"/>
          </a:p>
        </p:txBody>
      </p:sp>
      <p:cxnSp>
        <p:nvCxnSpPr>
          <p:cNvPr id="16" name="Connecteur droit 15">
            <a:extLst>
              <a:ext uri="{FF2B5EF4-FFF2-40B4-BE49-F238E27FC236}">
                <a16:creationId xmlns:a16="http://schemas.microsoft.com/office/drawing/2014/main" id="{463D7850-C2A6-43CE-BBE4-8E81A0A593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1238250" cy="3105150"/>
          </a:xfrm>
          <a:prstGeom prst="line">
            <a:avLst/>
          </a:prstGeom>
          <a:ln w="31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eur droit 19">
            <a:extLst>
              <a:ext uri="{FF2B5EF4-FFF2-40B4-BE49-F238E27FC236}">
                <a16:creationId xmlns:a16="http://schemas.microsoft.com/office/drawing/2014/main" id="{EBAD3E03-2E3B-440C-9105-6F9D33006D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2238376" cy="24765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31895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ison des marchés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fr-FR" noProof="0"/>
              <a:t>CLIQUEZ POUR MODIFIER LE STYLE DU TITRE DU MASQUE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063855" y="3064615"/>
            <a:ext cx="1240971" cy="823912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#</a:t>
            </a:r>
          </a:p>
        </p:txBody>
      </p:sp>
      <p:sp>
        <p:nvSpPr>
          <p:cNvPr id="23" name="Espace réservé du texte 2">
            <a:extLst>
              <a:ext uri="{FF2B5EF4-FFF2-40B4-BE49-F238E27FC236}">
                <a16:creationId xmlns:a16="http://schemas.microsoft.com/office/drawing/2014/main" id="{A066E2EA-C6EA-4A02-818E-33BD582D92E7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5475514" y="3064615"/>
            <a:ext cx="1240971" cy="823912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#</a:t>
            </a:r>
          </a:p>
        </p:txBody>
      </p:sp>
      <p:sp>
        <p:nvSpPr>
          <p:cNvPr id="24" name="Espace réservé du texte 2">
            <a:extLst>
              <a:ext uri="{FF2B5EF4-FFF2-40B4-BE49-F238E27FC236}">
                <a16:creationId xmlns:a16="http://schemas.microsoft.com/office/drawing/2014/main" id="{97B9C3B0-3522-407C-B662-631E19ECC95F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887174" y="3064615"/>
            <a:ext cx="1240971" cy="823912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#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129698" y="4824188"/>
            <a:ext cx="3124093" cy="462927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4526261" y="4824188"/>
            <a:ext cx="3139479" cy="462927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2000" cap="all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22" name="Espace réservé du contenu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7938210" y="4824188"/>
            <a:ext cx="3124093" cy="462927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fr-FR" noProof="0"/>
              <a:t>Cliquez pour modifier les styles du texte du masque</a:t>
            </a:r>
          </a:p>
        </p:txBody>
      </p:sp>
      <p:pic>
        <p:nvPicPr>
          <p:cNvPr id="11" name="Graphisme 10">
            <a:extLst>
              <a:ext uri="{FF2B5EF4-FFF2-40B4-BE49-F238E27FC236}">
                <a16:creationId xmlns:a16="http://schemas.microsoft.com/office/drawing/2014/main" id="{B38B0D13-BD5F-460B-B337-F4A9342026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65141" y="2358007"/>
            <a:ext cx="2438400" cy="2019300"/>
          </a:xfrm>
          <a:prstGeom prst="rect">
            <a:avLst/>
          </a:prstGeom>
        </p:spPr>
      </p:pic>
      <p:pic>
        <p:nvPicPr>
          <p:cNvPr id="13" name="Graphisme 12">
            <a:extLst>
              <a:ext uri="{FF2B5EF4-FFF2-40B4-BE49-F238E27FC236}">
                <a16:creationId xmlns:a16="http://schemas.microsoft.com/office/drawing/2014/main" id="{BE72876B-D3DA-4462-9E24-3354D8D02A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00625" y="2531837"/>
            <a:ext cx="2190750" cy="1943100"/>
          </a:xfrm>
          <a:prstGeom prst="rect">
            <a:avLst/>
          </a:prstGeom>
        </p:spPr>
      </p:pic>
      <p:pic>
        <p:nvPicPr>
          <p:cNvPr id="15" name="Graphisme 14">
            <a:extLst>
              <a:ext uri="{FF2B5EF4-FFF2-40B4-BE49-F238E27FC236}">
                <a16:creationId xmlns:a16="http://schemas.microsoft.com/office/drawing/2014/main" id="{14A539B6-6E3F-41BA-ACE2-76E8BB6516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345608" y="2421056"/>
            <a:ext cx="2324100" cy="2057400"/>
          </a:xfrm>
          <a:prstGeom prst="rect">
            <a:avLst/>
          </a:prstGeom>
        </p:spPr>
      </p:pic>
      <p:sp>
        <p:nvSpPr>
          <p:cNvPr id="25" name="Espace réservé du contenu 3">
            <a:extLst>
              <a:ext uri="{FF2B5EF4-FFF2-40B4-BE49-F238E27FC236}">
                <a16:creationId xmlns:a16="http://schemas.microsoft.com/office/drawing/2014/main" id="{82D8880F-3EAC-45C9-91F2-19A193791A18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1129698" y="5280763"/>
            <a:ext cx="3124093" cy="462927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fr-FR" noProof="0"/>
              <a:t>Modifiez les styles du texte</a:t>
            </a:r>
          </a:p>
        </p:txBody>
      </p:sp>
      <p:sp>
        <p:nvSpPr>
          <p:cNvPr id="26" name="Espace réservé du contenu 5">
            <a:extLst>
              <a:ext uri="{FF2B5EF4-FFF2-40B4-BE49-F238E27FC236}">
                <a16:creationId xmlns:a16="http://schemas.microsoft.com/office/drawing/2014/main" id="{9019518E-E850-403D-A5B5-4B53F8C4A56B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26261" y="5280763"/>
            <a:ext cx="3139479" cy="462927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fr-FR" noProof="0"/>
              <a:t>Modifiez les styles du texte</a:t>
            </a:r>
          </a:p>
          <a:p>
            <a:pPr lvl="1" rtl="0"/>
            <a:endParaRPr lang="fr-FR" noProof="0"/>
          </a:p>
        </p:txBody>
      </p:sp>
      <p:sp>
        <p:nvSpPr>
          <p:cNvPr id="27" name="Espace réservé du contenu 3">
            <a:extLst>
              <a:ext uri="{FF2B5EF4-FFF2-40B4-BE49-F238E27FC236}">
                <a16:creationId xmlns:a16="http://schemas.microsoft.com/office/drawing/2014/main" id="{A8058154-45E5-403E-B714-AC85774F391F}"/>
              </a:ext>
            </a:extLst>
          </p:cNvPr>
          <p:cNvSpPr>
            <a:spLocks noGrp="1"/>
          </p:cNvSpPr>
          <p:nvPr>
            <p:ph sz="half" idx="19" hasCustomPrompt="1"/>
          </p:nvPr>
        </p:nvSpPr>
        <p:spPr>
          <a:xfrm>
            <a:off x="7938210" y="5280763"/>
            <a:ext cx="3124093" cy="462927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fr-FR" noProof="0"/>
              <a:t>Modifiez les styles du texte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20XX</a:t>
            </a:r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Pitch Deck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4426193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Deux contenu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3700" y="892177"/>
            <a:ext cx="8421688" cy="1325563"/>
          </a:xfrm>
        </p:spPr>
        <p:txBody>
          <a:bodyPr rtlCol="0">
            <a:normAutofit/>
          </a:bodyPr>
          <a:lstStyle>
            <a:lvl1pPr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fr-FR" noProof="0"/>
              <a:t>CLIQUEZ POUR MODIFIER LE STYLE DU TITRE DU MASQUE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933700" y="2776936"/>
            <a:ext cx="3924300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 LE TEXTE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2933700" y="3834606"/>
            <a:ext cx="3924300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fr-FR" noProof="0"/>
              <a:t>Modifiez les styles du texte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7410173" y="2776936"/>
            <a:ext cx="3943627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fr-FR" noProof="0"/>
              <a:t>CLIQUEZ ICI POUR MODIFIER LE TEXTE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7410173" y="3834606"/>
            <a:ext cx="3943627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fr-FR" noProof="0"/>
              <a:t>Modifiez les styles du texte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20XX</a:t>
            </a:r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Pitch Deck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fr-FR" noProof="0" smtClean="0"/>
              <a:t>‹N°›</a:t>
            </a:fld>
            <a:endParaRPr lang="fr-FR" noProof="0"/>
          </a:p>
        </p:txBody>
      </p:sp>
      <p:pic>
        <p:nvPicPr>
          <p:cNvPr id="11" name="Graphisme 10">
            <a:extLst>
              <a:ext uri="{FF2B5EF4-FFF2-40B4-BE49-F238E27FC236}">
                <a16:creationId xmlns:a16="http://schemas.microsoft.com/office/drawing/2014/main" id="{EE24E1DB-1F20-4C28-8069-D9219D1F8BB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9434" t="20278" b="22673"/>
          <a:stretch/>
        </p:blipFill>
        <p:spPr>
          <a:xfrm>
            <a:off x="25785" y="0"/>
            <a:ext cx="4368030" cy="3912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17409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sme 13">
            <a:extLst>
              <a:ext uri="{FF2B5EF4-FFF2-40B4-BE49-F238E27FC236}">
                <a16:creationId xmlns:a16="http://schemas.microsoft.com/office/drawing/2014/main" id="{AE202E03-5C65-4305-B969-65220AD410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8301" r="41825" b="23071"/>
          <a:stretch/>
        </p:blipFill>
        <p:spPr>
          <a:xfrm flipH="1">
            <a:off x="0" y="0"/>
            <a:ext cx="5441888" cy="6858000"/>
          </a:xfrm>
          <a:custGeom>
            <a:avLst/>
            <a:gdLst>
              <a:gd name="connsiteX0" fmla="*/ 5441888 w 5441888"/>
              <a:gd name="connsiteY0" fmla="*/ 0 h 6858000"/>
              <a:gd name="connsiteX1" fmla="*/ 0 w 5441888"/>
              <a:gd name="connsiteY1" fmla="*/ 0 h 6858000"/>
              <a:gd name="connsiteX2" fmla="*/ 0 w 5441888"/>
              <a:gd name="connsiteY2" fmla="*/ 6858000 h 6858000"/>
              <a:gd name="connsiteX3" fmla="*/ 5441888 w 5441888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41888" h="6858000">
                <a:moveTo>
                  <a:pt x="5441888" y="0"/>
                </a:moveTo>
                <a:lnTo>
                  <a:pt x="0" y="0"/>
                </a:lnTo>
                <a:lnTo>
                  <a:pt x="0" y="6858000"/>
                </a:lnTo>
                <a:lnTo>
                  <a:pt x="5441888" y="6858000"/>
                </a:lnTo>
                <a:close/>
              </a:path>
            </a:pathLst>
          </a:custGeom>
        </p:spPr>
      </p:pic>
      <p:sp>
        <p:nvSpPr>
          <p:cNvPr id="19" name="Titre 1">
            <a:extLst>
              <a:ext uri="{FF2B5EF4-FFF2-40B4-BE49-F238E27FC236}">
                <a16:creationId xmlns:a16="http://schemas.microsoft.com/office/drawing/2014/main" id="{1E1C8C6D-0530-475B-A7F7-0E00C33ACF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20169" y="1152771"/>
            <a:ext cx="5431971" cy="846301"/>
          </a:xfrm>
        </p:spPr>
        <p:txBody>
          <a:bodyPr rtlCol="0" anchor="t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fr-FR" noProof="0"/>
              <a:t>CLIQUEZ ICI POUR MODIFIER LE STYLE DU TITRE</a:t>
            </a:r>
          </a:p>
        </p:txBody>
      </p:sp>
      <p:sp>
        <p:nvSpPr>
          <p:cNvPr id="20" name="Espace réservé du texte 15">
            <a:extLst>
              <a:ext uri="{FF2B5EF4-FFF2-40B4-BE49-F238E27FC236}">
                <a16:creationId xmlns:a16="http://schemas.microsoft.com/office/drawing/2014/main" id="{3D2778A3-7084-4333-8349-03B1FEB5FE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2469515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fr-FR" noProof="0"/>
              <a:t>CLIQUEZ POUR AJOUTER UN SOUS-TITRE</a:t>
            </a:r>
          </a:p>
        </p:txBody>
      </p:sp>
      <p:sp>
        <p:nvSpPr>
          <p:cNvPr id="25" name="Espace réservé du texte 18">
            <a:extLst>
              <a:ext uri="{FF2B5EF4-FFF2-40B4-BE49-F238E27FC236}">
                <a16:creationId xmlns:a16="http://schemas.microsoft.com/office/drawing/2014/main" id="{70ED2545-F96B-400C-B6F4-F1D2D83B724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2798940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Cliquer pour ajouter du texte</a:t>
            </a:r>
          </a:p>
        </p:txBody>
      </p:sp>
      <p:sp>
        <p:nvSpPr>
          <p:cNvPr id="26" name="Espace réservé du texte 15">
            <a:extLst>
              <a:ext uri="{FF2B5EF4-FFF2-40B4-BE49-F238E27FC236}">
                <a16:creationId xmlns:a16="http://schemas.microsoft.com/office/drawing/2014/main" id="{4A2FECA2-3808-47DC-84EB-CD3395C2052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3569311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fr-FR" noProof="0"/>
              <a:t>CLIQUEZ POUR AJOUTER UN SOUS-TITRE</a:t>
            </a:r>
          </a:p>
        </p:txBody>
      </p:sp>
      <p:sp>
        <p:nvSpPr>
          <p:cNvPr id="27" name="Espace réservé du texte 18">
            <a:extLst>
              <a:ext uri="{FF2B5EF4-FFF2-40B4-BE49-F238E27FC236}">
                <a16:creationId xmlns:a16="http://schemas.microsoft.com/office/drawing/2014/main" id="{24393B9A-03C4-45C1-8172-F8B354458A4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3898736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Cliquer pour ajouter du texte</a:t>
            </a:r>
          </a:p>
        </p:txBody>
      </p:sp>
      <p:sp>
        <p:nvSpPr>
          <p:cNvPr id="28" name="Espace réservé du texte 15">
            <a:extLst>
              <a:ext uri="{FF2B5EF4-FFF2-40B4-BE49-F238E27FC236}">
                <a16:creationId xmlns:a16="http://schemas.microsoft.com/office/drawing/2014/main" id="{18EC24A5-B4A5-4BAB-AE40-30EB69D6EF7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4669107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fr-FR" noProof="0"/>
              <a:t>CLIQUEZ POUR AJOUTER UN SOUS-TITRE</a:t>
            </a:r>
          </a:p>
        </p:txBody>
      </p:sp>
      <p:sp>
        <p:nvSpPr>
          <p:cNvPr id="29" name="Espace réservé du texte 18">
            <a:extLst>
              <a:ext uri="{FF2B5EF4-FFF2-40B4-BE49-F238E27FC236}">
                <a16:creationId xmlns:a16="http://schemas.microsoft.com/office/drawing/2014/main" id="{726F36C0-4E6A-4A10-960D-11D78D04447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998532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Cliquer pour ajouter du texte</a:t>
            </a:r>
          </a:p>
        </p:txBody>
      </p:sp>
      <p:sp>
        <p:nvSpPr>
          <p:cNvPr id="21" name="Espace réservé de la date 6">
            <a:extLst>
              <a:ext uri="{FF2B5EF4-FFF2-40B4-BE49-F238E27FC236}">
                <a16:creationId xmlns:a16="http://schemas.microsoft.com/office/drawing/2014/main" id="{71F34533-9677-48AF-9374-976825F4BB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20XX</a:t>
            </a:r>
          </a:p>
        </p:txBody>
      </p:sp>
      <p:sp>
        <p:nvSpPr>
          <p:cNvPr id="22" name="Espace réservé du pied de page 7">
            <a:extLst>
              <a:ext uri="{FF2B5EF4-FFF2-40B4-BE49-F238E27FC236}">
                <a16:creationId xmlns:a16="http://schemas.microsoft.com/office/drawing/2014/main" id="{4FAB8A26-B99E-4F96-8327-A932A14F2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Pitch Deck</a:t>
            </a:r>
          </a:p>
        </p:txBody>
      </p:sp>
      <p:sp>
        <p:nvSpPr>
          <p:cNvPr id="24" name="Espace réservé du numéro de diapositive 8">
            <a:extLst>
              <a:ext uri="{FF2B5EF4-FFF2-40B4-BE49-F238E27FC236}">
                <a16:creationId xmlns:a16="http://schemas.microsoft.com/office/drawing/2014/main" id="{EB0962D2-BCC3-48AB-A769-2A7327D29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3769334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0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ronolog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D46070C-E825-43D0-99F4-8B4614131131}"/>
              </a:ext>
            </a:extLst>
          </p:cNvPr>
          <p:cNvSpPr/>
          <p:nvPr userDrawn="1"/>
        </p:nvSpPr>
        <p:spPr>
          <a:xfrm>
            <a:off x="0" y="3057683"/>
            <a:ext cx="12191998" cy="201019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1F8C642-49FB-4E16-A3A0-B2ACBEABFF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>
            <a:normAutofit/>
          </a:bodyPr>
          <a:lstStyle>
            <a:lvl1pPr algn="l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6" name="Espace réservé du texte 10">
            <a:extLst>
              <a:ext uri="{FF2B5EF4-FFF2-40B4-BE49-F238E27FC236}">
                <a16:creationId xmlns:a16="http://schemas.microsoft.com/office/drawing/2014/main" id="{E4E92FC5-6FC2-45C2-9200-3244F9EA69A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14399" y="3354712"/>
            <a:ext cx="731520" cy="457200"/>
          </a:xfrm>
        </p:spPr>
        <p:txBody>
          <a:bodyPr rtlCol="0" anchor="ctr"/>
          <a:lstStyle>
            <a:lvl1pPr marL="0" indent="0" algn="l">
              <a:buNone/>
              <a:defRPr sz="1400" b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lvl="0" rtl="0"/>
            <a:r>
              <a:rPr lang="fr-FR" noProof="0"/>
              <a:t>Année</a:t>
            </a:r>
          </a:p>
        </p:txBody>
      </p:sp>
      <p:sp>
        <p:nvSpPr>
          <p:cNvPr id="7" name="Espace réservé du texte 10">
            <a:extLst>
              <a:ext uri="{FF2B5EF4-FFF2-40B4-BE49-F238E27FC236}">
                <a16:creationId xmlns:a16="http://schemas.microsoft.com/office/drawing/2014/main" id="{4D75C136-D6C3-4431-8776-997070627AA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6596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8" name="Espace réservé du texte 10">
            <a:extLst>
              <a:ext uri="{FF2B5EF4-FFF2-40B4-BE49-F238E27FC236}">
                <a16:creationId xmlns:a16="http://schemas.microsoft.com/office/drawing/2014/main" id="{FD15D323-BFE3-4ACE-9A2E-C9EB69458B1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275388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9" name="Espace réservé du texte 10">
            <a:extLst>
              <a:ext uri="{FF2B5EF4-FFF2-40B4-BE49-F238E27FC236}">
                <a16:creationId xmlns:a16="http://schemas.microsoft.com/office/drawing/2014/main" id="{3B520767-B49F-4503-8120-B66E411F33E4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354180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10" name="Espace réservé du texte 10">
            <a:extLst>
              <a:ext uri="{FF2B5EF4-FFF2-40B4-BE49-F238E27FC236}">
                <a16:creationId xmlns:a16="http://schemas.microsoft.com/office/drawing/2014/main" id="{30C2F5A0-E03E-4C89-B9EB-8D48889F5F9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32972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AB3645A3-D681-45BF-B195-452D000802C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14400" y="4292468"/>
            <a:ext cx="731520" cy="457200"/>
          </a:xfrm>
        </p:spPr>
        <p:txBody>
          <a:bodyPr rtlCol="0" anchor="ctr"/>
          <a:lstStyle>
            <a:lvl1pPr marL="0" indent="0" algn="l">
              <a:buNone/>
              <a:defRPr sz="1400" b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lvl="0" rtl="0"/>
            <a:r>
              <a:rPr lang="fr-FR" noProof="0"/>
              <a:t>Année</a:t>
            </a:r>
          </a:p>
        </p:txBody>
      </p:sp>
      <p:sp>
        <p:nvSpPr>
          <p:cNvPr id="12" name="Espace réservé du texte 10">
            <a:extLst>
              <a:ext uri="{FF2B5EF4-FFF2-40B4-BE49-F238E27FC236}">
                <a16:creationId xmlns:a16="http://schemas.microsoft.com/office/drawing/2014/main" id="{59D3CBFE-13C8-4DB1-A831-9393264923E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11764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13" name="Espace réservé du texte 10">
            <a:extLst>
              <a:ext uri="{FF2B5EF4-FFF2-40B4-BE49-F238E27FC236}">
                <a16:creationId xmlns:a16="http://schemas.microsoft.com/office/drawing/2014/main" id="{82385A0A-C61D-4BBD-AC77-D7642F895E22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90556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14" name="Espace réservé du texte 10">
            <a:extLst>
              <a:ext uri="{FF2B5EF4-FFF2-40B4-BE49-F238E27FC236}">
                <a16:creationId xmlns:a16="http://schemas.microsoft.com/office/drawing/2014/main" id="{FED89FCE-7507-4C8C-923F-922290589466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69348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15" name="Espace réservé du texte 10">
            <a:extLst>
              <a:ext uri="{FF2B5EF4-FFF2-40B4-BE49-F238E27FC236}">
                <a16:creationId xmlns:a16="http://schemas.microsoft.com/office/drawing/2014/main" id="{F2F73935-BF53-4510-8B8F-EDB1CD56A1B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05724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16" name="Espace réservé du texte 10">
            <a:extLst>
              <a:ext uri="{FF2B5EF4-FFF2-40B4-BE49-F238E27FC236}">
                <a16:creationId xmlns:a16="http://schemas.microsoft.com/office/drawing/2014/main" id="{2A9276DB-F427-4F8E-8E4C-466600F390FD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48140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17" name="Espace réservé du texte 10">
            <a:extLst>
              <a:ext uri="{FF2B5EF4-FFF2-40B4-BE49-F238E27FC236}">
                <a16:creationId xmlns:a16="http://schemas.microsoft.com/office/drawing/2014/main" id="{79023948-0C1E-4DAB-B885-1C713409AA08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26932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18" name="Espace réservé du texte 10">
            <a:extLst>
              <a:ext uri="{FF2B5EF4-FFF2-40B4-BE49-F238E27FC236}">
                <a16:creationId xmlns:a16="http://schemas.microsoft.com/office/drawing/2014/main" id="{4AB6A03C-6180-41ED-A88D-ECBB80D160F2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984516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19" name="Espace réservé du texte 10">
            <a:extLst>
              <a:ext uri="{FF2B5EF4-FFF2-40B4-BE49-F238E27FC236}">
                <a16:creationId xmlns:a16="http://schemas.microsoft.com/office/drawing/2014/main" id="{145AD645-55F0-41A9-AC53-ED30BF1340BA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0633085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20" name="Espace réservé du texte 10">
            <a:extLst>
              <a:ext uri="{FF2B5EF4-FFF2-40B4-BE49-F238E27FC236}">
                <a16:creationId xmlns:a16="http://schemas.microsoft.com/office/drawing/2014/main" id="{C39F248D-01B4-40EE-B483-E8E81806DFB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969915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21" name="Espace réservé du texte 10">
            <a:extLst>
              <a:ext uri="{FF2B5EF4-FFF2-40B4-BE49-F238E27FC236}">
                <a16:creationId xmlns:a16="http://schemas.microsoft.com/office/drawing/2014/main" id="{1D0F1859-7A34-42DF-873E-2CF864E4C4BE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2757602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22" name="Espace réservé du texte 10">
            <a:extLst>
              <a:ext uri="{FF2B5EF4-FFF2-40B4-BE49-F238E27FC236}">
                <a16:creationId xmlns:a16="http://schemas.microsoft.com/office/drawing/2014/main" id="{6EB397AF-B5C1-40FE-86D4-BA660E4C6E46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3545289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23" name="Espace réservé du texte 10">
            <a:extLst>
              <a:ext uri="{FF2B5EF4-FFF2-40B4-BE49-F238E27FC236}">
                <a16:creationId xmlns:a16="http://schemas.microsoft.com/office/drawing/2014/main" id="{AF1343D5-DC0F-4C7E-967F-CFC300A2C80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4332976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24" name="Espace réservé du texte 10">
            <a:extLst>
              <a:ext uri="{FF2B5EF4-FFF2-40B4-BE49-F238E27FC236}">
                <a16:creationId xmlns:a16="http://schemas.microsoft.com/office/drawing/2014/main" id="{9AD688A5-D2DF-4FC3-8171-FAEA8C4F5566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5120663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25" name="Espace réservé du texte 10">
            <a:extLst>
              <a:ext uri="{FF2B5EF4-FFF2-40B4-BE49-F238E27FC236}">
                <a16:creationId xmlns:a16="http://schemas.microsoft.com/office/drawing/2014/main" id="{EA05A5D4-01B0-4932-B03E-571986E282EA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5908350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26" name="Espace réservé du texte 10">
            <a:extLst>
              <a:ext uri="{FF2B5EF4-FFF2-40B4-BE49-F238E27FC236}">
                <a16:creationId xmlns:a16="http://schemas.microsoft.com/office/drawing/2014/main" id="{72A84601-CD4F-49ED-8D51-CEF032363058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696037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27" name="Espace réservé du texte 10">
            <a:extLst>
              <a:ext uri="{FF2B5EF4-FFF2-40B4-BE49-F238E27FC236}">
                <a16:creationId xmlns:a16="http://schemas.microsoft.com/office/drawing/2014/main" id="{C49FB196-753D-4A12-9460-57D8AB4B540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9059098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28" name="Espace réservé du texte 10">
            <a:extLst>
              <a:ext uri="{FF2B5EF4-FFF2-40B4-BE49-F238E27FC236}">
                <a16:creationId xmlns:a16="http://schemas.microsoft.com/office/drawing/2014/main" id="{DFC05EC7-9D6C-486B-9E2F-D3612013C0A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7483724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29" name="Espace réservé du texte 10">
            <a:extLst>
              <a:ext uri="{FF2B5EF4-FFF2-40B4-BE49-F238E27FC236}">
                <a16:creationId xmlns:a16="http://schemas.microsoft.com/office/drawing/2014/main" id="{98F455FB-241B-4E1F-B581-FA6CBA239545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271411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30" name="Espace réservé du texte 10">
            <a:extLst>
              <a:ext uri="{FF2B5EF4-FFF2-40B4-BE49-F238E27FC236}">
                <a16:creationId xmlns:a16="http://schemas.microsoft.com/office/drawing/2014/main" id="{9E38664A-8108-4E24-800B-3C32ADA43978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9846785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31" name="Espace réservé du texte 10">
            <a:extLst>
              <a:ext uri="{FF2B5EF4-FFF2-40B4-BE49-F238E27FC236}">
                <a16:creationId xmlns:a16="http://schemas.microsoft.com/office/drawing/2014/main" id="{2908458B-A3ED-4855-9E08-108D7C4A8D36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0634472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FA35437-CCDE-4D92-B879-F23B329C8EC3}"/>
              </a:ext>
            </a:extLst>
          </p:cNvPr>
          <p:cNvSpPr/>
          <p:nvPr userDrawn="1"/>
        </p:nvSpPr>
        <p:spPr>
          <a:xfrm>
            <a:off x="929640" y="4034785"/>
            <a:ext cx="1033272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6" name="Espace réservé de la date 2">
            <a:extLst>
              <a:ext uri="{FF2B5EF4-FFF2-40B4-BE49-F238E27FC236}">
                <a16:creationId xmlns:a16="http://schemas.microsoft.com/office/drawing/2014/main" id="{1CDC588F-73BC-4108-974B-0EAAB8213C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20XX</a:t>
            </a:r>
          </a:p>
        </p:txBody>
      </p:sp>
      <p:sp>
        <p:nvSpPr>
          <p:cNvPr id="37" name="Espace réservé du pied de page 3">
            <a:extLst>
              <a:ext uri="{FF2B5EF4-FFF2-40B4-BE49-F238E27FC236}">
                <a16:creationId xmlns:a16="http://schemas.microsoft.com/office/drawing/2014/main" id="{B2AC1EB2-9B8F-4077-8B66-64F9549F2C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Pitch Deck</a:t>
            </a:r>
          </a:p>
        </p:txBody>
      </p:sp>
      <p:sp>
        <p:nvSpPr>
          <p:cNvPr id="38" name="Espace réservé du numéro de diapositive 4">
            <a:extLst>
              <a:ext uri="{FF2B5EF4-FFF2-40B4-BE49-F238E27FC236}">
                <a16:creationId xmlns:a16="http://schemas.microsoft.com/office/drawing/2014/main" id="{28DE3E33-346A-45AF-B164-CB5DF04FA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05632346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rt Ar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space réservé SmartArt 6">
            <a:extLst>
              <a:ext uri="{FF2B5EF4-FFF2-40B4-BE49-F238E27FC236}">
                <a16:creationId xmlns:a16="http://schemas.microsoft.com/office/drawing/2014/main" id="{156CA116-0F6E-4EE9-B34F-03BA07161A7A}"/>
              </a:ext>
            </a:extLst>
          </p:cNvPr>
          <p:cNvSpPr>
            <a:spLocks noGrp="1"/>
          </p:cNvSpPr>
          <p:nvPr>
            <p:ph type="dgm" sz="quarter" idx="15" hasCustomPrompt="1"/>
          </p:nvPr>
        </p:nvSpPr>
        <p:spPr>
          <a:xfrm>
            <a:off x="838200" y="2136776"/>
            <a:ext cx="10515600" cy="3697645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Cliquez sur l’icône pour ajouter un graphique SmartArt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fr-FR" noProof="0"/>
              <a:t>CLIQUEZ ICI POUR MODIFIER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7E085D26-FA83-4414-959E-98936A772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20XX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FB52E93-DE4C-4341-8D83-F0230E38B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Pitch Deck</a:t>
            </a:r>
          </a:p>
        </p:txBody>
      </p: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66988B2D-0240-4256-8268-4B9FF1E72363}"/>
              </a:ext>
            </a:extLst>
          </p:cNvPr>
          <p:cNvCxnSpPr>
            <a:cxnSpLocks/>
          </p:cNvCxnSpPr>
          <p:nvPr/>
        </p:nvCxnSpPr>
        <p:spPr>
          <a:xfrm flipV="1">
            <a:off x="0" y="0"/>
            <a:ext cx="2590800" cy="7620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eur droit 11">
            <a:extLst>
              <a:ext uri="{FF2B5EF4-FFF2-40B4-BE49-F238E27FC236}">
                <a16:creationId xmlns:a16="http://schemas.microsoft.com/office/drawing/2014/main" id="{D8EEAAE1-3D04-41C3-B2D2-B3BEF34C3B27}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704850" cy="1027906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AC467230-4A0F-4B18-8BA9-C3B2FDD59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35431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positive équipe 4 personne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fr-FR" noProof="0"/>
              <a:t>CLIQUEZ ICI POUR MODIFIER LE STYLE DU TITRE</a:t>
            </a:r>
          </a:p>
        </p:txBody>
      </p:sp>
      <p:sp>
        <p:nvSpPr>
          <p:cNvPr id="11" name="Espace réservé d’image 10">
            <a:extLst>
              <a:ext uri="{FF2B5EF4-FFF2-40B4-BE49-F238E27FC236}">
                <a16:creationId xmlns:a16="http://schemas.microsoft.com/office/drawing/2014/main" id="{B0BDE76A-30A6-4268-9656-28A484C3DCC9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487181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Cliquez sur l’icône pour ajouter une image</a:t>
            </a:r>
          </a:p>
        </p:txBody>
      </p:sp>
      <p:sp>
        <p:nvSpPr>
          <p:cNvPr id="17" name="Espace réservé d’image 10">
            <a:extLst>
              <a:ext uri="{FF2B5EF4-FFF2-40B4-BE49-F238E27FC236}">
                <a16:creationId xmlns:a16="http://schemas.microsoft.com/office/drawing/2014/main" id="{C4CA5C9C-91D5-44B1-A82A-A49732B4691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836914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Cliquez sur l’icône pour ajouter une image</a:t>
            </a:r>
          </a:p>
        </p:txBody>
      </p:sp>
      <p:sp>
        <p:nvSpPr>
          <p:cNvPr id="18" name="Espace réservé d’image 10">
            <a:extLst>
              <a:ext uri="{FF2B5EF4-FFF2-40B4-BE49-F238E27FC236}">
                <a16:creationId xmlns:a16="http://schemas.microsoft.com/office/drawing/2014/main" id="{4EBC7D6F-397D-4C5A-AA62-F683F88531A2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327578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 rtlCol="0">
            <a:normAutofit/>
          </a:bodyPr>
          <a:lstStyle>
            <a:lvl1pPr marL="0" indent="0">
              <a:buNone/>
              <a:defRPr sz="1400"/>
            </a:lvl1pPr>
            <a:lvl2pPr marL="45720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</a:lstStyle>
          <a:p>
            <a:pPr lvl="0" rtl="0"/>
            <a:r>
              <a:rPr lang="fr-FR" noProof="0"/>
              <a:t>Cliquez sur l’icône pour ajouter une image</a:t>
            </a:r>
          </a:p>
        </p:txBody>
      </p:sp>
      <p:sp>
        <p:nvSpPr>
          <p:cNvPr id="19" name="Espace réservé d’image 10">
            <a:extLst>
              <a:ext uri="{FF2B5EF4-FFF2-40B4-BE49-F238E27FC236}">
                <a16:creationId xmlns:a16="http://schemas.microsoft.com/office/drawing/2014/main" id="{92E6B581-A522-4758-A9A4-8B9C7B860CF2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747458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Cliquez sur l’icône pour ajouter une image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343248" y="5084524"/>
            <a:ext cx="2123743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23" name="Espace réservé du texte 2">
            <a:extLst>
              <a:ext uri="{FF2B5EF4-FFF2-40B4-BE49-F238E27FC236}">
                <a16:creationId xmlns:a16="http://schemas.microsoft.com/office/drawing/2014/main" id="{572D0301-10F1-41B4-BEF8-C53FA4D66214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3692980" y="5099206"/>
            <a:ext cx="2135755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24" name="Espace réservé du texte 2">
            <a:extLst>
              <a:ext uri="{FF2B5EF4-FFF2-40B4-BE49-F238E27FC236}">
                <a16:creationId xmlns:a16="http://schemas.microsoft.com/office/drawing/2014/main" id="{E767B9DE-7410-43CC-90CF-52D67EF03D4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183644" y="5099206"/>
            <a:ext cx="2123743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25" name="Espace réservé du texte 2">
            <a:extLst>
              <a:ext uri="{FF2B5EF4-FFF2-40B4-BE49-F238E27FC236}">
                <a16:creationId xmlns:a16="http://schemas.microsoft.com/office/drawing/2014/main" id="{E13DFE1F-4534-4828-990E-B052F51FC65C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603525" y="5084524"/>
            <a:ext cx="2123742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26" name="Espace réservé du texte 2">
            <a:extLst>
              <a:ext uri="{FF2B5EF4-FFF2-40B4-BE49-F238E27FC236}">
                <a16:creationId xmlns:a16="http://schemas.microsoft.com/office/drawing/2014/main" id="{A02C0876-23F7-41FA-9AC9-721097D1A3CD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1487181" y="5464114"/>
            <a:ext cx="1845511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27" name="Espace réservé du texte 2">
            <a:extLst>
              <a:ext uri="{FF2B5EF4-FFF2-40B4-BE49-F238E27FC236}">
                <a16:creationId xmlns:a16="http://schemas.microsoft.com/office/drawing/2014/main" id="{7ADEB263-F204-4A78-A5E0-7361EFE0B92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3836913" y="5478796"/>
            <a:ext cx="1855949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28" name="Espace réservé du texte 2">
            <a:extLst>
              <a:ext uri="{FF2B5EF4-FFF2-40B4-BE49-F238E27FC236}">
                <a16:creationId xmlns:a16="http://schemas.microsoft.com/office/drawing/2014/main" id="{103678F5-B025-46E2-BD45-E77861487165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327577" y="5478796"/>
            <a:ext cx="1845511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29" name="Espace réservé du texte 2">
            <a:extLst>
              <a:ext uri="{FF2B5EF4-FFF2-40B4-BE49-F238E27FC236}">
                <a16:creationId xmlns:a16="http://schemas.microsoft.com/office/drawing/2014/main" id="{7E3F385B-4DD9-4F3C-A02B-179B9FA61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747458" y="5464114"/>
            <a:ext cx="184551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20XX</a:t>
            </a:r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Pitch Deck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fr-FR" noProof="0" smtClean="0"/>
              <a:t>‹N°›</a:t>
            </a:fld>
            <a:endParaRPr lang="fr-FR" noProof="0"/>
          </a:p>
        </p:txBody>
      </p: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4E4B72DA-52CB-4D39-A342-8857B4D959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 flipV="1">
            <a:off x="7334250" y="0"/>
            <a:ext cx="4857750" cy="762000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eur droit 14">
            <a:extLst>
              <a:ext uri="{FF2B5EF4-FFF2-40B4-BE49-F238E27FC236}">
                <a16:creationId xmlns:a16="http://schemas.microsoft.com/office/drawing/2014/main" id="{21D9BCDA-DFB7-41A4-A7C7-CEE86CEDCB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487150" y="0"/>
            <a:ext cx="704850" cy="1724025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23728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936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positive équipe 8 personnes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fr-FR" noProof="0"/>
              <a:t>CLIQUEZ ICI POUR MODIFIER LE STYLE DU TITRE</a:t>
            </a:r>
          </a:p>
        </p:txBody>
      </p:sp>
      <p:sp>
        <p:nvSpPr>
          <p:cNvPr id="11" name="Espace réservé d’image 10">
            <a:extLst>
              <a:ext uri="{FF2B5EF4-FFF2-40B4-BE49-F238E27FC236}">
                <a16:creationId xmlns:a16="http://schemas.microsoft.com/office/drawing/2014/main" id="{B0BDE76A-30A6-4268-9656-28A484C3DCC9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877176" y="2428875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Cliquez sur l’icône pour ajouter une image</a:t>
            </a:r>
          </a:p>
        </p:txBody>
      </p:sp>
      <p:sp>
        <p:nvSpPr>
          <p:cNvPr id="17" name="Espace réservé d’image 10">
            <a:extLst>
              <a:ext uri="{FF2B5EF4-FFF2-40B4-BE49-F238E27FC236}">
                <a16:creationId xmlns:a16="http://schemas.microsoft.com/office/drawing/2014/main" id="{C4CA5C9C-91D5-44B1-A82A-A49732B4691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226270" y="2428875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Cliquez sur l’icône pour ajouter une image</a:t>
            </a:r>
          </a:p>
        </p:txBody>
      </p:sp>
      <p:sp>
        <p:nvSpPr>
          <p:cNvPr id="18" name="Espace réservé d’image 10">
            <a:extLst>
              <a:ext uri="{FF2B5EF4-FFF2-40B4-BE49-F238E27FC236}">
                <a16:creationId xmlns:a16="http://schemas.microsoft.com/office/drawing/2014/main" id="{4EBC7D6F-397D-4C5A-AA62-F683F88531A2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716934" y="2428875"/>
            <a:ext cx="1066800" cy="1066800"/>
          </a:xfrm>
          <a:solidFill>
            <a:schemeClr val="tx1"/>
          </a:solidFill>
        </p:spPr>
        <p:txBody>
          <a:bodyPr rtlCol="0">
            <a:noAutofit/>
          </a:bodyPr>
          <a:lstStyle>
            <a:lvl1pPr marL="0" indent="0" algn="l"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2pPr>
          </a:lstStyle>
          <a:p>
            <a:pPr lvl="0" rtl="0"/>
            <a:r>
              <a:rPr lang="fr-FR" noProof="0"/>
              <a:t>Cliquez sur l’icône pour ajouter une image</a:t>
            </a:r>
          </a:p>
        </p:txBody>
      </p:sp>
      <p:sp>
        <p:nvSpPr>
          <p:cNvPr id="19" name="Espace réservé d’image 10">
            <a:extLst>
              <a:ext uri="{FF2B5EF4-FFF2-40B4-BE49-F238E27FC236}">
                <a16:creationId xmlns:a16="http://schemas.microsoft.com/office/drawing/2014/main" id="{92E6B581-A522-4758-A9A4-8B9C7B860CF2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9136814" y="2428875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Cliquez sur l’icône pour ajouter une image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500168" y="3654378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26" name="Espace réservé du texte 2">
            <a:extLst>
              <a:ext uri="{FF2B5EF4-FFF2-40B4-BE49-F238E27FC236}">
                <a16:creationId xmlns:a16="http://schemas.microsoft.com/office/drawing/2014/main" id="{A02C0876-23F7-41FA-9AC9-721097D1A3CD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1390120" y="3782039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23" name="Espace réservé du texte 2">
            <a:extLst>
              <a:ext uri="{FF2B5EF4-FFF2-40B4-BE49-F238E27FC236}">
                <a16:creationId xmlns:a16="http://schemas.microsoft.com/office/drawing/2014/main" id="{572D0301-10F1-41B4-BEF8-C53FA4D66214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3849262" y="3669060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27" name="Espace réservé du texte 2">
            <a:extLst>
              <a:ext uri="{FF2B5EF4-FFF2-40B4-BE49-F238E27FC236}">
                <a16:creationId xmlns:a16="http://schemas.microsoft.com/office/drawing/2014/main" id="{7ADEB263-F204-4A78-A5E0-7361EFE0B92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3739214" y="3796721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24" name="Espace réservé du texte 2">
            <a:extLst>
              <a:ext uri="{FF2B5EF4-FFF2-40B4-BE49-F238E27FC236}">
                <a16:creationId xmlns:a16="http://schemas.microsoft.com/office/drawing/2014/main" id="{E767B9DE-7410-43CC-90CF-52D67EF03D4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339926" y="3669060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28" name="Espace réservé du texte 2">
            <a:extLst>
              <a:ext uri="{FF2B5EF4-FFF2-40B4-BE49-F238E27FC236}">
                <a16:creationId xmlns:a16="http://schemas.microsoft.com/office/drawing/2014/main" id="{103678F5-B025-46E2-BD45-E77861487165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217963" y="3796721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25" name="Espace réservé du texte 2">
            <a:extLst>
              <a:ext uri="{FF2B5EF4-FFF2-40B4-BE49-F238E27FC236}">
                <a16:creationId xmlns:a16="http://schemas.microsoft.com/office/drawing/2014/main" id="{E13DFE1F-4534-4828-990E-B052F51FC65C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759806" y="3654378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29" name="Espace réservé du texte 2">
            <a:extLst>
              <a:ext uri="{FF2B5EF4-FFF2-40B4-BE49-F238E27FC236}">
                <a16:creationId xmlns:a16="http://schemas.microsoft.com/office/drawing/2014/main" id="{7E3F385B-4DD9-4F3C-A02B-179B9FA61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634432" y="3782039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55" name="Espace réservé d’image 10">
            <a:extLst>
              <a:ext uri="{FF2B5EF4-FFF2-40B4-BE49-F238E27FC236}">
                <a16:creationId xmlns:a16="http://schemas.microsoft.com/office/drawing/2014/main" id="{1EBAEB1D-A7F9-4F90-B642-4277D3802BAB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1877176" y="4287711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Cliquez sur l’icône pour ajouter une image</a:t>
            </a:r>
          </a:p>
        </p:txBody>
      </p:sp>
      <p:sp>
        <p:nvSpPr>
          <p:cNvPr id="56" name="Espace réservé d’image 10">
            <a:extLst>
              <a:ext uri="{FF2B5EF4-FFF2-40B4-BE49-F238E27FC236}">
                <a16:creationId xmlns:a16="http://schemas.microsoft.com/office/drawing/2014/main" id="{9461A69E-14C8-4325-89AF-D4257C1C05BA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4226270" y="4287711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Cliquez sur l’icône pour ajouter une image</a:t>
            </a:r>
          </a:p>
        </p:txBody>
      </p:sp>
      <p:sp>
        <p:nvSpPr>
          <p:cNvPr id="57" name="Espace réservé d’image 10">
            <a:extLst>
              <a:ext uri="{FF2B5EF4-FFF2-40B4-BE49-F238E27FC236}">
                <a16:creationId xmlns:a16="http://schemas.microsoft.com/office/drawing/2014/main" id="{0FB38616-82FB-4DAD-A82E-3777ACB41148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6716934" y="4287711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2pPr>
          </a:lstStyle>
          <a:p>
            <a:pPr lvl="0" rtl="0"/>
            <a:r>
              <a:rPr lang="fr-FR" noProof="0"/>
              <a:t>Cliquez sur l’icône pour ajouter une image</a:t>
            </a:r>
          </a:p>
        </p:txBody>
      </p:sp>
      <p:sp>
        <p:nvSpPr>
          <p:cNvPr id="58" name="Espace réservé d’image 10">
            <a:extLst>
              <a:ext uri="{FF2B5EF4-FFF2-40B4-BE49-F238E27FC236}">
                <a16:creationId xmlns:a16="http://schemas.microsoft.com/office/drawing/2014/main" id="{622ED9F4-EB9B-4588-8501-BFECB846EE73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9136814" y="4287711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Cliquez sur l’icône pour ajouter une image</a:t>
            </a:r>
          </a:p>
        </p:txBody>
      </p:sp>
      <p:sp>
        <p:nvSpPr>
          <p:cNvPr id="54" name="Espace réservé du texte 2">
            <a:extLst>
              <a:ext uri="{FF2B5EF4-FFF2-40B4-BE49-F238E27FC236}">
                <a16:creationId xmlns:a16="http://schemas.microsoft.com/office/drawing/2014/main" id="{22930C5B-603C-494E-A467-8B394D01D406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1500168" y="5513214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62" name="Espace réservé du texte 2">
            <a:extLst>
              <a:ext uri="{FF2B5EF4-FFF2-40B4-BE49-F238E27FC236}">
                <a16:creationId xmlns:a16="http://schemas.microsoft.com/office/drawing/2014/main" id="{540C455F-A23B-493F-B95E-AB485D91DA6A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1390120" y="5640875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59" name="Espace réservé du texte 2">
            <a:extLst>
              <a:ext uri="{FF2B5EF4-FFF2-40B4-BE49-F238E27FC236}">
                <a16:creationId xmlns:a16="http://schemas.microsoft.com/office/drawing/2014/main" id="{6D1C374C-DAF7-40EF-B279-4EC7A2AFE6A2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3849262" y="5527896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63" name="Espace réservé du texte 2">
            <a:extLst>
              <a:ext uri="{FF2B5EF4-FFF2-40B4-BE49-F238E27FC236}">
                <a16:creationId xmlns:a16="http://schemas.microsoft.com/office/drawing/2014/main" id="{421FF438-E4E8-4643-BCB3-4A1C12429042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3739214" y="5655557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60" name="Espace réservé du texte 2">
            <a:extLst>
              <a:ext uri="{FF2B5EF4-FFF2-40B4-BE49-F238E27FC236}">
                <a16:creationId xmlns:a16="http://schemas.microsoft.com/office/drawing/2014/main" id="{D4FEDD19-A7BA-45BB-93A0-F1E896C9F26D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339926" y="5527896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64" name="Espace réservé du texte 2">
            <a:extLst>
              <a:ext uri="{FF2B5EF4-FFF2-40B4-BE49-F238E27FC236}">
                <a16:creationId xmlns:a16="http://schemas.microsoft.com/office/drawing/2014/main" id="{A12F0175-7AEE-46B1-9590-D4A427680DC7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6229878" y="5655557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61" name="Espace réservé du texte 2">
            <a:extLst>
              <a:ext uri="{FF2B5EF4-FFF2-40B4-BE49-F238E27FC236}">
                <a16:creationId xmlns:a16="http://schemas.microsoft.com/office/drawing/2014/main" id="{5026D39F-46AB-4680-9A52-F367344A3531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8759806" y="5513214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65" name="Espace réservé du texte 2">
            <a:extLst>
              <a:ext uri="{FF2B5EF4-FFF2-40B4-BE49-F238E27FC236}">
                <a16:creationId xmlns:a16="http://schemas.microsoft.com/office/drawing/2014/main" id="{04E11FE2-6320-4E8C-A5B3-8104AF329ADA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8634432" y="5640875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pPr rtl="0"/>
            <a:r>
              <a:rPr lang="fr-FR" noProof="0"/>
              <a:t>20XX</a:t>
            </a:r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pPr rtl="0"/>
            <a:r>
              <a:rPr lang="fr-FR" noProof="0"/>
              <a:t>Pitch Deck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pPr rtl="0"/>
            <a:fld id="{B5CEABB6-07DC-46E8-9B57-56EC44A396E5}" type="slidenum">
              <a:rPr lang="fr-FR" noProof="0" smtClean="0"/>
              <a:t>‹N°›</a:t>
            </a:fld>
            <a:endParaRPr lang="fr-FR" noProof="0"/>
          </a:p>
        </p:txBody>
      </p:sp>
      <p:pic>
        <p:nvPicPr>
          <p:cNvPr id="13" name="Graphisme 12">
            <a:extLst>
              <a:ext uri="{FF2B5EF4-FFF2-40B4-BE49-F238E27FC236}">
                <a16:creationId xmlns:a16="http://schemas.microsoft.com/office/drawing/2014/main" id="{B0DFD584-E5CF-41EF-B51E-679CE22DDF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473953"/>
            <a:ext cx="2057400" cy="1647825"/>
          </a:xfrm>
          <a:prstGeom prst="rect">
            <a:avLst/>
          </a:prstGeom>
        </p:spPr>
      </p:pic>
      <p:pic>
        <p:nvPicPr>
          <p:cNvPr id="14" name="Graphisme 13">
            <a:extLst>
              <a:ext uri="{FF2B5EF4-FFF2-40B4-BE49-F238E27FC236}">
                <a16:creationId xmlns:a16="http://schemas.microsoft.com/office/drawing/2014/main" id="{E5C02DDF-25A6-42C7-9525-F279CE209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049000" y="5180889"/>
            <a:ext cx="11430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909553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 Contenu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fr-FR" noProof="0"/>
              <a:t>CLIQUEZ ICI POUR MODIFIER LE STYLE DU TITRE</a:t>
            </a:r>
          </a:p>
        </p:txBody>
      </p:sp>
      <p:sp>
        <p:nvSpPr>
          <p:cNvPr id="11" name="Espace réservé du contenu 10">
            <a:extLst>
              <a:ext uri="{FF2B5EF4-FFF2-40B4-BE49-F238E27FC236}">
                <a16:creationId xmlns:a16="http://schemas.microsoft.com/office/drawing/2014/main" id="{ADC2540D-94C4-405B-8607-0CEDD6F54B9C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1075447" y="2370670"/>
            <a:ext cx="1856232" cy="1664208"/>
          </a:xfrm>
        </p:spPr>
        <p:txBody>
          <a:bodyPr rtlCol="0"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 rtl="0"/>
            <a:r>
              <a:rPr lang="fr-FR" noProof="0"/>
              <a:t>Cliquez ici pour ajouter du contenu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8200" y="3788813"/>
            <a:ext cx="2330726" cy="804859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#</a:t>
            </a:r>
          </a:p>
        </p:txBody>
      </p:sp>
      <p:sp>
        <p:nvSpPr>
          <p:cNvPr id="17" name="Espace réservé du texte 2">
            <a:extLst>
              <a:ext uri="{FF2B5EF4-FFF2-40B4-BE49-F238E27FC236}">
                <a16:creationId xmlns:a16="http://schemas.microsoft.com/office/drawing/2014/main" id="{E43D2F47-FAF2-42C2-967D-251DD4B940D7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38200" y="4464810"/>
            <a:ext cx="2330726" cy="438505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838200" y="5120722"/>
            <a:ext cx="2330726" cy="853167"/>
          </a:xfrm>
        </p:spPr>
        <p:txBody>
          <a:bodyPr lIns="0" rIns="0"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 rtl="0"/>
            <a:r>
              <a:rPr lang="fr-FR" noProof="0"/>
              <a:t>Modifiez les styles du texte</a:t>
            </a:r>
          </a:p>
        </p:txBody>
      </p:sp>
      <p:sp>
        <p:nvSpPr>
          <p:cNvPr id="24" name="Espace réservé du contenu 10">
            <a:extLst>
              <a:ext uri="{FF2B5EF4-FFF2-40B4-BE49-F238E27FC236}">
                <a16:creationId xmlns:a16="http://schemas.microsoft.com/office/drawing/2014/main" id="{11C6EC54-ADFA-4CFF-9E9B-DC7E96C854C2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805651" y="2370670"/>
            <a:ext cx="1856232" cy="1664208"/>
          </a:xfrm>
        </p:spPr>
        <p:txBody>
          <a:bodyPr rtlCol="0"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 rtl="0"/>
            <a:r>
              <a:rPr lang="fr-FR" noProof="0"/>
              <a:t>Cliquez ici pour ajouter du contenu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3562665" y="3788813"/>
            <a:ext cx="2342205" cy="804859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#</a:t>
            </a:r>
          </a:p>
        </p:txBody>
      </p:sp>
      <p:sp>
        <p:nvSpPr>
          <p:cNvPr id="18" name="Espace réservé du texte 4">
            <a:extLst>
              <a:ext uri="{FF2B5EF4-FFF2-40B4-BE49-F238E27FC236}">
                <a16:creationId xmlns:a16="http://schemas.microsoft.com/office/drawing/2014/main" id="{3322C250-87FC-4F14-A42C-FFDA120D0D6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562665" y="4464810"/>
            <a:ext cx="2342205" cy="438505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fr-FR" noProof="0"/>
              <a:t>CLIQUEZ ICI POUR MODIFIER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3562665" y="5120722"/>
            <a:ext cx="2342205" cy="853167"/>
          </a:xfrm>
        </p:spPr>
        <p:txBody>
          <a:bodyPr lIns="0" rIns="0"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 rtl="0"/>
            <a:r>
              <a:rPr lang="fr-FR" noProof="0"/>
              <a:t>Modifiez les styles du texte</a:t>
            </a:r>
          </a:p>
        </p:txBody>
      </p:sp>
      <p:sp>
        <p:nvSpPr>
          <p:cNvPr id="25" name="Espace réservé du contenu 10">
            <a:extLst>
              <a:ext uri="{FF2B5EF4-FFF2-40B4-BE49-F238E27FC236}">
                <a16:creationId xmlns:a16="http://schemas.microsoft.com/office/drawing/2014/main" id="{1B6DD41C-FCE2-4AC6-A235-2FF1B905DAAD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6530117" y="2370670"/>
            <a:ext cx="1856232" cy="1664208"/>
          </a:xfrm>
        </p:spPr>
        <p:txBody>
          <a:bodyPr rtlCol="0"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 rtl="0"/>
            <a:r>
              <a:rPr lang="fr-FR" noProof="0"/>
              <a:t>Cliquez ici pour ajouter du contenu</a:t>
            </a:r>
          </a:p>
        </p:txBody>
      </p:sp>
      <p:sp>
        <p:nvSpPr>
          <p:cNvPr id="21" name="Espace réservé du texte 2">
            <a:extLst>
              <a:ext uri="{FF2B5EF4-FFF2-40B4-BE49-F238E27FC236}">
                <a16:creationId xmlns:a16="http://schemas.microsoft.com/office/drawing/2014/main" id="{1F60A771-8BBC-4565-AB09-402DA7CB278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298609" y="3788813"/>
            <a:ext cx="2330726" cy="804859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#</a:t>
            </a:r>
          </a:p>
        </p:txBody>
      </p:sp>
      <p:sp>
        <p:nvSpPr>
          <p:cNvPr id="19" name="Espace réservé du texte 2">
            <a:extLst>
              <a:ext uri="{FF2B5EF4-FFF2-40B4-BE49-F238E27FC236}">
                <a16:creationId xmlns:a16="http://schemas.microsoft.com/office/drawing/2014/main" id="{D3C675D6-83FA-4036-B516-098EDCAF2506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298609" y="4464810"/>
            <a:ext cx="2330726" cy="438505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22" name="Espace réservé du contenu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6298609" y="5120722"/>
            <a:ext cx="2330726" cy="853167"/>
          </a:xfrm>
        </p:spPr>
        <p:txBody>
          <a:bodyPr lIns="0" rIns="0"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 rtl="0"/>
            <a:r>
              <a:rPr lang="fr-FR" noProof="0"/>
              <a:t>Modifiez les styles du texte</a:t>
            </a:r>
          </a:p>
        </p:txBody>
      </p:sp>
      <p:sp>
        <p:nvSpPr>
          <p:cNvPr id="26" name="Espace réservé du contenu 10">
            <a:extLst>
              <a:ext uri="{FF2B5EF4-FFF2-40B4-BE49-F238E27FC236}">
                <a16:creationId xmlns:a16="http://schemas.microsoft.com/office/drawing/2014/main" id="{CEB4C3DB-E51E-4479-90C2-DFE5DB4B2482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9260321" y="2370670"/>
            <a:ext cx="1856232" cy="1664208"/>
          </a:xfrm>
        </p:spPr>
        <p:txBody>
          <a:bodyPr rtlCol="0"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 rtl="0"/>
            <a:r>
              <a:rPr lang="fr-FR" noProof="0"/>
              <a:t>Cliquez ici pour ajouter du contenu</a:t>
            </a:r>
          </a:p>
        </p:txBody>
      </p:sp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84A1E92D-A5BF-4268-BFF3-1418A1F03589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9023074" y="3788457"/>
            <a:ext cx="2330726" cy="804859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#</a:t>
            </a:r>
          </a:p>
        </p:txBody>
      </p:sp>
      <p:sp>
        <p:nvSpPr>
          <p:cNvPr id="23" name="Espace réservé du texte 2">
            <a:extLst>
              <a:ext uri="{FF2B5EF4-FFF2-40B4-BE49-F238E27FC236}">
                <a16:creationId xmlns:a16="http://schemas.microsoft.com/office/drawing/2014/main" id="{B6439AAC-8A96-4015-8A87-ED8DF7027B60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9023074" y="4464454"/>
            <a:ext cx="2330726" cy="438505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cxnSp>
        <p:nvCxnSpPr>
          <p:cNvPr id="16" name="Connecteur droit 15">
            <a:extLst>
              <a:ext uri="{FF2B5EF4-FFF2-40B4-BE49-F238E27FC236}">
                <a16:creationId xmlns:a16="http://schemas.microsoft.com/office/drawing/2014/main" id="{463D7850-C2A6-43CE-BBE4-8E81A0A593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1238250" cy="1328057"/>
          </a:xfrm>
          <a:prstGeom prst="line">
            <a:avLst/>
          </a:prstGeom>
          <a:ln w="31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eur droit 19">
            <a:extLst>
              <a:ext uri="{FF2B5EF4-FFF2-40B4-BE49-F238E27FC236}">
                <a16:creationId xmlns:a16="http://schemas.microsoft.com/office/drawing/2014/main" id="{EBAD3E03-2E3B-440C-9105-6F9D33006D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3790950" cy="892177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Espace réservé du contenu 3">
            <a:extLst>
              <a:ext uri="{FF2B5EF4-FFF2-40B4-BE49-F238E27FC236}">
                <a16:creationId xmlns:a16="http://schemas.microsoft.com/office/drawing/2014/main" id="{492F9083-A886-4EEB-94D6-1FAE6DC33000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9023074" y="5120366"/>
            <a:ext cx="2330726" cy="853167"/>
          </a:xfrm>
        </p:spPr>
        <p:txBody>
          <a:bodyPr lIns="0" rIns="0"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 rtl="0"/>
            <a:r>
              <a:rPr lang="fr-FR" noProof="0"/>
              <a:t>Modifiez les styles du texte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20XX</a:t>
            </a:r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Pitch Deck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3866963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ynthè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76875" y="1671639"/>
            <a:ext cx="5111750" cy="1204912"/>
          </a:xfrm>
        </p:spPr>
        <p:txBody>
          <a:bodyPr rtlCol="0" anchor="b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fr-FR" noProof="0"/>
              <a:t>CLIQUEZ POUR MODIFIER LE STYLE DU TITRE DU MASQUE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2FD4279-EA62-4397-878A-73F4948DB17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476875" y="3682546"/>
            <a:ext cx="5111750" cy="1525588"/>
          </a:xfrm>
        </p:spPr>
        <p:txBody>
          <a:bodyPr rtlCol="0" anchor="b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fr-FR" noProof="0"/>
              <a:t>Modifiez les styles du texte</a:t>
            </a:r>
          </a:p>
        </p:txBody>
      </p: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D87F08D6-2CA7-4A5A-BE34-07113DCA535D}"/>
              </a:ext>
            </a:extLst>
          </p:cNvPr>
          <p:cNvCxnSpPr>
            <a:cxnSpLocks/>
          </p:cNvCxnSpPr>
          <p:nvPr/>
        </p:nvCxnSpPr>
        <p:spPr>
          <a:xfrm flipH="1" flipV="1">
            <a:off x="0" y="876300"/>
            <a:ext cx="4762500" cy="1628775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eur droit 11">
            <a:extLst>
              <a:ext uri="{FF2B5EF4-FFF2-40B4-BE49-F238E27FC236}">
                <a16:creationId xmlns:a16="http://schemas.microsoft.com/office/drawing/2014/main" id="{A768C87F-B9C3-4DFF-8454-F3F52CE4346B}"/>
              </a:ext>
            </a:extLst>
          </p:cNvPr>
          <p:cNvCxnSpPr>
            <a:cxnSpLocks/>
          </p:cNvCxnSpPr>
          <p:nvPr/>
        </p:nvCxnSpPr>
        <p:spPr>
          <a:xfrm flipH="1" flipV="1">
            <a:off x="2638425" y="0"/>
            <a:ext cx="2124076" cy="5186363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Espace réservé de la date 6">
            <a:extLst>
              <a:ext uri="{FF2B5EF4-FFF2-40B4-BE49-F238E27FC236}">
                <a16:creationId xmlns:a16="http://schemas.microsoft.com/office/drawing/2014/main" id="{71F34533-9677-48AF-9374-976825F4BB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20XX</a:t>
            </a:r>
          </a:p>
        </p:txBody>
      </p:sp>
      <p:sp>
        <p:nvSpPr>
          <p:cNvPr id="22" name="Espace réservé du pied de page 7">
            <a:extLst>
              <a:ext uri="{FF2B5EF4-FFF2-40B4-BE49-F238E27FC236}">
                <a16:creationId xmlns:a16="http://schemas.microsoft.com/office/drawing/2014/main" id="{4FAB8A26-B99E-4F96-8327-A932A14F2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Pitch Deck</a:t>
            </a:r>
          </a:p>
        </p:txBody>
      </p:sp>
      <p:sp>
        <p:nvSpPr>
          <p:cNvPr id="24" name="Espace réservé du numéro de diapositive 8">
            <a:extLst>
              <a:ext uri="{FF2B5EF4-FFF2-40B4-BE49-F238E27FC236}">
                <a16:creationId xmlns:a16="http://schemas.microsoft.com/office/drawing/2014/main" id="{EB0962D2-BCC3-48AB-A769-2A7327D29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6163167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0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nclusio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267200" y="1615736"/>
            <a:ext cx="4179570" cy="1524735"/>
          </a:xfrm>
        </p:spPr>
        <p:txBody>
          <a:bodyPr rtlCol="0" anchor="b">
            <a:noAutofit/>
          </a:bodyPr>
          <a:lstStyle>
            <a:lvl1pPr algn="l">
              <a:defRPr sz="32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CLIQUEZ POUR MODIFIER LE STYLE DU TITRE DU MASQUE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67200" y="3238103"/>
            <a:ext cx="4179570" cy="2004161"/>
          </a:xfrm>
        </p:spPr>
        <p:txBody>
          <a:bodyPr rtlCol="0">
            <a:normAutofit/>
          </a:bodyPr>
          <a:lstStyle>
            <a:lvl1pPr marL="0" indent="0" algn="l">
              <a:lnSpc>
                <a:spcPct val="15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fr-FR" noProof="0"/>
              <a:t>Modifiez le style des sous-titres du masque</a:t>
            </a:r>
          </a:p>
        </p:txBody>
      </p:sp>
      <p:pic>
        <p:nvPicPr>
          <p:cNvPr id="6" name="Graphisme 5">
            <a:extLst>
              <a:ext uri="{FF2B5EF4-FFF2-40B4-BE49-F238E27FC236}">
                <a16:creationId xmlns:a16="http://schemas.microsoft.com/office/drawing/2014/main" id="{ED3361C9-310A-4255-A94E-B77588962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3176938" cy="6858000"/>
          </a:xfrm>
          <a:prstGeom prst="rect">
            <a:avLst/>
          </a:prstGeom>
        </p:spPr>
      </p:pic>
      <p:sp>
        <p:nvSpPr>
          <p:cNvPr id="9" name="Espace réservé de la date 6">
            <a:extLst>
              <a:ext uri="{FF2B5EF4-FFF2-40B4-BE49-F238E27FC236}">
                <a16:creationId xmlns:a16="http://schemas.microsoft.com/office/drawing/2014/main" id="{BF358517-D7B7-40D0-A9D0-B650C80898A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267200" y="6356350"/>
            <a:ext cx="1774371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20XX</a:t>
            </a:r>
          </a:p>
        </p:txBody>
      </p:sp>
      <p:sp>
        <p:nvSpPr>
          <p:cNvPr id="10" name="Espace réservé du pied de page 7">
            <a:extLst>
              <a:ext uri="{FF2B5EF4-FFF2-40B4-BE49-F238E27FC236}">
                <a16:creationId xmlns:a16="http://schemas.microsoft.com/office/drawing/2014/main" id="{6026D44C-0B39-4DE1-A0FC-5615DDAAE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79721" y="6356350"/>
            <a:ext cx="2661557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Pitch Deck</a:t>
            </a:r>
          </a:p>
        </p:txBody>
      </p:sp>
      <p:sp>
        <p:nvSpPr>
          <p:cNvPr id="11" name="Espace réservé du numéro de diapositive 8">
            <a:extLst>
              <a:ext uri="{FF2B5EF4-FFF2-40B4-BE49-F238E27FC236}">
                <a16:creationId xmlns:a16="http://schemas.microsoft.com/office/drawing/2014/main" id="{0F8222B4-B618-42C4-8BDB-D2E4DF2F2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293551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8F4C17E5-24ED-44BC-BA50-02EF9035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833D101-3AF0-4F06-90ED-B83615C36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fr-FR" noProof="0"/>
              <a:t>Modifiez les styles du texte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2AE9FDE-AF95-49F8-A927-35A23C9E65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r>
              <a:rPr lang="fr-FR" noProof="0"/>
              <a:t>20XX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C2E900D-8FF9-4E80-860D-89C2D3B4E4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r>
              <a:rPr lang="fr-FR" noProof="0"/>
              <a:t>Pitch Deck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1A66A0C-1415-46A3-A1FF-BE18C70873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B5CEABB6-07DC-46E8-9B57-56EC44A396E5}" type="slidenum">
              <a:rPr lang="fr-FR" noProof="0" smtClean="0"/>
              <a:pPr rtl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9284521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70" r:id="rId3"/>
    <p:sldLayoutId id="2147483688" r:id="rId4"/>
    <p:sldLayoutId id="2147483694" r:id="rId5"/>
    <p:sldLayoutId id="2147483697" r:id="rId6"/>
    <p:sldLayoutId id="2147483673" r:id="rId7"/>
    <p:sldLayoutId id="2147483676" r:id="rId8"/>
    <p:sldLayoutId id="2147483672" r:id="rId9"/>
    <p:sldLayoutId id="2147483699" r:id="rId10"/>
    <p:sldLayoutId id="2147483671" r:id="rId11"/>
    <p:sldLayoutId id="2147483700" r:id="rId12"/>
    <p:sldLayoutId id="2147483692" r:id="rId13"/>
    <p:sldLayoutId id="2147483681" r:id="rId14"/>
    <p:sldLayoutId id="2147483674" r:id="rId15"/>
    <p:sldLayoutId id="2147483675" r:id="rId16"/>
    <p:sldLayoutId id="2147483696" r:id="rId17"/>
    <p:sldLayoutId id="2147483677" r:id="rId18"/>
    <p:sldLayoutId id="2147483678" r:id="rId19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cap="all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16815C6-3AD0-46E6-A74A-1967BD91AF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16040" y="4434840"/>
            <a:ext cx="4941771" cy="1122202"/>
          </a:xfrm>
        </p:spPr>
        <p:txBody>
          <a:bodyPr rtlCol="0"/>
          <a:lstStyle/>
          <a:p>
            <a:pPr rtl="0"/>
            <a:r>
              <a:rPr lang="fr-FR" b="1" dirty="0"/>
              <a:t>rapport mensuel des actions marketing</a:t>
            </a:r>
            <a:endParaRPr lang="fr-FR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901B20D-4C28-4DA3-ABBD-718C22A5E5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16041" y="5586890"/>
            <a:ext cx="4941770" cy="396660"/>
          </a:xfrm>
        </p:spPr>
        <p:txBody>
          <a:bodyPr rtlCol="0"/>
          <a:lstStyle/>
          <a:p>
            <a:pPr rtl="0"/>
            <a:r>
              <a:rPr lang="fr-FR" dirty="0"/>
              <a:t>Zied Belhocine</a:t>
            </a:r>
          </a:p>
        </p:txBody>
      </p:sp>
      <p:pic>
        <p:nvPicPr>
          <p:cNvPr id="7" name="Image 6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2838F9F2-4DA9-9E4B-C123-DC6A8FC324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94093" y="6206721"/>
            <a:ext cx="1127436" cy="422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24253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28F602C-7F98-4C02-99D4-ED65E00D6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04448" y="6492875"/>
            <a:ext cx="987552" cy="365125"/>
          </a:xfrm>
        </p:spPr>
        <p:txBody>
          <a:bodyPr rtlCol="0"/>
          <a:lstStyle/>
          <a:p>
            <a:pPr rtl="0"/>
            <a:fld id="{19B51A1E-902D-48AF-9020-955120F399B6}" type="slidenum">
              <a:rPr lang="fr-FR" smtClean="0"/>
              <a:pPr rtl="0"/>
              <a:t>2</a:t>
            </a:fld>
            <a:endParaRPr lang="fr-FR" dirty="0"/>
          </a:p>
        </p:txBody>
      </p:sp>
      <p:pic>
        <p:nvPicPr>
          <p:cNvPr id="9" name="Image 8" descr="Une image contenant texte, capture d’écran, ligne, Caractère coloré&#10;&#10;Le contenu généré par l’IA peut être incorrect.">
            <a:extLst>
              <a:ext uri="{FF2B5EF4-FFF2-40B4-BE49-F238E27FC236}">
                <a16:creationId xmlns:a16="http://schemas.microsoft.com/office/drawing/2014/main" id="{F58E550A-D9A8-0666-3A29-5854865597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8178" y="1298604"/>
            <a:ext cx="6126479" cy="4765040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0519737F-9D2D-31DE-5686-D6F447D5D3F5}"/>
              </a:ext>
            </a:extLst>
          </p:cNvPr>
          <p:cNvSpPr txBox="1"/>
          <p:nvPr/>
        </p:nvSpPr>
        <p:spPr>
          <a:xfrm>
            <a:off x="838200" y="2679194"/>
            <a:ext cx="402857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fr-FR" dirty="0"/>
              <a:t>L’année dernière, nous avons tourné la page du High Tech pour concentrer nos efforts sur la nourriture et les biens de consommation (juillet 2019). Cet arrêt du high tech a mécaniquement fait baisser notre chiffre total. Cependant l’évolution de la partie nourriture est très encourageante.</a:t>
            </a:r>
          </a:p>
        </p:txBody>
      </p:sp>
      <p:sp>
        <p:nvSpPr>
          <p:cNvPr id="12" name="Titre 1">
            <a:extLst>
              <a:ext uri="{FF2B5EF4-FFF2-40B4-BE49-F238E27FC236}">
                <a16:creationId xmlns:a16="http://schemas.microsoft.com/office/drawing/2014/main" id="{F8A892BB-5431-CA08-0719-4F1CA5524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FR" dirty="0"/>
              <a:t>Évolution du chiffre d’affaires au cours des 12 derniers mois par catégorie</a:t>
            </a:r>
          </a:p>
        </p:txBody>
      </p:sp>
      <p:pic>
        <p:nvPicPr>
          <p:cNvPr id="13" name="Image 12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12BCD33F-C23C-C272-322D-3BD4DEA0E0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94093" y="6206721"/>
            <a:ext cx="1127436" cy="422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30422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28F602C-7F98-4C02-99D4-ED65E00D6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04448" y="6492875"/>
            <a:ext cx="987552" cy="365125"/>
          </a:xfrm>
        </p:spPr>
        <p:txBody>
          <a:bodyPr rtlCol="0"/>
          <a:lstStyle/>
          <a:p>
            <a:pPr rtl="0"/>
            <a:fld id="{19B51A1E-902D-48AF-9020-955120F399B6}" type="slidenum">
              <a:rPr lang="fr-FR" smtClean="0"/>
              <a:pPr rtl="0"/>
              <a:t>3</a:t>
            </a:fld>
            <a:endParaRPr lang="fr-FR" dirty="0"/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2415FE7D-904B-B539-B403-F92F79825E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4592" y="1767115"/>
            <a:ext cx="5819501" cy="4526279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E503D5C8-EABC-8DB3-766D-2D8D43C29F2E}"/>
              </a:ext>
            </a:extLst>
          </p:cNvPr>
          <p:cNvSpPr txBox="1"/>
          <p:nvPr/>
        </p:nvSpPr>
        <p:spPr>
          <a:xfrm>
            <a:off x="724989" y="3014593"/>
            <a:ext cx="400376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fr-FR" dirty="0"/>
              <a:t>La conséquence de cela a été une forte augmentation du nombre de visites et de ventes dès cette transition (juillet 2019). Le nombre de visite augmente d’ailleurs de manière exponentielle (presque +150k entre janvier et février ~ +30% ).</a:t>
            </a:r>
          </a:p>
        </p:txBody>
      </p:sp>
      <p:sp>
        <p:nvSpPr>
          <p:cNvPr id="5" name="Titre 1">
            <a:extLst>
              <a:ext uri="{FF2B5EF4-FFF2-40B4-BE49-F238E27FC236}">
                <a16:creationId xmlns:a16="http://schemas.microsoft.com/office/drawing/2014/main" id="{4F487A6A-202B-34F2-3157-3A0DB7CFF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FR" dirty="0"/>
              <a:t>Évolution du nombre de ventes et de visites sur le site au cours des 12 derniers mois</a:t>
            </a:r>
          </a:p>
        </p:txBody>
      </p:sp>
      <p:pic>
        <p:nvPicPr>
          <p:cNvPr id="6" name="Image 5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0512DA33-A46C-9CBD-2F91-B8108D6CF2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94093" y="6206721"/>
            <a:ext cx="1127436" cy="422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37450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28F602C-7F98-4C02-99D4-ED65E00D6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04448" y="6492875"/>
            <a:ext cx="987552" cy="365125"/>
          </a:xfrm>
        </p:spPr>
        <p:txBody>
          <a:bodyPr rtlCol="0"/>
          <a:lstStyle/>
          <a:p>
            <a:pPr rtl="0"/>
            <a:fld id="{19B51A1E-902D-48AF-9020-955120F399B6}" type="slidenum">
              <a:rPr lang="fr-FR" smtClean="0"/>
              <a:pPr rtl="0"/>
              <a:t>4</a:t>
            </a:fld>
            <a:endParaRPr lang="fr-FR" dirty="0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E91176A3-5CA2-CCD2-8A6A-6351999522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6152" y="1626327"/>
            <a:ext cx="5946688" cy="4464894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5F2CDB22-66E5-2C01-0C7C-51F41FB5CFD6}"/>
              </a:ext>
            </a:extLst>
          </p:cNvPr>
          <p:cNvSpPr txBox="1"/>
          <p:nvPr/>
        </p:nvSpPr>
        <p:spPr>
          <a:xfrm>
            <a:off x="957942" y="2704612"/>
            <a:ext cx="396675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fr-FR" dirty="0"/>
              <a:t>Cela a eu un impact fort sur le taux de conversion qui est divisé par deux entre juillet et février (0,10 à 0,05). Néanmoins, il y a une tendance de stabilisation sur les deux derniers mois et décroit moins rapidement que le taux de conversion augmente, c’est bon signe.</a:t>
            </a:r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82AF1DA3-8DEB-180C-05DF-BBE028A18A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FR" dirty="0"/>
              <a:t>Évolution du taux de conversion au cours des 12 derniers mois</a:t>
            </a:r>
          </a:p>
        </p:txBody>
      </p:sp>
      <p:pic>
        <p:nvPicPr>
          <p:cNvPr id="7" name="Image 6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9439E07F-D4F2-2CBD-3578-0B61A7D1B6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94093" y="6206721"/>
            <a:ext cx="1127436" cy="422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81715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28F602C-7F98-4C02-99D4-ED65E00D6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04448" y="6492875"/>
            <a:ext cx="987552" cy="365125"/>
          </a:xfrm>
        </p:spPr>
        <p:txBody>
          <a:bodyPr rtlCol="0"/>
          <a:lstStyle/>
          <a:p>
            <a:pPr rtl="0"/>
            <a:fld id="{19B51A1E-902D-48AF-9020-955120F399B6}" type="slidenum">
              <a:rPr lang="fr-FR" smtClean="0"/>
              <a:pPr rtl="0"/>
              <a:t>5</a:t>
            </a:fld>
            <a:endParaRPr lang="fr-FR" dirty="0"/>
          </a:p>
        </p:txBody>
      </p:sp>
      <p:pic>
        <p:nvPicPr>
          <p:cNvPr id="2" name="Image 1" descr="Une image contenant texte, diagramme, capture d’écran, Rectangle&#10;&#10;Le contenu généré par l’IA peut être incorrect.">
            <a:extLst>
              <a:ext uri="{FF2B5EF4-FFF2-40B4-BE49-F238E27FC236}">
                <a16:creationId xmlns:a16="http://schemas.microsoft.com/office/drawing/2014/main" id="{2CFC9D1A-A636-6112-F50A-51C38D5FEE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2864" y="1859339"/>
            <a:ext cx="5711584" cy="4442344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EF0CD643-2533-5CD6-2446-CB3E7AD4785B}"/>
              </a:ext>
            </a:extLst>
          </p:cNvPr>
          <p:cNvSpPr txBox="1"/>
          <p:nvPr/>
        </p:nvSpPr>
        <p:spPr>
          <a:xfrm>
            <a:off x="838200" y="3069772"/>
            <a:ext cx="434775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fr-FR" dirty="0"/>
              <a:t>On constate par ailleurs que ce changement de stratégie entraine des changements de comportements chez nos clients. Ceux-ci ont des profils beaucoup plus variés. Ils sont notamment beaucoup plus nombreux à passer moins de 6 minutes pour faire leurs achats.</a:t>
            </a:r>
          </a:p>
        </p:txBody>
      </p:sp>
      <p:sp>
        <p:nvSpPr>
          <p:cNvPr id="5" name="Titre 1">
            <a:extLst>
              <a:ext uri="{FF2B5EF4-FFF2-40B4-BE49-F238E27FC236}">
                <a16:creationId xmlns:a16="http://schemas.microsoft.com/office/drawing/2014/main" id="{B638DCEF-0E7B-FF5A-E4B0-9C14906D47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FR" dirty="0"/>
              <a:t>Évolution de la variabilité du temps passé sur le site au cours des 12 derniers mois</a:t>
            </a:r>
          </a:p>
        </p:txBody>
      </p:sp>
      <p:pic>
        <p:nvPicPr>
          <p:cNvPr id="6" name="Image 5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4F138E42-FF66-5DDF-93AB-626C58984D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94093" y="6206721"/>
            <a:ext cx="1127436" cy="422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33625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28F602C-7F98-4C02-99D4-ED65E00D6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04448" y="6492875"/>
            <a:ext cx="987552" cy="365125"/>
          </a:xfrm>
        </p:spPr>
        <p:txBody>
          <a:bodyPr rtlCol="0"/>
          <a:lstStyle/>
          <a:p>
            <a:pPr rtl="0"/>
            <a:fld id="{19B51A1E-902D-48AF-9020-955120F399B6}" type="slidenum">
              <a:rPr lang="fr-FR" smtClean="0"/>
              <a:pPr rtl="0"/>
              <a:t>6</a:t>
            </a:fld>
            <a:endParaRPr lang="fr-FR" dirty="0"/>
          </a:p>
        </p:txBody>
      </p:sp>
      <p:pic>
        <p:nvPicPr>
          <p:cNvPr id="5" name="Image 4" descr="Une image contenant capture d’écran, visualisation&#10;&#10;Le contenu généré par l’IA peut être incorrect.">
            <a:extLst>
              <a:ext uri="{FF2B5EF4-FFF2-40B4-BE49-F238E27FC236}">
                <a16:creationId xmlns:a16="http://schemas.microsoft.com/office/drawing/2014/main" id="{29786476-4BDF-EE96-67CE-9A1137BB4B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7130" y="1690688"/>
            <a:ext cx="5677968" cy="4416198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672B12A8-6C11-5AE7-B843-F4233C2A8988}"/>
              </a:ext>
            </a:extLst>
          </p:cNvPr>
          <p:cNvSpPr txBox="1"/>
          <p:nvPr/>
        </p:nvSpPr>
        <p:spPr>
          <a:xfrm>
            <a:off x="790776" y="2953012"/>
            <a:ext cx="457635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fr-FR" dirty="0"/>
              <a:t>On peut voir ici que plus ils passent de temps sur notre site, plus ils vont avoir un panier élevé. Ma proposition est donc simple et consiste à inciter nos clients à passer plus de temps pour faire leurs achats (donc dépenser plus) tout en améliorant notre taux de conversion grâce au flux exponentiel de visiteurs. </a:t>
            </a:r>
          </a:p>
        </p:txBody>
      </p:sp>
      <p:sp>
        <p:nvSpPr>
          <p:cNvPr id="7" name="Titre 1">
            <a:extLst>
              <a:ext uri="{FF2B5EF4-FFF2-40B4-BE49-F238E27FC236}">
                <a16:creationId xmlns:a16="http://schemas.microsoft.com/office/drawing/2014/main" id="{9B346097-CD60-B70F-E35D-83B3B4CC33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FR" dirty="0"/>
              <a:t>Comparaison entre le temps passé sur le site et le panier moyen</a:t>
            </a: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A4C1BADD-9F05-A50E-1952-FF83019CB9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94093" y="6206721"/>
            <a:ext cx="1127436" cy="422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01504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CCAEE93-8585-46D4-A7EC-F184E317CB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67200" y="1615736"/>
            <a:ext cx="4179570" cy="1524735"/>
          </a:xfrm>
        </p:spPr>
        <p:txBody>
          <a:bodyPr rtlCol="0"/>
          <a:lstStyle/>
          <a:p>
            <a:pPr rtl="0"/>
            <a:r>
              <a:rPr lang="fr-FR" dirty="0"/>
              <a:t>MERCI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4AFFC60-19C3-4901-93F7-7AAF4C09F8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67200" y="3238103"/>
            <a:ext cx="4179570" cy="2004161"/>
          </a:xfrm>
        </p:spPr>
        <p:txBody>
          <a:bodyPr rtlCol="0">
            <a:normAutofit/>
          </a:bodyPr>
          <a:lstStyle/>
          <a:p>
            <a:pPr rtl="0"/>
            <a:r>
              <a:rPr lang="fr-FR" dirty="0"/>
              <a:t>Zied Belhocine</a:t>
            </a:r>
          </a:p>
          <a:p>
            <a:pPr rtl="0"/>
            <a:r>
              <a:rPr lang="fr-FR" dirty="0"/>
              <a:t>+33 6 12 34 56 78</a:t>
            </a:r>
          </a:p>
          <a:p>
            <a:pPr rtl="0"/>
            <a:r>
              <a:rPr lang="fr-FR" dirty="0"/>
              <a:t>ziedb@legrandmarche.com</a:t>
            </a:r>
          </a:p>
          <a:p>
            <a:pPr rtl="0"/>
            <a:r>
              <a:rPr lang="fr-FR" dirty="0"/>
              <a:t>www.legrandmarche.com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EDCFF82-B70F-4971-9182-7C3AEA3CF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 rtlCol="0"/>
          <a:lstStyle/>
          <a:p>
            <a:pPr rtl="0"/>
            <a:fld id="{B5CEABB6-07DC-46E8-9B57-56EC44A396E5}" type="slidenum">
              <a:rPr lang="fr-FR" smtClean="0"/>
              <a:pPr rtl="0"/>
              <a:t>7</a:t>
            </a:fld>
            <a:endParaRPr lang="fr-FR"/>
          </a:p>
        </p:txBody>
      </p:sp>
      <p:pic>
        <p:nvPicPr>
          <p:cNvPr id="7" name="Image 6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2DAFD555-2984-F033-E4A1-79B51714A7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94093" y="6206721"/>
            <a:ext cx="1127436" cy="422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6493926"/>
      </p:ext>
    </p:extLst>
  </p:cSld>
  <p:clrMapOvr>
    <a:masterClrMapping/>
  </p:clrMapOvr>
</p:sld>
</file>

<file path=ppt/theme/theme1.xml><?xml version="1.0" encoding="utf-8"?>
<a:theme xmlns:a="http://schemas.openxmlformats.org/drawingml/2006/main" name="Monoligne">
  <a:themeElements>
    <a:clrScheme name="Custom 167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FBF4EF"/>
      </a:accent1>
      <a:accent2>
        <a:srgbClr val="F7F6F3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56">
      <a:majorFont>
        <a:latin typeface="Tenorite"/>
        <a:ea typeface=""/>
        <a:cs typeface=""/>
      </a:majorFont>
      <a:minorFont>
        <a:latin typeface="Tenorit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53329035_TF56180624_Win32" id="{86818CA5-A7A1-4A11-825D-121ACC2F2553}" vid="{B15E7544-D123-4273-B0AB-D8F961E44E29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0" ma:contentTypeDescription="Create a new document." ma:contentTypeScope="" ma:versionID="1267097ee5f5874adfcc408041ae252e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95891a93df65b14727750f2c06c306c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4:TaxCatchAll" minOccurs="0"/>
                <xsd:element ref="ns2:ImageTagsTaxHTField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42BC90D6-94CF-42F7-AAC4-9CF6824C54D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4CF2EF3-001F-4BE9-81B3-86ECBBF9425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F97B18F-50BC-4F30-8373-93489E845F83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Argumentaire de vente clair et minimaliste</Template>
  <TotalTime>82</TotalTime>
  <Words>361</Words>
  <Application>Microsoft Office PowerPoint</Application>
  <PresentationFormat>Grand écran</PresentationFormat>
  <Paragraphs>30</Paragraphs>
  <Slides>7</Slides>
  <Notes>7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1" baseType="lpstr">
      <vt:lpstr>Arial</vt:lpstr>
      <vt:lpstr>Calibri</vt:lpstr>
      <vt:lpstr>Tenorite</vt:lpstr>
      <vt:lpstr>Monoligne</vt:lpstr>
      <vt:lpstr>rapport mensuel des actions marketing</vt:lpstr>
      <vt:lpstr>Évolution du chiffre d’affaires au cours des 12 derniers mois par catégorie</vt:lpstr>
      <vt:lpstr>Évolution du nombre de ventes et de visites sur le site au cours des 12 derniers mois</vt:lpstr>
      <vt:lpstr>Évolution du taux de conversion au cours des 12 derniers mois</vt:lpstr>
      <vt:lpstr>Évolution de la variabilité du temps passé sur le site au cours des 12 derniers mois</vt:lpstr>
      <vt:lpstr>Comparaison entre le temps passé sur le site et le panier moyen</vt:lpstr>
      <vt:lpstr>MERCI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Zied Belhocine</dc:creator>
  <cp:lastModifiedBy>Zied Belhocine</cp:lastModifiedBy>
  <cp:revision>1</cp:revision>
  <dcterms:created xsi:type="dcterms:W3CDTF">2026-01-08T10:01:40Z</dcterms:created>
  <dcterms:modified xsi:type="dcterms:W3CDTF">2026-01-08T11:24:49Z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