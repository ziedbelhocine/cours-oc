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slideLayouts/slideLayout12.xml" ContentType="application/vnd.openxmlformats-officedocument.presentationml.slideLayout+xml"/>
  <Override PartName="/ppt/theme/theme12.xml" ContentType="application/vnd.openxmlformats-officedocument.theme+xml"/>
  <Override PartName="/ppt/slideLayouts/slideLayout13.xml" ContentType="application/vnd.openxmlformats-officedocument.presentationml.slideLayout+xml"/>
  <Override PartName="/ppt/theme/theme13.xml" ContentType="application/vnd.openxmlformats-officedocument.theme+xml"/>
  <Override PartName="/ppt/slideLayouts/slideLayout14.xml" ContentType="application/vnd.openxmlformats-officedocument.presentationml.slideLayout+xml"/>
  <Override PartName="/ppt/theme/theme14.xml" ContentType="application/vnd.openxmlformats-officedocument.theme+xml"/>
  <Override PartName="/ppt/slideLayouts/slideLayout15.xml" ContentType="application/vnd.openxmlformats-officedocument.presentationml.slideLayout+xml"/>
  <Override PartName="/ppt/theme/theme15.xml" ContentType="application/vnd.openxmlformats-officedocument.theme+xml"/>
  <Override PartName="/ppt/slideLayouts/slideLayout16.xml" ContentType="application/vnd.openxmlformats-officedocument.presentationml.slideLayout+xml"/>
  <Override PartName="/ppt/theme/theme16.xml" ContentType="application/vnd.openxmlformats-officedocument.theme+xml"/>
  <Override PartName="/ppt/slideLayouts/slideLayout17.xml" ContentType="application/vnd.openxmlformats-officedocument.presentationml.slideLayout+xml"/>
  <Override PartName="/ppt/theme/theme17.xml" ContentType="application/vnd.openxmlformats-officedocument.theme+xml"/>
  <Override PartName="/ppt/slideLayouts/slideLayout18.xml" ContentType="application/vnd.openxmlformats-officedocument.presentationml.slideLayout+xml"/>
  <Override PartName="/ppt/theme/theme18.xml" ContentType="application/vnd.openxmlformats-officedocument.theme+xml"/>
  <Override PartName="/ppt/slideLayouts/slideLayout19.xml" ContentType="application/vnd.openxmlformats-officedocument.presentationml.slideLayout+xml"/>
  <Override PartName="/ppt/theme/theme19.xml" ContentType="application/vnd.openxmlformats-officedocument.theme+xml"/>
  <Override PartName="/ppt/slideLayouts/slideLayout20.xml" ContentType="application/vnd.openxmlformats-officedocument.presentationml.slideLayout+xml"/>
  <Override PartName="/ppt/theme/theme20.xml" ContentType="application/vnd.openxmlformats-officedocument.theme+xml"/>
  <Override PartName="/ppt/slideLayouts/slideLayout21.xml" ContentType="application/vnd.openxmlformats-officedocument.presentationml.slideLayout+xml"/>
  <Override PartName="/ppt/theme/theme21.xml" ContentType="application/vnd.openxmlformats-officedocument.theme+xml"/>
  <Override PartName="/ppt/slideLayouts/slideLayout22.xml" ContentType="application/vnd.openxmlformats-officedocument.presentationml.slideLayout+xml"/>
  <Override PartName="/ppt/theme/theme22.xml" ContentType="application/vnd.openxmlformats-officedocument.theme+xml"/>
  <Override PartName="/ppt/slideLayouts/slideLayout23.xml" ContentType="application/vnd.openxmlformats-officedocument.presentationml.slideLayout+xml"/>
  <Override PartName="/ppt/theme/theme23.xml" ContentType="application/vnd.openxmlformats-officedocument.theme+xml"/>
  <Override PartName="/ppt/slideLayouts/slideLayout24.xml" ContentType="application/vnd.openxmlformats-officedocument.presentationml.slideLayout+xml"/>
  <Override PartName="/ppt/theme/theme24.xml" ContentType="application/vnd.openxmlformats-officedocument.theme+xml"/>
  <Override PartName="/ppt/slideLayouts/slideLayout25.xml" ContentType="application/vnd.openxmlformats-officedocument.presentationml.slideLayout+xml"/>
  <Override PartName="/ppt/theme/theme25.xml" ContentType="application/vnd.openxmlformats-officedocument.theme+xml"/>
  <Override PartName="/ppt/slideLayouts/slideLayout26.xml" ContentType="application/vnd.openxmlformats-officedocument.presentationml.slideLayout+xml"/>
  <Override PartName="/ppt/theme/theme26.xml" ContentType="application/vnd.openxmlformats-officedocument.theme+xml"/>
  <Override PartName="/ppt/slideLayouts/slideLayout27.xml" ContentType="application/vnd.openxmlformats-officedocument.presentationml.slideLayout+xml"/>
  <Override PartName="/ppt/theme/theme27.xml" ContentType="application/vnd.openxmlformats-officedocument.theme+xml"/>
  <Override PartName="/ppt/slideLayouts/slideLayout28.xml" ContentType="application/vnd.openxmlformats-officedocument.presentationml.slideLayout+xml"/>
  <Override PartName="/ppt/theme/theme28.xml" ContentType="application/vnd.openxmlformats-officedocument.theme+xml"/>
  <Override PartName="/ppt/theme/theme2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 id="2147483700" r:id="rId25"/>
    <p:sldMasterId id="2147483702" r:id="rId26"/>
    <p:sldMasterId id="2147483704" r:id="rId27"/>
    <p:sldMasterId id="2147483706" r:id="rId28"/>
  </p:sldMasterIdLst>
  <p:notesMasterIdLst>
    <p:notesMasterId r:id="rId58"/>
  </p:notesMasterIdLst>
  <p:sldIdLst>
    <p:sldId id="256" r:id="rId29"/>
    <p:sldId id="257" r:id="rId30"/>
    <p:sldId id="259" r:id="rId31"/>
    <p:sldId id="294" r:id="rId32"/>
    <p:sldId id="260" r:id="rId33"/>
    <p:sldId id="278" r:id="rId34"/>
    <p:sldId id="279" r:id="rId35"/>
    <p:sldId id="280" r:id="rId36"/>
    <p:sldId id="282" r:id="rId37"/>
    <p:sldId id="301" r:id="rId38"/>
    <p:sldId id="287" r:id="rId39"/>
    <p:sldId id="281" r:id="rId40"/>
    <p:sldId id="288" r:id="rId41"/>
    <p:sldId id="289" r:id="rId42"/>
    <p:sldId id="291" r:id="rId43"/>
    <p:sldId id="290" r:id="rId44"/>
    <p:sldId id="283" r:id="rId45"/>
    <p:sldId id="292" r:id="rId46"/>
    <p:sldId id="295" r:id="rId47"/>
    <p:sldId id="284" r:id="rId48"/>
    <p:sldId id="296" r:id="rId49"/>
    <p:sldId id="298" r:id="rId50"/>
    <p:sldId id="299" r:id="rId51"/>
    <p:sldId id="300" r:id="rId52"/>
    <p:sldId id="303" r:id="rId53"/>
    <p:sldId id="304" r:id="rId54"/>
    <p:sldId id="285" r:id="rId55"/>
    <p:sldId id="302" r:id="rId56"/>
    <p:sldId id="277" r:id="rId57"/>
  </p:sldIdLst>
  <p:sldSz cx="9144000" cy="51435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54" autoAdjust="0"/>
    <p:restoredTop sz="64100" autoAdjust="0"/>
  </p:normalViewPr>
  <p:slideViewPr>
    <p:cSldViewPr snapToGrid="0">
      <p:cViewPr varScale="1">
        <p:scale>
          <a:sx n="131" d="100"/>
          <a:sy n="131" d="100"/>
        </p:scale>
        <p:origin x="256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Master" Target="slideMasters/slideMaster13.xml"/><Relationship Id="rId18" Type="http://schemas.openxmlformats.org/officeDocument/2006/relationships/slideMaster" Target="slideMasters/slideMaster18.xml"/><Relationship Id="rId26" Type="http://schemas.openxmlformats.org/officeDocument/2006/relationships/slideMaster" Target="slideMasters/slideMaster26.xml"/><Relationship Id="rId39" Type="http://schemas.openxmlformats.org/officeDocument/2006/relationships/slide" Target="slides/slide11.xml"/><Relationship Id="rId21" Type="http://schemas.openxmlformats.org/officeDocument/2006/relationships/slideMaster" Target="slideMasters/slideMaster21.xml"/><Relationship Id="rId34" Type="http://schemas.openxmlformats.org/officeDocument/2006/relationships/slide" Target="slides/slide6.xml"/><Relationship Id="rId42" Type="http://schemas.openxmlformats.org/officeDocument/2006/relationships/slide" Target="slides/slide14.xml"/><Relationship Id="rId47" Type="http://schemas.openxmlformats.org/officeDocument/2006/relationships/slide" Target="slides/slide19.xml"/><Relationship Id="rId50" Type="http://schemas.openxmlformats.org/officeDocument/2006/relationships/slide" Target="slides/slide22.xml"/><Relationship Id="rId55" Type="http://schemas.openxmlformats.org/officeDocument/2006/relationships/slide" Target="slides/slide27.xml"/><Relationship Id="rId63" Type="http://schemas.microsoft.com/office/2016/11/relationships/changesInfo" Target="changesInfos/changesInfo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Master" Target="slideMasters/slideMaster16.xml"/><Relationship Id="rId29" Type="http://schemas.openxmlformats.org/officeDocument/2006/relationships/slide" Target="slides/slide1.xml"/><Relationship Id="rId11" Type="http://schemas.openxmlformats.org/officeDocument/2006/relationships/slideMaster" Target="slideMasters/slideMaster11.xml"/><Relationship Id="rId24" Type="http://schemas.openxmlformats.org/officeDocument/2006/relationships/slideMaster" Target="slideMasters/slideMaster24.xml"/><Relationship Id="rId32" Type="http://schemas.openxmlformats.org/officeDocument/2006/relationships/slide" Target="slides/slide4.xml"/><Relationship Id="rId37" Type="http://schemas.openxmlformats.org/officeDocument/2006/relationships/slide" Target="slides/slide9.xml"/><Relationship Id="rId40" Type="http://schemas.openxmlformats.org/officeDocument/2006/relationships/slide" Target="slides/slide12.xml"/><Relationship Id="rId45" Type="http://schemas.openxmlformats.org/officeDocument/2006/relationships/slide" Target="slides/slide17.xml"/><Relationship Id="rId53" Type="http://schemas.openxmlformats.org/officeDocument/2006/relationships/slide" Target="slides/slide25.xml"/><Relationship Id="rId58" Type="http://schemas.openxmlformats.org/officeDocument/2006/relationships/notesMaster" Target="notesMasters/notesMaster1.xml"/><Relationship Id="rId5" Type="http://schemas.openxmlformats.org/officeDocument/2006/relationships/slideMaster" Target="slideMasters/slideMaster5.xml"/><Relationship Id="rId61" Type="http://schemas.openxmlformats.org/officeDocument/2006/relationships/theme" Target="theme/theme1.xml"/><Relationship Id="rId19" Type="http://schemas.openxmlformats.org/officeDocument/2006/relationships/slideMaster" Target="slideMasters/slideMaster19.xml"/><Relationship Id="rId14" Type="http://schemas.openxmlformats.org/officeDocument/2006/relationships/slideMaster" Target="slideMasters/slideMaster14.xml"/><Relationship Id="rId22" Type="http://schemas.openxmlformats.org/officeDocument/2006/relationships/slideMaster" Target="slideMasters/slideMaster22.xml"/><Relationship Id="rId27" Type="http://schemas.openxmlformats.org/officeDocument/2006/relationships/slideMaster" Target="slideMasters/slideMaster27.xml"/><Relationship Id="rId30" Type="http://schemas.openxmlformats.org/officeDocument/2006/relationships/slide" Target="slides/slide2.xml"/><Relationship Id="rId35" Type="http://schemas.openxmlformats.org/officeDocument/2006/relationships/slide" Target="slides/slide7.xml"/><Relationship Id="rId43" Type="http://schemas.openxmlformats.org/officeDocument/2006/relationships/slide" Target="slides/slide15.xml"/><Relationship Id="rId48" Type="http://schemas.openxmlformats.org/officeDocument/2006/relationships/slide" Target="slides/slide20.xml"/><Relationship Id="rId56" Type="http://schemas.openxmlformats.org/officeDocument/2006/relationships/slide" Target="slides/slide28.xml"/><Relationship Id="rId8" Type="http://schemas.openxmlformats.org/officeDocument/2006/relationships/slideMaster" Target="slideMasters/slideMaster8.xml"/><Relationship Id="rId51" Type="http://schemas.openxmlformats.org/officeDocument/2006/relationships/slide" Target="slides/slide23.xml"/><Relationship Id="rId3" Type="http://schemas.openxmlformats.org/officeDocument/2006/relationships/slideMaster" Target="slideMasters/slideMaster3.xml"/><Relationship Id="rId12" Type="http://schemas.openxmlformats.org/officeDocument/2006/relationships/slideMaster" Target="slideMasters/slideMaster12.xml"/><Relationship Id="rId17" Type="http://schemas.openxmlformats.org/officeDocument/2006/relationships/slideMaster" Target="slideMasters/slideMaster17.xml"/><Relationship Id="rId25" Type="http://schemas.openxmlformats.org/officeDocument/2006/relationships/slideMaster" Target="slideMasters/slideMaster25.xml"/><Relationship Id="rId33" Type="http://schemas.openxmlformats.org/officeDocument/2006/relationships/slide" Target="slides/slide5.xml"/><Relationship Id="rId38" Type="http://schemas.openxmlformats.org/officeDocument/2006/relationships/slide" Target="slides/slide10.xml"/><Relationship Id="rId46" Type="http://schemas.openxmlformats.org/officeDocument/2006/relationships/slide" Target="slides/slide18.xml"/><Relationship Id="rId59" Type="http://schemas.openxmlformats.org/officeDocument/2006/relationships/presProps" Target="presProps.xml"/><Relationship Id="rId20" Type="http://schemas.openxmlformats.org/officeDocument/2006/relationships/slideMaster" Target="slideMasters/slideMaster20.xml"/><Relationship Id="rId41" Type="http://schemas.openxmlformats.org/officeDocument/2006/relationships/slide" Target="slides/slide13.xml"/><Relationship Id="rId54" Type="http://schemas.openxmlformats.org/officeDocument/2006/relationships/slide" Target="slides/slide26.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Master" Target="slideMasters/slideMaster15.xml"/><Relationship Id="rId23" Type="http://schemas.openxmlformats.org/officeDocument/2006/relationships/slideMaster" Target="slideMasters/slideMaster23.xml"/><Relationship Id="rId28" Type="http://schemas.openxmlformats.org/officeDocument/2006/relationships/slideMaster" Target="slideMasters/slideMaster28.xml"/><Relationship Id="rId36" Type="http://schemas.openxmlformats.org/officeDocument/2006/relationships/slide" Target="slides/slide8.xml"/><Relationship Id="rId49" Type="http://schemas.openxmlformats.org/officeDocument/2006/relationships/slide" Target="slides/slide21.xml"/><Relationship Id="rId57" Type="http://schemas.openxmlformats.org/officeDocument/2006/relationships/slide" Target="slides/slide29.xml"/><Relationship Id="rId10" Type="http://schemas.openxmlformats.org/officeDocument/2006/relationships/slideMaster" Target="slideMasters/slideMaster10.xml"/><Relationship Id="rId31" Type="http://schemas.openxmlformats.org/officeDocument/2006/relationships/slide" Target="slides/slide3.xml"/><Relationship Id="rId44" Type="http://schemas.openxmlformats.org/officeDocument/2006/relationships/slide" Target="slides/slide16.xml"/><Relationship Id="rId52" Type="http://schemas.openxmlformats.org/officeDocument/2006/relationships/slide" Target="slides/slide24.xml"/><Relationship Id="rId60"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Master" Target="slideMasters/slideMaster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ied Belhocine" userId="200cc0e2b299676e" providerId="LiveId" clId="{22B37D25-ED5E-4AD8-BD0F-D2E8EC8FD874}"/>
    <pc:docChg chg="undo custSel addSld delSld modSld sldOrd delMainMaster">
      <pc:chgData name="Zied Belhocine" userId="200cc0e2b299676e" providerId="LiveId" clId="{22B37D25-ED5E-4AD8-BD0F-D2E8EC8FD874}" dt="2026-04-30T11:28:19.691" v="2028" actId="1076"/>
      <pc:docMkLst>
        <pc:docMk/>
      </pc:docMkLst>
      <pc:sldChg chg="addSp delSp modSp mod">
        <pc:chgData name="Zied Belhocine" userId="200cc0e2b299676e" providerId="LiveId" clId="{22B37D25-ED5E-4AD8-BD0F-D2E8EC8FD874}" dt="2026-04-30T10:27:31.934" v="548" actId="1076"/>
        <pc:sldMkLst>
          <pc:docMk/>
          <pc:sldMk cId="0" sldId="257"/>
        </pc:sldMkLst>
        <pc:spChg chg="mod">
          <ac:chgData name="Zied Belhocine" userId="200cc0e2b299676e" providerId="LiveId" clId="{22B37D25-ED5E-4AD8-BD0F-D2E8EC8FD874}" dt="2026-04-30T08:56:46.824" v="3" actId="1076"/>
          <ac:spMkLst>
            <pc:docMk/>
            <pc:sldMk cId="0" sldId="257"/>
            <ac:spMk id="168" creationId="{00000000-0000-0000-0000-000000000000}"/>
          </ac:spMkLst>
        </pc:spChg>
        <pc:spChg chg="mod">
          <ac:chgData name="Zied Belhocine" userId="200cc0e2b299676e" providerId="LiveId" clId="{22B37D25-ED5E-4AD8-BD0F-D2E8EC8FD874}" dt="2026-04-30T10:27:31.934" v="548" actId="1076"/>
          <ac:spMkLst>
            <pc:docMk/>
            <pc:sldMk cId="0" sldId="257"/>
            <ac:spMk id="170" creationId="{00000000-0000-0000-0000-000000000000}"/>
          </ac:spMkLst>
        </pc:spChg>
        <pc:picChg chg="add mod">
          <ac:chgData name="Zied Belhocine" userId="200cc0e2b299676e" providerId="LiveId" clId="{22B37D25-ED5E-4AD8-BD0F-D2E8EC8FD874}" dt="2026-04-30T08:58:14.963" v="18" actId="1076"/>
          <ac:picMkLst>
            <pc:docMk/>
            <pc:sldMk cId="0" sldId="257"/>
            <ac:picMk id="3" creationId="{847C87EE-A3D3-4B95-AD59-C760DCABEE22}"/>
          </ac:picMkLst>
        </pc:picChg>
        <pc:picChg chg="del">
          <ac:chgData name="Zied Belhocine" userId="200cc0e2b299676e" providerId="LiveId" clId="{22B37D25-ED5E-4AD8-BD0F-D2E8EC8FD874}" dt="2026-04-30T08:56:41.335" v="0" actId="478"/>
          <ac:picMkLst>
            <pc:docMk/>
            <pc:sldMk cId="0" sldId="257"/>
            <ac:picMk id="167" creationId="{00000000-0000-0000-0000-000000000000}"/>
          </ac:picMkLst>
        </pc:picChg>
      </pc:sldChg>
      <pc:sldChg chg="addSp delSp modSp mod">
        <pc:chgData name="Zied Belhocine" userId="200cc0e2b299676e" providerId="LiveId" clId="{22B37D25-ED5E-4AD8-BD0F-D2E8EC8FD874}" dt="2026-04-30T09:05:52.619" v="94" actId="20577"/>
        <pc:sldMkLst>
          <pc:docMk/>
          <pc:sldMk cId="0" sldId="259"/>
        </pc:sldMkLst>
        <pc:spChg chg="mod">
          <ac:chgData name="Zied Belhocine" userId="200cc0e2b299676e" providerId="LiveId" clId="{22B37D25-ED5E-4AD8-BD0F-D2E8EC8FD874}" dt="2026-04-30T09:03:33.949" v="54" actId="20577"/>
          <ac:spMkLst>
            <pc:docMk/>
            <pc:sldMk cId="0" sldId="259"/>
            <ac:spMk id="176" creationId="{00000000-0000-0000-0000-000000000000}"/>
          </ac:spMkLst>
        </pc:spChg>
        <pc:spChg chg="mod">
          <ac:chgData name="Zied Belhocine" userId="200cc0e2b299676e" providerId="LiveId" clId="{22B37D25-ED5E-4AD8-BD0F-D2E8EC8FD874}" dt="2026-04-30T09:03:24.558" v="41" actId="20577"/>
          <ac:spMkLst>
            <pc:docMk/>
            <pc:sldMk cId="0" sldId="259"/>
            <ac:spMk id="181" creationId="{00000000-0000-0000-0000-000000000000}"/>
          </ac:spMkLst>
        </pc:spChg>
        <pc:spChg chg="mod">
          <ac:chgData name="Zied Belhocine" userId="200cc0e2b299676e" providerId="LiveId" clId="{22B37D25-ED5E-4AD8-BD0F-D2E8EC8FD874}" dt="2026-04-30T09:05:52.619" v="94" actId="20577"/>
          <ac:spMkLst>
            <pc:docMk/>
            <pc:sldMk cId="0" sldId="259"/>
            <ac:spMk id="182" creationId="{00000000-0000-0000-0000-000000000000}"/>
          </ac:spMkLst>
        </pc:spChg>
        <pc:spChg chg="mod">
          <ac:chgData name="Zied Belhocine" userId="200cc0e2b299676e" providerId="LiveId" clId="{22B37D25-ED5E-4AD8-BD0F-D2E8EC8FD874}" dt="2026-04-30T09:04:33.443" v="76" actId="20577"/>
          <ac:spMkLst>
            <pc:docMk/>
            <pc:sldMk cId="0" sldId="259"/>
            <ac:spMk id="183" creationId="{00000000-0000-0000-0000-000000000000}"/>
          </ac:spMkLst>
        </pc:spChg>
        <pc:picChg chg="add del">
          <ac:chgData name="Zied Belhocine" userId="200cc0e2b299676e" providerId="LiveId" clId="{22B37D25-ED5E-4AD8-BD0F-D2E8EC8FD874}" dt="2026-04-30T09:00:58.509" v="24" actId="478"/>
          <ac:picMkLst>
            <pc:docMk/>
            <pc:sldMk cId="0" sldId="259"/>
            <ac:picMk id="3" creationId="{841DE9C7-9820-ABDD-80D0-8E44FC54E320}"/>
          </ac:picMkLst>
        </pc:picChg>
        <pc:picChg chg="add del">
          <ac:chgData name="Zied Belhocine" userId="200cc0e2b299676e" providerId="LiveId" clId="{22B37D25-ED5E-4AD8-BD0F-D2E8EC8FD874}" dt="2026-04-30T09:00:57.986" v="23" actId="478"/>
          <ac:picMkLst>
            <pc:docMk/>
            <pc:sldMk cId="0" sldId="259"/>
            <ac:picMk id="5" creationId="{0120B15A-9A44-36E0-86D6-155A6D223575}"/>
          </ac:picMkLst>
        </pc:picChg>
        <pc:picChg chg="add del">
          <ac:chgData name="Zied Belhocine" userId="200cc0e2b299676e" providerId="LiveId" clId="{22B37D25-ED5E-4AD8-BD0F-D2E8EC8FD874}" dt="2026-04-30T09:00:57.521" v="22" actId="478"/>
          <ac:picMkLst>
            <pc:docMk/>
            <pc:sldMk cId="0" sldId="259"/>
            <ac:picMk id="7" creationId="{F377DF32-AC21-2E10-2B17-D97D30836518}"/>
          </ac:picMkLst>
        </pc:picChg>
        <pc:picChg chg="add del mod">
          <ac:chgData name="Zied Belhocine" userId="200cc0e2b299676e" providerId="LiveId" clId="{22B37D25-ED5E-4AD8-BD0F-D2E8EC8FD874}" dt="2026-04-30T09:05:40.369" v="83" actId="478"/>
          <ac:picMkLst>
            <pc:docMk/>
            <pc:sldMk cId="0" sldId="259"/>
            <ac:picMk id="8" creationId="{D609D617-E693-9C98-9DAE-840149B7CC67}"/>
          </ac:picMkLst>
        </pc:picChg>
        <pc:picChg chg="del">
          <ac:chgData name="Zied Belhocine" userId="200cc0e2b299676e" providerId="LiveId" clId="{22B37D25-ED5E-4AD8-BD0F-D2E8EC8FD874}" dt="2026-04-30T09:03:17.546" v="33" actId="478"/>
          <ac:picMkLst>
            <pc:docMk/>
            <pc:sldMk cId="0" sldId="259"/>
            <ac:picMk id="178" creationId="{00000000-0000-0000-0000-000000000000}"/>
          </ac:picMkLst>
        </pc:picChg>
        <pc:picChg chg="del mod">
          <ac:chgData name="Zied Belhocine" userId="200cc0e2b299676e" providerId="LiveId" clId="{22B37D25-ED5E-4AD8-BD0F-D2E8EC8FD874}" dt="2026-04-30T09:04:09.089" v="60" actId="478"/>
          <ac:picMkLst>
            <pc:docMk/>
            <pc:sldMk cId="0" sldId="259"/>
            <ac:picMk id="179" creationId="{00000000-0000-0000-0000-000000000000}"/>
          </ac:picMkLst>
        </pc:picChg>
        <pc:picChg chg="del">
          <ac:chgData name="Zied Belhocine" userId="200cc0e2b299676e" providerId="LiveId" clId="{22B37D25-ED5E-4AD8-BD0F-D2E8EC8FD874}" dt="2026-04-30T09:05:39.987" v="82" actId="478"/>
          <ac:picMkLst>
            <pc:docMk/>
            <pc:sldMk cId="0" sldId="259"/>
            <ac:picMk id="180" creationId="{00000000-0000-0000-0000-000000000000}"/>
          </ac:picMkLst>
        </pc:picChg>
        <pc:picChg chg="add mod">
          <ac:chgData name="Zied Belhocine" userId="200cc0e2b299676e" providerId="LiveId" clId="{22B37D25-ED5E-4AD8-BD0F-D2E8EC8FD874}" dt="2026-04-30T09:03:26.658" v="42" actId="1076"/>
          <ac:picMkLst>
            <pc:docMk/>
            <pc:sldMk cId="0" sldId="259"/>
            <ac:picMk id="1026" creationId="{7594A3FE-8B10-EE53-09EF-A94675BB6696}"/>
          </ac:picMkLst>
        </pc:picChg>
        <pc:picChg chg="add mod">
          <ac:chgData name="Zied Belhocine" userId="200cc0e2b299676e" providerId="LiveId" clId="{22B37D25-ED5E-4AD8-BD0F-D2E8EC8FD874}" dt="2026-04-30T09:04:28.387" v="64" actId="1076"/>
          <ac:picMkLst>
            <pc:docMk/>
            <pc:sldMk cId="0" sldId="259"/>
            <ac:picMk id="1028" creationId="{F71DEDBF-CCF7-929D-6183-21878BD0FEBB}"/>
          </ac:picMkLst>
        </pc:picChg>
        <pc:picChg chg="add mod">
          <ac:chgData name="Zied Belhocine" userId="200cc0e2b299676e" providerId="LiveId" clId="{22B37D25-ED5E-4AD8-BD0F-D2E8EC8FD874}" dt="2026-04-30T09:05:46.823" v="86" actId="1076"/>
          <ac:picMkLst>
            <pc:docMk/>
            <pc:sldMk cId="0" sldId="259"/>
            <ac:picMk id="1030" creationId="{0B212455-48FA-D31A-67F4-E0AC3D0BAE82}"/>
          </ac:picMkLst>
        </pc:picChg>
      </pc:sldChg>
      <pc:sldChg chg="addSp delSp modSp mod">
        <pc:chgData name="Zied Belhocine" userId="200cc0e2b299676e" providerId="LiveId" clId="{22B37D25-ED5E-4AD8-BD0F-D2E8EC8FD874}" dt="2026-04-30T11:07:09.320" v="1537" actId="20577"/>
        <pc:sldMkLst>
          <pc:docMk/>
          <pc:sldMk cId="0" sldId="260"/>
        </pc:sldMkLst>
        <pc:spChg chg="add mod">
          <ac:chgData name="Zied Belhocine" userId="200cc0e2b299676e" providerId="LiveId" clId="{22B37D25-ED5E-4AD8-BD0F-D2E8EC8FD874}" dt="2026-04-30T11:07:09.320" v="1537" actId="20577"/>
          <ac:spMkLst>
            <pc:docMk/>
            <pc:sldMk cId="0" sldId="260"/>
            <ac:spMk id="4" creationId="{BE53C53C-990F-A56A-71FB-0B9AAB8D4248}"/>
          </ac:spMkLst>
        </pc:spChg>
        <pc:spChg chg="mod">
          <ac:chgData name="Zied Belhocine" userId="200cc0e2b299676e" providerId="LiveId" clId="{22B37D25-ED5E-4AD8-BD0F-D2E8EC8FD874}" dt="2026-04-30T09:08:40.014" v="119" actId="1076"/>
          <ac:spMkLst>
            <pc:docMk/>
            <pc:sldMk cId="0" sldId="260"/>
            <ac:spMk id="184" creationId="{00000000-0000-0000-0000-000000000000}"/>
          </ac:spMkLst>
        </pc:spChg>
        <pc:spChg chg="del">
          <ac:chgData name="Zied Belhocine" userId="200cc0e2b299676e" providerId="LiveId" clId="{22B37D25-ED5E-4AD8-BD0F-D2E8EC8FD874}" dt="2026-04-30T09:07:46.602" v="98" actId="478"/>
          <ac:spMkLst>
            <pc:docMk/>
            <pc:sldMk cId="0" sldId="260"/>
            <ac:spMk id="185" creationId="{00000000-0000-0000-0000-000000000000}"/>
          </ac:spMkLst>
        </pc:spChg>
        <pc:spChg chg="del">
          <ac:chgData name="Zied Belhocine" userId="200cc0e2b299676e" providerId="LiveId" clId="{22B37D25-ED5E-4AD8-BD0F-D2E8EC8FD874}" dt="2026-04-30T09:14:12.626" v="226" actId="478"/>
          <ac:spMkLst>
            <pc:docMk/>
            <pc:sldMk cId="0" sldId="260"/>
            <ac:spMk id="186" creationId="{00000000-0000-0000-0000-000000000000}"/>
          </ac:spMkLst>
        </pc:spChg>
        <pc:picChg chg="add mod">
          <ac:chgData name="Zied Belhocine" userId="200cc0e2b299676e" providerId="LiveId" clId="{22B37D25-ED5E-4AD8-BD0F-D2E8EC8FD874}" dt="2026-04-30T11:05:11.207" v="1482" actId="1076"/>
          <ac:picMkLst>
            <pc:docMk/>
            <pc:sldMk cId="0" sldId="260"/>
            <ac:picMk id="3" creationId="{E91C7E76-CD70-A0E4-7801-F15F0D62827E}"/>
          </ac:picMkLst>
        </pc:picChg>
        <pc:picChg chg="del mod">
          <ac:chgData name="Zied Belhocine" userId="200cc0e2b299676e" providerId="LiveId" clId="{22B37D25-ED5E-4AD8-BD0F-D2E8EC8FD874}" dt="2026-04-30T09:07:43.895" v="97" actId="478"/>
          <ac:picMkLst>
            <pc:docMk/>
            <pc:sldMk cId="0" sldId="260"/>
            <ac:picMk id="188" creationId="{00000000-0000-0000-0000-000000000000}"/>
          </ac:picMkLst>
        </pc:picChg>
        <pc:picChg chg="del">
          <ac:chgData name="Zied Belhocine" userId="200cc0e2b299676e" providerId="LiveId" clId="{22B37D25-ED5E-4AD8-BD0F-D2E8EC8FD874}" dt="2026-04-30T09:07:42.072" v="95" actId="478"/>
          <ac:picMkLst>
            <pc:docMk/>
            <pc:sldMk cId="0" sldId="260"/>
            <ac:picMk id="189" creationId="{00000000-0000-0000-0000-000000000000}"/>
          </ac:picMkLst>
        </pc:picChg>
      </pc:sldChg>
      <pc:sldChg chg="del">
        <pc:chgData name="Zied Belhocine" userId="200cc0e2b299676e" providerId="LiveId" clId="{22B37D25-ED5E-4AD8-BD0F-D2E8EC8FD874}" dt="2026-04-30T10:04:22.518" v="366" actId="47"/>
        <pc:sldMkLst>
          <pc:docMk/>
          <pc:sldMk cId="0" sldId="261"/>
        </pc:sldMkLst>
      </pc:sldChg>
      <pc:sldChg chg="del">
        <pc:chgData name="Zied Belhocine" userId="200cc0e2b299676e" providerId="LiveId" clId="{22B37D25-ED5E-4AD8-BD0F-D2E8EC8FD874}" dt="2026-04-30T10:04:23.962" v="367" actId="47"/>
        <pc:sldMkLst>
          <pc:docMk/>
          <pc:sldMk cId="0" sldId="262"/>
        </pc:sldMkLst>
      </pc:sldChg>
      <pc:sldChg chg="del">
        <pc:chgData name="Zied Belhocine" userId="200cc0e2b299676e" providerId="LiveId" clId="{22B37D25-ED5E-4AD8-BD0F-D2E8EC8FD874}" dt="2026-04-30T10:04:24.722" v="368" actId="47"/>
        <pc:sldMkLst>
          <pc:docMk/>
          <pc:sldMk cId="0" sldId="263"/>
        </pc:sldMkLst>
      </pc:sldChg>
      <pc:sldChg chg="del">
        <pc:chgData name="Zied Belhocine" userId="200cc0e2b299676e" providerId="LiveId" clId="{22B37D25-ED5E-4AD8-BD0F-D2E8EC8FD874}" dt="2026-04-30T10:04:27.072" v="369" actId="47"/>
        <pc:sldMkLst>
          <pc:docMk/>
          <pc:sldMk cId="0" sldId="264"/>
        </pc:sldMkLst>
      </pc:sldChg>
      <pc:sldChg chg="del">
        <pc:chgData name="Zied Belhocine" userId="200cc0e2b299676e" providerId="LiveId" clId="{22B37D25-ED5E-4AD8-BD0F-D2E8EC8FD874}" dt="2026-04-30T10:04:28.308" v="370" actId="47"/>
        <pc:sldMkLst>
          <pc:docMk/>
          <pc:sldMk cId="0" sldId="265"/>
        </pc:sldMkLst>
      </pc:sldChg>
      <pc:sldChg chg="del">
        <pc:chgData name="Zied Belhocine" userId="200cc0e2b299676e" providerId="LiveId" clId="{22B37D25-ED5E-4AD8-BD0F-D2E8EC8FD874}" dt="2026-04-30T10:04:29.089" v="371" actId="47"/>
        <pc:sldMkLst>
          <pc:docMk/>
          <pc:sldMk cId="0" sldId="266"/>
        </pc:sldMkLst>
      </pc:sldChg>
      <pc:sldChg chg="del">
        <pc:chgData name="Zied Belhocine" userId="200cc0e2b299676e" providerId="LiveId" clId="{22B37D25-ED5E-4AD8-BD0F-D2E8EC8FD874}" dt="2026-04-30T10:04:29.936" v="372" actId="47"/>
        <pc:sldMkLst>
          <pc:docMk/>
          <pc:sldMk cId="0" sldId="267"/>
        </pc:sldMkLst>
      </pc:sldChg>
      <pc:sldChg chg="del">
        <pc:chgData name="Zied Belhocine" userId="200cc0e2b299676e" providerId="LiveId" clId="{22B37D25-ED5E-4AD8-BD0F-D2E8EC8FD874}" dt="2026-04-30T10:04:30.544" v="373" actId="47"/>
        <pc:sldMkLst>
          <pc:docMk/>
          <pc:sldMk cId="0" sldId="268"/>
        </pc:sldMkLst>
      </pc:sldChg>
      <pc:sldChg chg="del">
        <pc:chgData name="Zied Belhocine" userId="200cc0e2b299676e" providerId="LiveId" clId="{22B37D25-ED5E-4AD8-BD0F-D2E8EC8FD874}" dt="2026-04-30T10:04:30.949" v="374" actId="47"/>
        <pc:sldMkLst>
          <pc:docMk/>
          <pc:sldMk cId="0" sldId="269"/>
        </pc:sldMkLst>
      </pc:sldChg>
      <pc:sldChg chg="del">
        <pc:chgData name="Zied Belhocine" userId="200cc0e2b299676e" providerId="LiveId" clId="{22B37D25-ED5E-4AD8-BD0F-D2E8EC8FD874}" dt="2026-04-30T10:04:31.222" v="375" actId="47"/>
        <pc:sldMkLst>
          <pc:docMk/>
          <pc:sldMk cId="0" sldId="270"/>
        </pc:sldMkLst>
      </pc:sldChg>
      <pc:sldChg chg="del">
        <pc:chgData name="Zied Belhocine" userId="200cc0e2b299676e" providerId="LiveId" clId="{22B37D25-ED5E-4AD8-BD0F-D2E8EC8FD874}" dt="2026-04-30T10:04:31.484" v="376" actId="47"/>
        <pc:sldMkLst>
          <pc:docMk/>
          <pc:sldMk cId="0" sldId="271"/>
        </pc:sldMkLst>
      </pc:sldChg>
      <pc:sldChg chg="del">
        <pc:chgData name="Zied Belhocine" userId="200cc0e2b299676e" providerId="LiveId" clId="{22B37D25-ED5E-4AD8-BD0F-D2E8EC8FD874}" dt="2026-04-30T10:04:32.012" v="377" actId="47"/>
        <pc:sldMkLst>
          <pc:docMk/>
          <pc:sldMk cId="0" sldId="272"/>
        </pc:sldMkLst>
      </pc:sldChg>
      <pc:sldChg chg="del">
        <pc:chgData name="Zied Belhocine" userId="200cc0e2b299676e" providerId="LiveId" clId="{22B37D25-ED5E-4AD8-BD0F-D2E8EC8FD874}" dt="2026-04-30T10:04:32.284" v="378" actId="47"/>
        <pc:sldMkLst>
          <pc:docMk/>
          <pc:sldMk cId="0" sldId="273"/>
        </pc:sldMkLst>
      </pc:sldChg>
      <pc:sldChg chg="del">
        <pc:chgData name="Zied Belhocine" userId="200cc0e2b299676e" providerId="LiveId" clId="{22B37D25-ED5E-4AD8-BD0F-D2E8EC8FD874}" dt="2026-04-30T10:04:32.788" v="379" actId="47"/>
        <pc:sldMkLst>
          <pc:docMk/>
          <pc:sldMk cId="0" sldId="274"/>
        </pc:sldMkLst>
      </pc:sldChg>
      <pc:sldChg chg="del">
        <pc:chgData name="Zied Belhocine" userId="200cc0e2b299676e" providerId="LiveId" clId="{22B37D25-ED5E-4AD8-BD0F-D2E8EC8FD874}" dt="2026-04-30T10:04:33.198" v="380" actId="47"/>
        <pc:sldMkLst>
          <pc:docMk/>
          <pc:sldMk cId="0" sldId="275"/>
        </pc:sldMkLst>
      </pc:sldChg>
      <pc:sldChg chg="del">
        <pc:chgData name="Zied Belhocine" userId="200cc0e2b299676e" providerId="LiveId" clId="{22B37D25-ED5E-4AD8-BD0F-D2E8EC8FD874}" dt="2026-04-30T10:04:33.630" v="381" actId="47"/>
        <pc:sldMkLst>
          <pc:docMk/>
          <pc:sldMk cId="0" sldId="276"/>
        </pc:sldMkLst>
      </pc:sldChg>
      <pc:sldChg chg="addSp delSp modSp mod">
        <pc:chgData name="Zied Belhocine" userId="200cc0e2b299676e" providerId="LiveId" clId="{22B37D25-ED5E-4AD8-BD0F-D2E8EC8FD874}" dt="2026-04-30T11:09:44.557" v="1613" actId="1076"/>
        <pc:sldMkLst>
          <pc:docMk/>
          <pc:sldMk cId="0" sldId="277"/>
        </pc:sldMkLst>
        <pc:picChg chg="del">
          <ac:chgData name="Zied Belhocine" userId="200cc0e2b299676e" providerId="LiveId" clId="{22B37D25-ED5E-4AD8-BD0F-D2E8EC8FD874}" dt="2026-04-30T11:09:40.725" v="1610" actId="478"/>
          <ac:picMkLst>
            <pc:docMk/>
            <pc:sldMk cId="0" sldId="277"/>
            <ac:picMk id="286" creationId="{00000000-0000-0000-0000-000000000000}"/>
          </ac:picMkLst>
        </pc:picChg>
        <pc:picChg chg="del">
          <ac:chgData name="Zied Belhocine" userId="200cc0e2b299676e" providerId="LiveId" clId="{22B37D25-ED5E-4AD8-BD0F-D2E8EC8FD874}" dt="2026-04-30T11:09:39.257" v="1609" actId="478"/>
          <ac:picMkLst>
            <pc:docMk/>
            <pc:sldMk cId="0" sldId="277"/>
            <ac:picMk id="289" creationId="{00000000-0000-0000-0000-000000000000}"/>
          </ac:picMkLst>
        </pc:picChg>
        <pc:picChg chg="add mod">
          <ac:chgData name="Zied Belhocine" userId="200cc0e2b299676e" providerId="LiveId" clId="{22B37D25-ED5E-4AD8-BD0F-D2E8EC8FD874}" dt="2026-04-30T11:09:44.557" v="1613" actId="1076"/>
          <ac:picMkLst>
            <pc:docMk/>
            <pc:sldMk cId="0" sldId="277"/>
            <ac:picMk id="7170" creationId="{B9793F01-30A3-AF31-C01B-FB9D99664876}"/>
          </ac:picMkLst>
        </pc:picChg>
      </pc:sldChg>
      <pc:sldChg chg="addSp delSp modSp add mod">
        <pc:chgData name="Zied Belhocine" userId="200cc0e2b299676e" providerId="LiveId" clId="{22B37D25-ED5E-4AD8-BD0F-D2E8EC8FD874}" dt="2026-04-30T09:14:21.632" v="227" actId="1076"/>
        <pc:sldMkLst>
          <pc:docMk/>
          <pc:sldMk cId="3929174899" sldId="278"/>
        </pc:sldMkLst>
        <pc:spChg chg="del">
          <ac:chgData name="Zied Belhocine" userId="200cc0e2b299676e" providerId="LiveId" clId="{22B37D25-ED5E-4AD8-BD0F-D2E8EC8FD874}" dt="2026-04-30T09:09:13.904" v="127" actId="478"/>
          <ac:spMkLst>
            <pc:docMk/>
            <pc:sldMk cId="3929174899" sldId="278"/>
            <ac:spMk id="186" creationId="{00000000-0000-0000-0000-000000000000}"/>
          </ac:spMkLst>
        </pc:spChg>
        <pc:picChg chg="del">
          <ac:chgData name="Zied Belhocine" userId="200cc0e2b299676e" providerId="LiveId" clId="{22B37D25-ED5E-4AD8-BD0F-D2E8EC8FD874}" dt="2026-04-30T09:09:01.565" v="121" actId="478"/>
          <ac:picMkLst>
            <pc:docMk/>
            <pc:sldMk cId="3929174899" sldId="278"/>
            <ac:picMk id="3" creationId="{E91C7E76-CD70-A0E4-7801-F15F0D62827E}"/>
          </ac:picMkLst>
        </pc:picChg>
        <pc:picChg chg="add mod">
          <ac:chgData name="Zied Belhocine" userId="200cc0e2b299676e" providerId="LiveId" clId="{22B37D25-ED5E-4AD8-BD0F-D2E8EC8FD874}" dt="2026-04-30T09:14:21.632" v="227" actId="1076"/>
          <ac:picMkLst>
            <pc:docMk/>
            <pc:sldMk cId="3929174899" sldId="278"/>
            <ac:picMk id="4" creationId="{B9ABF84B-4660-5E2E-6706-9479E3D00622}"/>
          </ac:picMkLst>
        </pc:picChg>
      </pc:sldChg>
      <pc:sldChg chg="addSp delSp modSp add mod">
        <pc:chgData name="Zied Belhocine" userId="200cc0e2b299676e" providerId="LiveId" clId="{22B37D25-ED5E-4AD8-BD0F-D2E8EC8FD874}" dt="2026-04-30T09:13:21.964" v="225" actId="1076"/>
        <pc:sldMkLst>
          <pc:docMk/>
          <pc:sldMk cId="3664600536" sldId="279"/>
        </pc:sldMkLst>
        <pc:spChg chg="mod">
          <ac:chgData name="Zied Belhocine" userId="200cc0e2b299676e" providerId="LiveId" clId="{22B37D25-ED5E-4AD8-BD0F-D2E8EC8FD874}" dt="2026-04-30T09:10:16.086" v="150" actId="20577"/>
          <ac:spMkLst>
            <pc:docMk/>
            <pc:sldMk cId="3664600536" sldId="279"/>
            <ac:spMk id="184" creationId="{00000000-0000-0000-0000-000000000000}"/>
          </ac:spMkLst>
        </pc:spChg>
        <pc:picChg chg="add del mod">
          <ac:chgData name="Zied Belhocine" userId="200cc0e2b299676e" providerId="LiveId" clId="{22B37D25-ED5E-4AD8-BD0F-D2E8EC8FD874}" dt="2026-04-30T09:12:44.950" v="213" actId="478"/>
          <ac:picMkLst>
            <pc:docMk/>
            <pc:sldMk cId="3664600536" sldId="279"/>
            <ac:picMk id="3" creationId="{2F4ABFFF-5B77-8684-77E8-5AFE9C3ADAB9}"/>
          </ac:picMkLst>
        </pc:picChg>
        <pc:picChg chg="del">
          <ac:chgData name="Zied Belhocine" userId="200cc0e2b299676e" providerId="LiveId" clId="{22B37D25-ED5E-4AD8-BD0F-D2E8EC8FD874}" dt="2026-04-30T09:10:19.116" v="151" actId="478"/>
          <ac:picMkLst>
            <pc:docMk/>
            <pc:sldMk cId="3664600536" sldId="279"/>
            <ac:picMk id="4" creationId="{B9ABF84B-4660-5E2E-6706-9479E3D00622}"/>
          </ac:picMkLst>
        </pc:picChg>
        <pc:picChg chg="add del mod">
          <ac:chgData name="Zied Belhocine" userId="200cc0e2b299676e" providerId="LiveId" clId="{22B37D25-ED5E-4AD8-BD0F-D2E8EC8FD874}" dt="2026-04-30T09:12:45.345" v="214" actId="478"/>
          <ac:picMkLst>
            <pc:docMk/>
            <pc:sldMk cId="3664600536" sldId="279"/>
            <ac:picMk id="6" creationId="{C2169681-160C-6F2C-B426-22A64BF4C1FD}"/>
          </ac:picMkLst>
        </pc:picChg>
        <pc:picChg chg="add mod">
          <ac:chgData name="Zied Belhocine" userId="200cc0e2b299676e" providerId="LiveId" clId="{22B37D25-ED5E-4AD8-BD0F-D2E8EC8FD874}" dt="2026-04-30T09:13:08.630" v="219" actId="1076"/>
          <ac:picMkLst>
            <pc:docMk/>
            <pc:sldMk cId="3664600536" sldId="279"/>
            <ac:picMk id="8" creationId="{B0BBD00C-7D16-B406-4E07-5A827B87E542}"/>
          </ac:picMkLst>
        </pc:picChg>
        <pc:picChg chg="add mod">
          <ac:chgData name="Zied Belhocine" userId="200cc0e2b299676e" providerId="LiveId" clId="{22B37D25-ED5E-4AD8-BD0F-D2E8EC8FD874}" dt="2026-04-30T09:13:21.964" v="225" actId="1076"/>
          <ac:picMkLst>
            <pc:docMk/>
            <pc:sldMk cId="3664600536" sldId="279"/>
            <ac:picMk id="10" creationId="{FB4A21D8-3037-2BB2-7BA6-103ECD6BC554}"/>
          </ac:picMkLst>
        </pc:picChg>
      </pc:sldChg>
      <pc:sldChg chg="addSp delSp modSp add mod ord">
        <pc:chgData name="Zied Belhocine" userId="200cc0e2b299676e" providerId="LiveId" clId="{22B37D25-ED5E-4AD8-BD0F-D2E8EC8FD874}" dt="2026-04-30T09:22:27.543" v="297" actId="1076"/>
        <pc:sldMkLst>
          <pc:docMk/>
          <pc:sldMk cId="3932552157" sldId="280"/>
        </pc:sldMkLst>
        <pc:spChg chg="mod">
          <ac:chgData name="Zied Belhocine" userId="200cc0e2b299676e" providerId="LiveId" clId="{22B37D25-ED5E-4AD8-BD0F-D2E8EC8FD874}" dt="2026-04-30T09:22:10.463" v="292" actId="27636"/>
          <ac:spMkLst>
            <pc:docMk/>
            <pc:sldMk cId="3932552157" sldId="280"/>
            <ac:spMk id="184" creationId="{00000000-0000-0000-0000-000000000000}"/>
          </ac:spMkLst>
        </pc:spChg>
        <pc:picChg chg="add mod">
          <ac:chgData name="Zied Belhocine" userId="200cc0e2b299676e" providerId="LiveId" clId="{22B37D25-ED5E-4AD8-BD0F-D2E8EC8FD874}" dt="2026-04-30T09:22:27.543" v="297" actId="1076"/>
          <ac:picMkLst>
            <pc:docMk/>
            <pc:sldMk cId="3932552157" sldId="280"/>
            <ac:picMk id="3" creationId="{FAD8FC5C-7C6A-D729-6F7D-2FDC737D6D7B}"/>
          </ac:picMkLst>
        </pc:picChg>
        <pc:picChg chg="del mod">
          <ac:chgData name="Zied Belhocine" userId="200cc0e2b299676e" providerId="LiveId" clId="{22B37D25-ED5E-4AD8-BD0F-D2E8EC8FD874}" dt="2026-04-30T09:22:00.902" v="286" actId="478"/>
          <ac:picMkLst>
            <pc:docMk/>
            <pc:sldMk cId="3932552157" sldId="280"/>
            <ac:picMk id="4" creationId="{B9ABF84B-4660-5E2E-6706-9479E3D00622}"/>
          </ac:picMkLst>
        </pc:picChg>
      </pc:sldChg>
      <pc:sldChg chg="addSp delSp modSp add mod ord">
        <pc:chgData name="Zied Belhocine" userId="200cc0e2b299676e" providerId="LiveId" clId="{22B37D25-ED5E-4AD8-BD0F-D2E8EC8FD874}" dt="2026-04-30T11:04:58.919" v="1480" actId="20577"/>
        <pc:sldMkLst>
          <pc:docMk/>
          <pc:sldMk cId="2903833857" sldId="281"/>
        </pc:sldMkLst>
        <pc:spChg chg="add del">
          <ac:chgData name="Zied Belhocine" userId="200cc0e2b299676e" providerId="LiveId" clId="{22B37D25-ED5E-4AD8-BD0F-D2E8EC8FD874}" dt="2026-04-30T10:55:14.221" v="1290" actId="22"/>
          <ac:spMkLst>
            <pc:docMk/>
            <pc:sldMk cId="2903833857" sldId="281"/>
            <ac:spMk id="6" creationId="{27AAFA18-C86C-E600-D6E8-63175CA8CFAA}"/>
          </ac:spMkLst>
        </pc:spChg>
        <pc:spChg chg="add del mod">
          <ac:chgData name="Zied Belhocine" userId="200cc0e2b299676e" providerId="LiveId" clId="{22B37D25-ED5E-4AD8-BD0F-D2E8EC8FD874}" dt="2026-04-30T10:55:21.896" v="1293" actId="478"/>
          <ac:spMkLst>
            <pc:docMk/>
            <pc:sldMk cId="2903833857" sldId="281"/>
            <ac:spMk id="7" creationId="{E58B0F67-C064-47E5-38D6-A1F8AB42A5C2}"/>
          </ac:spMkLst>
        </pc:spChg>
        <pc:spChg chg="add">
          <ac:chgData name="Zied Belhocine" userId="200cc0e2b299676e" providerId="LiveId" clId="{22B37D25-ED5E-4AD8-BD0F-D2E8EC8FD874}" dt="2026-04-30T10:55:29.105" v="1294"/>
          <ac:spMkLst>
            <pc:docMk/>
            <pc:sldMk cId="2903833857" sldId="281"/>
            <ac:spMk id="8" creationId="{AEAF84DC-9157-536F-E89A-1DDF02FF2744}"/>
          </ac:spMkLst>
        </pc:spChg>
        <pc:spChg chg="add mod">
          <ac:chgData name="Zied Belhocine" userId="200cc0e2b299676e" providerId="LiveId" clId="{22B37D25-ED5E-4AD8-BD0F-D2E8EC8FD874}" dt="2026-04-30T11:04:58.919" v="1480" actId="20577"/>
          <ac:spMkLst>
            <pc:docMk/>
            <pc:sldMk cId="2903833857" sldId="281"/>
            <ac:spMk id="9" creationId="{B89BB96A-1630-07F7-7C9E-AA6F744AC3CC}"/>
          </ac:spMkLst>
        </pc:spChg>
        <pc:spChg chg="mod">
          <ac:chgData name="Zied Belhocine" userId="200cc0e2b299676e" providerId="LiveId" clId="{22B37D25-ED5E-4AD8-BD0F-D2E8EC8FD874}" dt="2026-04-30T09:22:53.886" v="328" actId="20577"/>
          <ac:spMkLst>
            <pc:docMk/>
            <pc:sldMk cId="2903833857" sldId="281"/>
            <ac:spMk id="184" creationId="{00000000-0000-0000-0000-000000000000}"/>
          </ac:spMkLst>
        </pc:spChg>
        <pc:picChg chg="add mod">
          <ac:chgData name="Zied Belhocine" userId="200cc0e2b299676e" providerId="LiveId" clId="{22B37D25-ED5E-4AD8-BD0F-D2E8EC8FD874}" dt="2026-04-30T10:55:12.565" v="1288" actId="1076"/>
          <ac:picMkLst>
            <pc:docMk/>
            <pc:sldMk cId="2903833857" sldId="281"/>
            <ac:picMk id="3" creationId="{A3BE8840-8978-0E90-2912-A935C9C5BEF1}"/>
          </ac:picMkLst>
        </pc:picChg>
        <pc:picChg chg="del">
          <ac:chgData name="Zied Belhocine" userId="200cc0e2b299676e" providerId="LiveId" clId="{22B37D25-ED5E-4AD8-BD0F-D2E8EC8FD874}" dt="2026-04-30T09:22:57.306" v="329" actId="478"/>
          <ac:picMkLst>
            <pc:docMk/>
            <pc:sldMk cId="2903833857" sldId="281"/>
            <ac:picMk id="4" creationId="{B9ABF84B-4660-5E2E-6706-9479E3D00622}"/>
          </ac:picMkLst>
        </pc:picChg>
        <pc:picChg chg="add mod">
          <ac:chgData name="Zied Belhocine" userId="200cc0e2b299676e" providerId="LiveId" clId="{22B37D25-ED5E-4AD8-BD0F-D2E8EC8FD874}" dt="2026-04-30T10:55:44.350" v="1299" actId="1076"/>
          <ac:picMkLst>
            <pc:docMk/>
            <pc:sldMk cId="2903833857" sldId="281"/>
            <ac:picMk id="6150" creationId="{FBFE389C-E630-994B-574E-C3526CD631AA}"/>
          </ac:picMkLst>
        </pc:picChg>
      </pc:sldChg>
      <pc:sldChg chg="addSp delSp modSp add mod">
        <pc:chgData name="Zied Belhocine" userId="200cc0e2b299676e" providerId="LiveId" clId="{22B37D25-ED5E-4AD8-BD0F-D2E8EC8FD874}" dt="2026-04-30T09:15:19.126" v="281" actId="1037"/>
        <pc:sldMkLst>
          <pc:docMk/>
          <pc:sldMk cId="882699898" sldId="282"/>
        </pc:sldMkLst>
        <pc:spChg chg="mod">
          <ac:chgData name="Zied Belhocine" userId="200cc0e2b299676e" providerId="LiveId" clId="{22B37D25-ED5E-4AD8-BD0F-D2E8EC8FD874}" dt="2026-04-30T09:11:36.027" v="207" actId="14100"/>
          <ac:spMkLst>
            <pc:docMk/>
            <pc:sldMk cId="882699898" sldId="282"/>
            <ac:spMk id="184" creationId="{00000000-0000-0000-0000-000000000000}"/>
          </ac:spMkLst>
        </pc:spChg>
        <pc:picChg chg="del">
          <ac:chgData name="Zied Belhocine" userId="200cc0e2b299676e" providerId="LiveId" clId="{22B37D25-ED5E-4AD8-BD0F-D2E8EC8FD874}" dt="2026-04-30T09:11:11.447" v="164" actId="478"/>
          <ac:picMkLst>
            <pc:docMk/>
            <pc:sldMk cId="882699898" sldId="282"/>
            <ac:picMk id="3" creationId="{2F4ABFFF-5B77-8684-77E8-5AFE9C3ADAB9}"/>
          </ac:picMkLst>
        </pc:picChg>
        <pc:picChg chg="add del mod">
          <ac:chgData name="Zied Belhocine" userId="200cc0e2b299676e" providerId="LiveId" clId="{22B37D25-ED5E-4AD8-BD0F-D2E8EC8FD874}" dt="2026-04-30T09:14:51.157" v="229" actId="478"/>
          <ac:picMkLst>
            <pc:docMk/>
            <pc:sldMk cId="882699898" sldId="282"/>
            <ac:picMk id="4" creationId="{AA573C31-2AD8-DFE4-9AB0-A543A5003296}"/>
          </ac:picMkLst>
        </pc:picChg>
        <pc:picChg chg="del">
          <ac:chgData name="Zied Belhocine" userId="200cc0e2b299676e" providerId="LiveId" clId="{22B37D25-ED5E-4AD8-BD0F-D2E8EC8FD874}" dt="2026-04-30T09:11:11.887" v="165" actId="478"/>
          <ac:picMkLst>
            <pc:docMk/>
            <pc:sldMk cId="882699898" sldId="282"/>
            <ac:picMk id="6" creationId="{C2169681-160C-6F2C-B426-22A64BF4C1FD}"/>
          </ac:picMkLst>
        </pc:picChg>
        <pc:picChg chg="add del mod">
          <ac:chgData name="Zied Belhocine" userId="200cc0e2b299676e" providerId="LiveId" clId="{22B37D25-ED5E-4AD8-BD0F-D2E8EC8FD874}" dt="2026-04-30T09:14:49.857" v="228" actId="478"/>
          <ac:picMkLst>
            <pc:docMk/>
            <pc:sldMk cId="882699898" sldId="282"/>
            <ac:picMk id="7" creationId="{5B31E559-9AE5-99D8-5919-B5450ABF43F5}"/>
          </ac:picMkLst>
        </pc:picChg>
        <pc:picChg chg="add mod">
          <ac:chgData name="Zied Belhocine" userId="200cc0e2b299676e" providerId="LiveId" clId="{22B37D25-ED5E-4AD8-BD0F-D2E8EC8FD874}" dt="2026-04-30T09:14:57.234" v="233" actId="14100"/>
          <ac:picMkLst>
            <pc:docMk/>
            <pc:sldMk cId="882699898" sldId="282"/>
            <ac:picMk id="9" creationId="{75962965-1AA3-2D82-C826-37B283DAD9AC}"/>
          </ac:picMkLst>
        </pc:picChg>
        <pc:picChg chg="add mod">
          <ac:chgData name="Zied Belhocine" userId="200cc0e2b299676e" providerId="LiveId" clId="{22B37D25-ED5E-4AD8-BD0F-D2E8EC8FD874}" dt="2026-04-30T09:15:19.126" v="281" actId="1037"/>
          <ac:picMkLst>
            <pc:docMk/>
            <pc:sldMk cId="882699898" sldId="282"/>
            <ac:picMk id="11" creationId="{1F371271-D216-BBA0-81AD-2AF56F221231}"/>
          </ac:picMkLst>
        </pc:picChg>
      </pc:sldChg>
      <pc:sldChg chg="addSp delSp modSp add mod">
        <pc:chgData name="Zied Belhocine" userId="200cc0e2b299676e" providerId="LiveId" clId="{22B37D25-ED5E-4AD8-BD0F-D2E8EC8FD874}" dt="2026-04-30T10:12:21.414" v="422" actId="22"/>
        <pc:sldMkLst>
          <pc:docMk/>
          <pc:sldMk cId="2267595886" sldId="283"/>
        </pc:sldMkLst>
        <pc:spChg chg="add del">
          <ac:chgData name="Zied Belhocine" userId="200cc0e2b299676e" providerId="LiveId" clId="{22B37D25-ED5E-4AD8-BD0F-D2E8EC8FD874}" dt="2026-04-30T10:12:21.414" v="422" actId="22"/>
          <ac:spMkLst>
            <pc:docMk/>
            <pc:sldMk cId="2267595886" sldId="283"/>
            <ac:spMk id="6" creationId="{228DD5EB-9C0D-464A-02E4-DA36393D2451}"/>
          </ac:spMkLst>
        </pc:spChg>
        <pc:spChg chg="mod">
          <ac:chgData name="Zied Belhocine" userId="200cc0e2b299676e" providerId="LiveId" clId="{22B37D25-ED5E-4AD8-BD0F-D2E8EC8FD874}" dt="2026-04-30T10:12:06.606" v="420"/>
          <ac:spMkLst>
            <pc:docMk/>
            <pc:sldMk cId="2267595886" sldId="283"/>
            <ac:spMk id="184" creationId="{00000000-0000-0000-0000-000000000000}"/>
          </ac:spMkLst>
        </pc:spChg>
        <pc:picChg chg="add mod">
          <ac:chgData name="Zied Belhocine" userId="200cc0e2b299676e" providerId="LiveId" clId="{22B37D25-ED5E-4AD8-BD0F-D2E8EC8FD874}" dt="2026-04-30T10:09:56.462" v="413" actId="1076"/>
          <ac:picMkLst>
            <pc:docMk/>
            <pc:sldMk cId="2267595886" sldId="283"/>
            <ac:picMk id="3" creationId="{3CA7F4F5-E99D-FF9C-F782-A95D3C3388E8}"/>
          </ac:picMkLst>
        </pc:picChg>
        <pc:picChg chg="del">
          <ac:chgData name="Zied Belhocine" userId="200cc0e2b299676e" providerId="LiveId" clId="{22B37D25-ED5E-4AD8-BD0F-D2E8EC8FD874}" dt="2026-04-30T10:04:45.892" v="382" actId="478"/>
          <ac:picMkLst>
            <pc:docMk/>
            <pc:sldMk cId="2267595886" sldId="283"/>
            <ac:picMk id="4" creationId="{B9ABF84B-4660-5E2E-6706-9479E3D00622}"/>
          </ac:picMkLst>
        </pc:picChg>
      </pc:sldChg>
      <pc:sldChg chg="addSp delSp modSp add mod modNotesTx">
        <pc:chgData name="Zied Belhocine" userId="200cc0e2b299676e" providerId="LiveId" clId="{22B37D25-ED5E-4AD8-BD0F-D2E8EC8FD874}" dt="2026-04-30T10:35:09.165" v="871" actId="20577"/>
        <pc:sldMkLst>
          <pc:docMk/>
          <pc:sldMk cId="110244116" sldId="284"/>
        </pc:sldMkLst>
        <pc:spChg chg="add del">
          <ac:chgData name="Zied Belhocine" userId="200cc0e2b299676e" providerId="LiveId" clId="{22B37D25-ED5E-4AD8-BD0F-D2E8EC8FD874}" dt="2026-04-30T10:30:07.088" v="645" actId="22"/>
          <ac:spMkLst>
            <pc:docMk/>
            <pc:sldMk cId="110244116" sldId="284"/>
            <ac:spMk id="3" creationId="{5776CB15-90BF-CF77-BD2E-8710569D5E01}"/>
          </ac:spMkLst>
        </pc:spChg>
        <pc:spChg chg="add mod">
          <ac:chgData name="Zied Belhocine" userId="200cc0e2b299676e" providerId="LiveId" clId="{22B37D25-ED5E-4AD8-BD0F-D2E8EC8FD874}" dt="2026-04-30T10:35:09.165" v="871" actId="20577"/>
          <ac:spMkLst>
            <pc:docMk/>
            <pc:sldMk cId="110244116" sldId="284"/>
            <ac:spMk id="7" creationId="{18BB0707-9C2D-8D3A-DA11-F0C3EF253AEB}"/>
          </ac:spMkLst>
        </pc:spChg>
        <pc:spChg chg="mod">
          <ac:chgData name="Zied Belhocine" userId="200cc0e2b299676e" providerId="LiveId" clId="{22B37D25-ED5E-4AD8-BD0F-D2E8EC8FD874}" dt="2026-04-30T10:29:57.130" v="643" actId="14100"/>
          <ac:spMkLst>
            <pc:docMk/>
            <pc:sldMk cId="110244116" sldId="284"/>
            <ac:spMk id="184" creationId="{00000000-0000-0000-0000-000000000000}"/>
          </ac:spMkLst>
        </pc:spChg>
        <pc:picChg chg="del mod">
          <ac:chgData name="Zied Belhocine" userId="200cc0e2b299676e" providerId="LiveId" clId="{22B37D25-ED5E-4AD8-BD0F-D2E8EC8FD874}" dt="2026-04-30T10:29:49.278" v="639" actId="478"/>
          <ac:picMkLst>
            <pc:docMk/>
            <pc:sldMk cId="110244116" sldId="284"/>
            <ac:picMk id="4" creationId="{B9ABF84B-4660-5E2E-6706-9479E3D00622}"/>
          </ac:picMkLst>
        </pc:picChg>
        <pc:picChg chg="add mod">
          <ac:chgData name="Zied Belhocine" userId="200cc0e2b299676e" providerId="LiveId" clId="{22B37D25-ED5E-4AD8-BD0F-D2E8EC8FD874}" dt="2026-04-30T10:33:45.343" v="690" actId="1076"/>
          <ac:picMkLst>
            <pc:docMk/>
            <pc:sldMk cId="110244116" sldId="284"/>
            <ac:picMk id="6" creationId="{B65DAC75-12F2-A35E-EB79-97390515B103}"/>
          </ac:picMkLst>
        </pc:picChg>
      </pc:sldChg>
      <pc:sldChg chg="addSp delSp modSp add mod">
        <pc:chgData name="Zied Belhocine" userId="200cc0e2b299676e" providerId="LiveId" clId="{22B37D25-ED5E-4AD8-BD0F-D2E8EC8FD874}" dt="2026-04-30T11:11:06.137" v="1640" actId="20577"/>
        <pc:sldMkLst>
          <pc:docMk/>
          <pc:sldMk cId="2624098586" sldId="285"/>
        </pc:sldMkLst>
        <pc:spChg chg="add mod">
          <ac:chgData name="Zied Belhocine" userId="200cc0e2b299676e" providerId="LiveId" clId="{22B37D25-ED5E-4AD8-BD0F-D2E8EC8FD874}" dt="2026-04-30T11:11:06.137" v="1640" actId="20577"/>
          <ac:spMkLst>
            <pc:docMk/>
            <pc:sldMk cId="2624098586" sldId="285"/>
            <ac:spMk id="3" creationId="{D87F7EC1-DC9F-141A-793D-34226CF79941}"/>
          </ac:spMkLst>
        </pc:spChg>
        <pc:spChg chg="mod">
          <ac:chgData name="Zied Belhocine" userId="200cc0e2b299676e" providerId="LiveId" clId="{22B37D25-ED5E-4AD8-BD0F-D2E8EC8FD874}" dt="2026-04-30T11:10:33.373" v="1624" actId="20577"/>
          <ac:spMkLst>
            <pc:docMk/>
            <pc:sldMk cId="2624098586" sldId="285"/>
            <ac:spMk id="184" creationId="{00000000-0000-0000-0000-000000000000}"/>
          </ac:spMkLst>
        </pc:spChg>
        <pc:picChg chg="del">
          <ac:chgData name="Zied Belhocine" userId="200cc0e2b299676e" providerId="LiveId" clId="{22B37D25-ED5E-4AD8-BD0F-D2E8EC8FD874}" dt="2026-04-30T11:10:21.865" v="1618" actId="478"/>
          <ac:picMkLst>
            <pc:docMk/>
            <pc:sldMk cId="2624098586" sldId="285"/>
            <ac:picMk id="4" creationId="{B9ABF84B-4660-5E2E-6706-9479E3D00622}"/>
          </ac:picMkLst>
        </pc:picChg>
      </pc:sldChg>
      <pc:sldChg chg="add del">
        <pc:chgData name="Zied Belhocine" userId="200cc0e2b299676e" providerId="LiveId" clId="{22B37D25-ED5E-4AD8-BD0F-D2E8EC8FD874}" dt="2026-04-30T11:09:49.786" v="1614" actId="47"/>
        <pc:sldMkLst>
          <pc:docMk/>
          <pc:sldMk cId="1436424040" sldId="286"/>
        </pc:sldMkLst>
      </pc:sldChg>
      <pc:sldChg chg="addSp delSp modSp add mod">
        <pc:chgData name="Zied Belhocine" userId="200cc0e2b299676e" providerId="LiveId" clId="{22B37D25-ED5E-4AD8-BD0F-D2E8EC8FD874}" dt="2026-04-30T11:00:46.111" v="1414" actId="20577"/>
        <pc:sldMkLst>
          <pc:docMk/>
          <pc:sldMk cId="1818921684" sldId="287"/>
        </pc:sldMkLst>
        <pc:spChg chg="add mod">
          <ac:chgData name="Zied Belhocine" userId="200cc0e2b299676e" providerId="LiveId" clId="{22B37D25-ED5E-4AD8-BD0F-D2E8EC8FD874}" dt="2026-04-30T11:00:46.111" v="1414" actId="20577"/>
          <ac:spMkLst>
            <pc:docMk/>
            <pc:sldMk cId="1818921684" sldId="287"/>
            <ac:spMk id="4" creationId="{48620688-C0EF-35A3-EB44-6C1602CA6EE5}"/>
          </ac:spMkLst>
        </pc:spChg>
        <pc:picChg chg="add del mod">
          <ac:chgData name="Zied Belhocine" userId="200cc0e2b299676e" providerId="LiveId" clId="{22B37D25-ED5E-4AD8-BD0F-D2E8EC8FD874}" dt="2026-04-30T11:00:16.077" v="1397" actId="478"/>
          <ac:picMkLst>
            <pc:docMk/>
            <pc:sldMk cId="1818921684" sldId="287"/>
            <ac:picMk id="3" creationId="{336A502E-E20E-8C7D-5D81-E71B4C1EEEDB}"/>
          </ac:picMkLst>
        </pc:picChg>
        <pc:picChg chg="add mod">
          <ac:chgData name="Zied Belhocine" userId="200cc0e2b299676e" providerId="LiveId" clId="{22B37D25-ED5E-4AD8-BD0F-D2E8EC8FD874}" dt="2026-04-30T11:00:25.252" v="1402" actId="1076"/>
          <ac:picMkLst>
            <pc:docMk/>
            <pc:sldMk cId="1818921684" sldId="287"/>
            <ac:picMk id="6" creationId="{E6D78455-EDF7-DAF7-43A9-685CB6AD8111}"/>
          </ac:picMkLst>
        </pc:picChg>
        <pc:picChg chg="add del mod">
          <ac:chgData name="Zied Belhocine" userId="200cc0e2b299676e" providerId="LiveId" clId="{22B37D25-ED5E-4AD8-BD0F-D2E8EC8FD874}" dt="2026-04-30T10:55:52.578" v="1300" actId="478"/>
          <ac:picMkLst>
            <pc:docMk/>
            <pc:sldMk cId="1818921684" sldId="287"/>
            <ac:picMk id="4098" creationId="{DC159B6E-6571-936B-BA0C-E48044F619B8}"/>
          </ac:picMkLst>
        </pc:picChg>
        <pc:picChg chg="add mod">
          <ac:chgData name="Zied Belhocine" userId="200cc0e2b299676e" providerId="LiveId" clId="{22B37D25-ED5E-4AD8-BD0F-D2E8EC8FD874}" dt="2026-04-30T10:56:19.655" v="1311" actId="1076"/>
          <ac:picMkLst>
            <pc:docMk/>
            <pc:sldMk cId="1818921684" sldId="287"/>
            <ac:picMk id="4100" creationId="{FC80DE73-0653-FF76-8D6D-688E18BCE739}"/>
          </ac:picMkLst>
        </pc:picChg>
      </pc:sldChg>
      <pc:sldChg chg="addSp modSp add mod">
        <pc:chgData name="Zied Belhocine" userId="200cc0e2b299676e" providerId="LiveId" clId="{22B37D25-ED5E-4AD8-BD0F-D2E8EC8FD874}" dt="2026-04-30T11:09:11.513" v="1608" actId="20577"/>
        <pc:sldMkLst>
          <pc:docMk/>
          <pc:sldMk cId="3520887065" sldId="288"/>
        </pc:sldMkLst>
        <pc:spChg chg="add mod">
          <ac:chgData name="Zied Belhocine" userId="200cc0e2b299676e" providerId="LiveId" clId="{22B37D25-ED5E-4AD8-BD0F-D2E8EC8FD874}" dt="2026-04-30T11:09:11.513" v="1608" actId="20577"/>
          <ac:spMkLst>
            <pc:docMk/>
            <pc:sldMk cId="3520887065" sldId="288"/>
            <ac:spMk id="5" creationId="{B6607407-04A7-AC50-0384-1250CC7A9EF0}"/>
          </ac:spMkLst>
        </pc:spChg>
        <pc:picChg chg="add mod">
          <ac:chgData name="Zied Belhocine" userId="200cc0e2b299676e" providerId="LiveId" clId="{22B37D25-ED5E-4AD8-BD0F-D2E8EC8FD874}" dt="2026-04-30T11:08:34.847" v="1542" actId="1076"/>
          <ac:picMkLst>
            <pc:docMk/>
            <pc:sldMk cId="3520887065" sldId="288"/>
            <ac:picMk id="3" creationId="{CCA7C546-37ED-E0F2-2CEE-DBC8C6D781C7}"/>
          </ac:picMkLst>
        </pc:picChg>
        <pc:picChg chg="add mod">
          <ac:chgData name="Zied Belhocine" userId="200cc0e2b299676e" providerId="LiveId" clId="{22B37D25-ED5E-4AD8-BD0F-D2E8EC8FD874}" dt="2026-04-30T11:08:36.422" v="1543" actId="1076"/>
          <ac:picMkLst>
            <pc:docMk/>
            <pc:sldMk cId="3520887065" sldId="288"/>
            <ac:picMk id="4" creationId="{FEB0B4AF-56E2-EADC-8C3B-5344D8A2300A}"/>
          </ac:picMkLst>
        </pc:picChg>
      </pc:sldChg>
      <pc:sldChg chg="addSp delSp modSp add mod">
        <pc:chgData name="Zied Belhocine" userId="200cc0e2b299676e" providerId="LiveId" clId="{22B37D25-ED5E-4AD8-BD0F-D2E8EC8FD874}" dt="2026-04-30T10:08:20.962" v="407" actId="1076"/>
        <pc:sldMkLst>
          <pc:docMk/>
          <pc:sldMk cId="3765293248" sldId="289"/>
        </pc:sldMkLst>
        <pc:picChg chg="add mod">
          <ac:chgData name="Zied Belhocine" userId="200cc0e2b299676e" providerId="LiveId" clId="{22B37D25-ED5E-4AD8-BD0F-D2E8EC8FD874}" dt="2026-04-30T10:07:40.919" v="384" actId="1076"/>
          <ac:picMkLst>
            <pc:docMk/>
            <pc:sldMk cId="3765293248" sldId="289"/>
            <ac:picMk id="3" creationId="{16D9D14C-8F5C-DA1B-EF5B-CAB59FD136D4}"/>
          </ac:picMkLst>
        </pc:picChg>
        <pc:picChg chg="add del mod">
          <ac:chgData name="Zied Belhocine" userId="200cc0e2b299676e" providerId="LiveId" clId="{22B37D25-ED5E-4AD8-BD0F-D2E8EC8FD874}" dt="2026-04-30T10:08:03.967" v="390" actId="478"/>
          <ac:picMkLst>
            <pc:docMk/>
            <pc:sldMk cId="3765293248" sldId="289"/>
            <ac:picMk id="5" creationId="{8D902997-5643-81AE-815E-0D7A333E4D1C}"/>
          </ac:picMkLst>
        </pc:picChg>
        <pc:picChg chg="add mod">
          <ac:chgData name="Zied Belhocine" userId="200cc0e2b299676e" providerId="LiveId" clId="{22B37D25-ED5E-4AD8-BD0F-D2E8EC8FD874}" dt="2026-04-30T10:08:20.962" v="407" actId="1076"/>
          <ac:picMkLst>
            <pc:docMk/>
            <pc:sldMk cId="3765293248" sldId="289"/>
            <ac:picMk id="7" creationId="{D05BAC7A-076F-D3A4-3E59-C42AE8EC35F9}"/>
          </ac:picMkLst>
        </pc:picChg>
      </pc:sldChg>
      <pc:sldChg chg="addSp delSp modSp add mod">
        <pc:chgData name="Zied Belhocine" userId="200cc0e2b299676e" providerId="LiveId" clId="{22B37D25-ED5E-4AD8-BD0F-D2E8EC8FD874}" dt="2026-04-30T10:10:44.731" v="419" actId="1076"/>
        <pc:sldMkLst>
          <pc:docMk/>
          <pc:sldMk cId="2337818834" sldId="290"/>
        </pc:sldMkLst>
        <pc:picChg chg="add del mod">
          <ac:chgData name="Zied Belhocine" userId="200cc0e2b299676e" providerId="LiveId" clId="{22B37D25-ED5E-4AD8-BD0F-D2E8EC8FD874}" dt="2026-04-30T10:10:40.580" v="416" actId="478"/>
          <ac:picMkLst>
            <pc:docMk/>
            <pc:sldMk cId="2337818834" sldId="290"/>
            <ac:picMk id="3" creationId="{76F380F9-B39E-BD9D-3C8D-A0DADE2D77D4}"/>
          </ac:picMkLst>
        </pc:picChg>
        <pc:picChg chg="add mod">
          <ac:chgData name="Zied Belhocine" userId="200cc0e2b299676e" providerId="LiveId" clId="{22B37D25-ED5E-4AD8-BD0F-D2E8EC8FD874}" dt="2026-04-30T10:10:44.731" v="419" actId="1076"/>
          <ac:picMkLst>
            <pc:docMk/>
            <pc:sldMk cId="2337818834" sldId="290"/>
            <ac:picMk id="5" creationId="{0B52C12D-E29F-6359-172C-AC2C9468198E}"/>
          </ac:picMkLst>
        </pc:picChg>
      </pc:sldChg>
      <pc:sldChg chg="addSp modSp add mod ord">
        <pc:chgData name="Zied Belhocine" userId="200cc0e2b299676e" providerId="LiveId" clId="{22B37D25-ED5E-4AD8-BD0F-D2E8EC8FD874}" dt="2026-04-30T09:35:34.761" v="365" actId="1076"/>
        <pc:sldMkLst>
          <pc:docMk/>
          <pc:sldMk cId="1540917918" sldId="291"/>
        </pc:sldMkLst>
        <pc:picChg chg="add mod">
          <ac:chgData name="Zied Belhocine" userId="200cc0e2b299676e" providerId="LiveId" clId="{22B37D25-ED5E-4AD8-BD0F-D2E8EC8FD874}" dt="2026-04-30T09:35:34.761" v="365" actId="1076"/>
          <ac:picMkLst>
            <pc:docMk/>
            <pc:sldMk cId="1540917918" sldId="291"/>
            <ac:picMk id="3" creationId="{533AC32A-2DA2-014F-C7E8-7201544E888B}"/>
          </ac:picMkLst>
        </pc:picChg>
      </pc:sldChg>
      <pc:sldChg chg="addSp delSp modSp add mod">
        <pc:chgData name="Zied Belhocine" userId="200cc0e2b299676e" providerId="LiveId" clId="{22B37D25-ED5E-4AD8-BD0F-D2E8EC8FD874}" dt="2026-04-30T10:23:22.979" v="466" actId="1076"/>
        <pc:sldMkLst>
          <pc:docMk/>
          <pc:sldMk cId="2711165790" sldId="292"/>
        </pc:sldMkLst>
        <pc:picChg chg="del">
          <ac:chgData name="Zied Belhocine" userId="200cc0e2b299676e" providerId="LiveId" clId="{22B37D25-ED5E-4AD8-BD0F-D2E8EC8FD874}" dt="2026-04-30T10:12:27.633" v="425" actId="478"/>
          <ac:picMkLst>
            <pc:docMk/>
            <pc:sldMk cId="2711165790" sldId="292"/>
            <ac:picMk id="3" creationId="{3CA7F4F5-E99D-FF9C-F782-A95D3C3388E8}"/>
          </ac:picMkLst>
        </pc:picChg>
        <pc:picChg chg="add del mod ord">
          <ac:chgData name="Zied Belhocine" userId="200cc0e2b299676e" providerId="LiveId" clId="{22B37D25-ED5E-4AD8-BD0F-D2E8EC8FD874}" dt="2026-04-30T10:21:35.446" v="451" actId="478"/>
          <ac:picMkLst>
            <pc:docMk/>
            <pc:sldMk cId="2711165790" sldId="292"/>
            <ac:picMk id="4" creationId="{F5842E5D-C73E-7A6B-5C73-7FF1CDDA07D9}"/>
          </ac:picMkLst>
        </pc:picChg>
        <pc:picChg chg="add del mod">
          <ac:chgData name="Zied Belhocine" userId="200cc0e2b299676e" providerId="LiveId" clId="{22B37D25-ED5E-4AD8-BD0F-D2E8EC8FD874}" dt="2026-04-30T10:14:12.441" v="438" actId="478"/>
          <ac:picMkLst>
            <pc:docMk/>
            <pc:sldMk cId="2711165790" sldId="292"/>
            <ac:picMk id="6" creationId="{B4939B3B-DDBF-0556-394C-3C5E03D09B89}"/>
          </ac:picMkLst>
        </pc:picChg>
        <pc:picChg chg="add mod ord">
          <ac:chgData name="Zied Belhocine" userId="200cc0e2b299676e" providerId="LiveId" clId="{22B37D25-ED5E-4AD8-BD0F-D2E8EC8FD874}" dt="2026-04-30T10:23:10.928" v="460" actId="1076"/>
          <ac:picMkLst>
            <pc:docMk/>
            <pc:sldMk cId="2711165790" sldId="292"/>
            <ac:picMk id="8" creationId="{1CC65FDF-2738-C5FB-2A9F-9AEBD61B3E6A}"/>
          </ac:picMkLst>
        </pc:picChg>
        <pc:picChg chg="add del mod">
          <ac:chgData name="Zied Belhocine" userId="200cc0e2b299676e" providerId="LiveId" clId="{22B37D25-ED5E-4AD8-BD0F-D2E8EC8FD874}" dt="2026-04-30T10:22:56.218" v="458" actId="478"/>
          <ac:picMkLst>
            <pc:docMk/>
            <pc:sldMk cId="2711165790" sldId="292"/>
            <ac:picMk id="10" creationId="{AB795D25-1328-ECA2-B5F1-A0F8123FA1E0}"/>
          </ac:picMkLst>
        </pc:picChg>
        <pc:picChg chg="add mod">
          <ac:chgData name="Zied Belhocine" userId="200cc0e2b299676e" providerId="LiveId" clId="{22B37D25-ED5E-4AD8-BD0F-D2E8EC8FD874}" dt="2026-04-30T10:23:22.979" v="466" actId="1076"/>
          <ac:picMkLst>
            <pc:docMk/>
            <pc:sldMk cId="2711165790" sldId="292"/>
            <ac:picMk id="12" creationId="{CF5D0298-DA0E-98C7-8E73-345CD0C7944D}"/>
          </ac:picMkLst>
        </pc:picChg>
      </pc:sldChg>
      <pc:sldChg chg="delSp modSp add del mod">
        <pc:chgData name="Zied Belhocine" userId="200cc0e2b299676e" providerId="LiveId" clId="{22B37D25-ED5E-4AD8-BD0F-D2E8EC8FD874}" dt="2026-04-30T10:25:59.932" v="525" actId="47"/>
        <pc:sldMkLst>
          <pc:docMk/>
          <pc:sldMk cId="2986965140" sldId="293"/>
        </pc:sldMkLst>
        <pc:picChg chg="del mod">
          <ac:chgData name="Zied Belhocine" userId="200cc0e2b299676e" providerId="LiveId" clId="{22B37D25-ED5E-4AD8-BD0F-D2E8EC8FD874}" dt="2026-04-30T10:23:37.757" v="468" actId="478"/>
          <ac:picMkLst>
            <pc:docMk/>
            <pc:sldMk cId="2986965140" sldId="293"/>
            <ac:picMk id="3" creationId="{3CA7F4F5-E99D-FF9C-F782-A95D3C3388E8}"/>
          </ac:picMkLst>
        </pc:picChg>
      </pc:sldChg>
      <pc:sldChg chg="addSp delSp modSp add mod">
        <pc:chgData name="Zied Belhocine" userId="200cc0e2b299676e" providerId="LiveId" clId="{22B37D25-ED5E-4AD8-BD0F-D2E8EC8FD874}" dt="2026-04-30T10:25:44.688" v="523" actId="1076"/>
        <pc:sldMkLst>
          <pc:docMk/>
          <pc:sldMk cId="3996286798" sldId="294"/>
        </pc:sldMkLst>
        <pc:spChg chg="add del mod">
          <ac:chgData name="Zied Belhocine" userId="200cc0e2b299676e" providerId="LiveId" clId="{22B37D25-ED5E-4AD8-BD0F-D2E8EC8FD874}" dt="2026-04-30T10:25:10.725" v="486"/>
          <ac:spMkLst>
            <pc:docMk/>
            <pc:sldMk cId="3996286798" sldId="294"/>
            <ac:spMk id="2" creationId="{75F27F0F-E38E-E262-BBCC-4C1113C64130}"/>
          </ac:spMkLst>
        </pc:spChg>
        <pc:spChg chg="add mod">
          <ac:chgData name="Zied Belhocine" userId="200cc0e2b299676e" providerId="LiveId" clId="{22B37D25-ED5E-4AD8-BD0F-D2E8EC8FD874}" dt="2026-04-30T10:25:44.688" v="523" actId="1076"/>
          <ac:spMkLst>
            <pc:docMk/>
            <pc:sldMk cId="3996286798" sldId="294"/>
            <ac:spMk id="4" creationId="{FB3DFA4E-6B68-1FD7-9A58-975A2A2EFDB2}"/>
          </ac:spMkLst>
        </pc:spChg>
        <pc:spChg chg="del mod">
          <ac:chgData name="Zied Belhocine" userId="200cc0e2b299676e" providerId="LiveId" clId="{22B37D25-ED5E-4AD8-BD0F-D2E8EC8FD874}" dt="2026-04-30T10:24:23.247" v="476" actId="478"/>
          <ac:spMkLst>
            <pc:docMk/>
            <pc:sldMk cId="3996286798" sldId="294"/>
            <ac:spMk id="175" creationId="{00000000-0000-0000-0000-000000000000}"/>
          </ac:spMkLst>
        </pc:spChg>
        <pc:spChg chg="del">
          <ac:chgData name="Zied Belhocine" userId="200cc0e2b299676e" providerId="LiveId" clId="{22B37D25-ED5E-4AD8-BD0F-D2E8EC8FD874}" dt="2026-04-30T10:24:20.779" v="474" actId="478"/>
          <ac:spMkLst>
            <pc:docMk/>
            <pc:sldMk cId="3996286798" sldId="294"/>
            <ac:spMk id="176" creationId="{00000000-0000-0000-0000-000000000000}"/>
          </ac:spMkLst>
        </pc:spChg>
        <pc:spChg chg="del">
          <ac:chgData name="Zied Belhocine" userId="200cc0e2b299676e" providerId="LiveId" clId="{22B37D25-ED5E-4AD8-BD0F-D2E8EC8FD874}" dt="2026-04-30T10:24:26.120" v="478" actId="478"/>
          <ac:spMkLst>
            <pc:docMk/>
            <pc:sldMk cId="3996286798" sldId="294"/>
            <ac:spMk id="181" creationId="{00000000-0000-0000-0000-000000000000}"/>
          </ac:spMkLst>
        </pc:spChg>
        <pc:spChg chg="del">
          <ac:chgData name="Zied Belhocine" userId="200cc0e2b299676e" providerId="LiveId" clId="{22B37D25-ED5E-4AD8-BD0F-D2E8EC8FD874}" dt="2026-04-30T10:24:27.769" v="479" actId="478"/>
          <ac:spMkLst>
            <pc:docMk/>
            <pc:sldMk cId="3996286798" sldId="294"/>
            <ac:spMk id="182" creationId="{00000000-0000-0000-0000-000000000000}"/>
          </ac:spMkLst>
        </pc:spChg>
        <pc:spChg chg="del mod">
          <ac:chgData name="Zied Belhocine" userId="200cc0e2b299676e" providerId="LiveId" clId="{22B37D25-ED5E-4AD8-BD0F-D2E8EC8FD874}" dt="2026-04-30T10:24:25.040" v="477" actId="478"/>
          <ac:spMkLst>
            <pc:docMk/>
            <pc:sldMk cId="3996286798" sldId="294"/>
            <ac:spMk id="183" creationId="{00000000-0000-0000-0000-000000000000}"/>
          </ac:spMkLst>
        </pc:spChg>
        <pc:picChg chg="del">
          <ac:chgData name="Zied Belhocine" userId="200cc0e2b299676e" providerId="LiveId" clId="{22B37D25-ED5E-4AD8-BD0F-D2E8EC8FD874}" dt="2026-04-30T10:24:16.555" v="470" actId="478"/>
          <ac:picMkLst>
            <pc:docMk/>
            <pc:sldMk cId="3996286798" sldId="294"/>
            <ac:picMk id="1026" creationId="{7594A3FE-8B10-EE53-09EF-A94675BB6696}"/>
          </ac:picMkLst>
        </pc:picChg>
        <pc:picChg chg="del">
          <ac:chgData name="Zied Belhocine" userId="200cc0e2b299676e" providerId="LiveId" clId="{22B37D25-ED5E-4AD8-BD0F-D2E8EC8FD874}" dt="2026-04-30T10:24:17.006" v="471" actId="478"/>
          <ac:picMkLst>
            <pc:docMk/>
            <pc:sldMk cId="3996286798" sldId="294"/>
            <ac:picMk id="1028" creationId="{F71DEDBF-CCF7-929D-6183-21878BD0FEBB}"/>
          </ac:picMkLst>
        </pc:picChg>
        <pc:picChg chg="del">
          <ac:chgData name="Zied Belhocine" userId="200cc0e2b299676e" providerId="LiveId" clId="{22B37D25-ED5E-4AD8-BD0F-D2E8EC8FD874}" dt="2026-04-30T10:24:17.396" v="472" actId="478"/>
          <ac:picMkLst>
            <pc:docMk/>
            <pc:sldMk cId="3996286798" sldId="294"/>
            <ac:picMk id="1030" creationId="{0B212455-48FA-D31A-67F4-E0AC3D0BAE82}"/>
          </ac:picMkLst>
        </pc:picChg>
        <pc:picChg chg="add mod">
          <ac:chgData name="Zied Belhocine" userId="200cc0e2b299676e" providerId="LiveId" clId="{22B37D25-ED5E-4AD8-BD0F-D2E8EC8FD874}" dt="2026-04-30T10:25:03.004" v="483" actId="1076"/>
          <ac:picMkLst>
            <pc:docMk/>
            <pc:sldMk cId="3996286798" sldId="294"/>
            <ac:picMk id="2050" creationId="{837D3317-EDA7-BBE4-9AFD-ADACC7E51682}"/>
          </ac:picMkLst>
        </pc:picChg>
      </pc:sldChg>
      <pc:sldChg chg="addSp delSp modSp add mod">
        <pc:chgData name="Zied Belhocine" userId="200cc0e2b299676e" providerId="LiveId" clId="{22B37D25-ED5E-4AD8-BD0F-D2E8EC8FD874}" dt="2026-04-30T10:28:58.923" v="612" actId="1076"/>
        <pc:sldMkLst>
          <pc:docMk/>
          <pc:sldMk cId="1244843456" sldId="295"/>
        </pc:sldMkLst>
        <pc:spChg chg="mod">
          <ac:chgData name="Zied Belhocine" userId="200cc0e2b299676e" providerId="LiveId" clId="{22B37D25-ED5E-4AD8-BD0F-D2E8EC8FD874}" dt="2026-04-30T10:28:15.055" v="604" actId="1076"/>
          <ac:spMkLst>
            <pc:docMk/>
            <pc:sldMk cId="1244843456" sldId="295"/>
            <ac:spMk id="4" creationId="{FB3DFA4E-6B68-1FD7-9A58-975A2A2EFDB2}"/>
          </ac:spMkLst>
        </pc:spChg>
        <pc:picChg chg="del mod">
          <ac:chgData name="Zied Belhocine" userId="200cc0e2b299676e" providerId="LiveId" clId="{22B37D25-ED5E-4AD8-BD0F-D2E8EC8FD874}" dt="2026-04-30T10:28:51.570" v="608" actId="478"/>
          <ac:picMkLst>
            <pc:docMk/>
            <pc:sldMk cId="1244843456" sldId="295"/>
            <ac:picMk id="2050" creationId="{837D3317-EDA7-BBE4-9AFD-ADACC7E51682}"/>
          </ac:picMkLst>
        </pc:picChg>
        <pc:picChg chg="add mod">
          <ac:chgData name="Zied Belhocine" userId="200cc0e2b299676e" providerId="LiveId" clId="{22B37D25-ED5E-4AD8-BD0F-D2E8EC8FD874}" dt="2026-04-30T10:28:58.923" v="612" actId="1076"/>
          <ac:picMkLst>
            <pc:docMk/>
            <pc:sldMk cId="1244843456" sldId="295"/>
            <ac:picMk id="3074" creationId="{9630C8D5-5610-1240-67DB-6EF404106474}"/>
          </ac:picMkLst>
        </pc:picChg>
      </pc:sldChg>
      <pc:sldChg chg="addSp delSp modSp add mod modNotesTx">
        <pc:chgData name="Zied Belhocine" userId="200cc0e2b299676e" providerId="LiveId" clId="{22B37D25-ED5E-4AD8-BD0F-D2E8EC8FD874}" dt="2026-04-30T10:43:33.539" v="1054" actId="20577"/>
        <pc:sldMkLst>
          <pc:docMk/>
          <pc:sldMk cId="1245835169" sldId="296"/>
        </pc:sldMkLst>
        <pc:spChg chg="add mod">
          <ac:chgData name="Zied Belhocine" userId="200cc0e2b299676e" providerId="LiveId" clId="{22B37D25-ED5E-4AD8-BD0F-D2E8EC8FD874}" dt="2026-04-30T10:43:33.539" v="1054" actId="20577"/>
          <ac:spMkLst>
            <pc:docMk/>
            <pc:sldMk cId="1245835169" sldId="296"/>
            <ac:spMk id="4" creationId="{7299DC45-3FA1-3FEF-8807-E755CD8E6E9E}"/>
          </ac:spMkLst>
        </pc:spChg>
        <pc:spChg chg="mod">
          <ac:chgData name="Zied Belhocine" userId="200cc0e2b299676e" providerId="LiveId" clId="{22B37D25-ED5E-4AD8-BD0F-D2E8EC8FD874}" dt="2026-04-30T10:31:39.514" v="659" actId="20577"/>
          <ac:spMkLst>
            <pc:docMk/>
            <pc:sldMk cId="1245835169" sldId="296"/>
            <ac:spMk id="184" creationId="{00000000-0000-0000-0000-000000000000}"/>
          </ac:spMkLst>
        </pc:spChg>
        <pc:picChg chg="add mod">
          <ac:chgData name="Zied Belhocine" userId="200cc0e2b299676e" providerId="LiveId" clId="{22B37D25-ED5E-4AD8-BD0F-D2E8EC8FD874}" dt="2026-04-30T10:40:41.573" v="985" actId="1076"/>
          <ac:picMkLst>
            <pc:docMk/>
            <pc:sldMk cId="1245835169" sldId="296"/>
            <ac:picMk id="3" creationId="{165CEB13-56B9-B465-7E9C-48C94A85D52B}"/>
          </ac:picMkLst>
        </pc:picChg>
        <pc:picChg chg="del">
          <ac:chgData name="Zied Belhocine" userId="200cc0e2b299676e" providerId="LiveId" clId="{22B37D25-ED5E-4AD8-BD0F-D2E8EC8FD874}" dt="2026-04-30T10:31:41.890" v="660" actId="478"/>
          <ac:picMkLst>
            <pc:docMk/>
            <pc:sldMk cId="1245835169" sldId="296"/>
            <ac:picMk id="6" creationId="{B65DAC75-12F2-A35E-EB79-97390515B103}"/>
          </ac:picMkLst>
        </pc:picChg>
      </pc:sldChg>
      <pc:sldChg chg="add del">
        <pc:chgData name="Zied Belhocine" userId="200cc0e2b299676e" providerId="LiveId" clId="{22B37D25-ED5E-4AD8-BD0F-D2E8EC8FD874}" dt="2026-04-30T11:08:17.606" v="1538" actId="47"/>
        <pc:sldMkLst>
          <pc:docMk/>
          <pc:sldMk cId="2305744049" sldId="297"/>
        </pc:sldMkLst>
      </pc:sldChg>
      <pc:sldChg chg="addSp delSp modSp add mod">
        <pc:chgData name="Zied Belhocine" userId="200cc0e2b299676e" providerId="LiveId" clId="{22B37D25-ED5E-4AD8-BD0F-D2E8EC8FD874}" dt="2026-04-30T10:47:45.393" v="1119" actId="20577"/>
        <pc:sldMkLst>
          <pc:docMk/>
          <pc:sldMk cId="2740989876" sldId="298"/>
        </pc:sldMkLst>
        <pc:spChg chg="mod">
          <ac:chgData name="Zied Belhocine" userId="200cc0e2b299676e" providerId="LiveId" clId="{22B37D25-ED5E-4AD8-BD0F-D2E8EC8FD874}" dt="2026-04-30T10:47:45.393" v="1119" actId="20577"/>
          <ac:spMkLst>
            <pc:docMk/>
            <pc:sldMk cId="2740989876" sldId="298"/>
            <ac:spMk id="4" creationId="{7299DC45-3FA1-3FEF-8807-E755CD8E6E9E}"/>
          </ac:spMkLst>
        </pc:spChg>
        <pc:spChg chg="mod">
          <ac:chgData name="Zied Belhocine" userId="200cc0e2b299676e" providerId="LiveId" clId="{22B37D25-ED5E-4AD8-BD0F-D2E8EC8FD874}" dt="2026-04-30T10:39:08.756" v="967" actId="20577"/>
          <ac:spMkLst>
            <pc:docMk/>
            <pc:sldMk cId="2740989876" sldId="298"/>
            <ac:spMk id="184" creationId="{00000000-0000-0000-0000-000000000000}"/>
          </ac:spMkLst>
        </pc:spChg>
        <pc:picChg chg="del">
          <ac:chgData name="Zied Belhocine" userId="200cc0e2b299676e" providerId="LiveId" clId="{22B37D25-ED5E-4AD8-BD0F-D2E8EC8FD874}" dt="2026-04-30T10:39:20.781" v="968" actId="478"/>
          <ac:picMkLst>
            <pc:docMk/>
            <pc:sldMk cId="2740989876" sldId="298"/>
            <ac:picMk id="3" creationId="{165CEB13-56B9-B465-7E9C-48C94A85D52B}"/>
          </ac:picMkLst>
        </pc:picChg>
        <pc:picChg chg="add mod">
          <ac:chgData name="Zied Belhocine" userId="200cc0e2b299676e" providerId="LiveId" clId="{22B37D25-ED5E-4AD8-BD0F-D2E8EC8FD874}" dt="2026-04-30T10:41:35.804" v="1013" actId="1076"/>
          <ac:picMkLst>
            <pc:docMk/>
            <pc:sldMk cId="2740989876" sldId="298"/>
            <ac:picMk id="5" creationId="{562A2191-0F53-E4EF-55BF-1008822F8568}"/>
          </ac:picMkLst>
        </pc:picChg>
      </pc:sldChg>
      <pc:sldChg chg="addSp delSp modSp add mod modNotesTx">
        <pc:chgData name="Zied Belhocine" userId="200cc0e2b299676e" providerId="LiveId" clId="{22B37D25-ED5E-4AD8-BD0F-D2E8EC8FD874}" dt="2026-04-30T10:47:56.773" v="1153" actId="20577"/>
        <pc:sldMkLst>
          <pc:docMk/>
          <pc:sldMk cId="2249988732" sldId="299"/>
        </pc:sldMkLst>
        <pc:spChg chg="mod">
          <ac:chgData name="Zied Belhocine" userId="200cc0e2b299676e" providerId="LiveId" clId="{22B37D25-ED5E-4AD8-BD0F-D2E8EC8FD874}" dt="2026-04-30T10:47:56.773" v="1153" actId="20577"/>
          <ac:spMkLst>
            <pc:docMk/>
            <pc:sldMk cId="2249988732" sldId="299"/>
            <ac:spMk id="4" creationId="{7299DC45-3FA1-3FEF-8807-E755CD8E6E9E}"/>
          </ac:spMkLst>
        </pc:spChg>
        <pc:spChg chg="mod">
          <ac:chgData name="Zied Belhocine" userId="200cc0e2b299676e" providerId="LiveId" clId="{22B37D25-ED5E-4AD8-BD0F-D2E8EC8FD874}" dt="2026-04-30T10:41:41.329" v="1014"/>
          <ac:spMkLst>
            <pc:docMk/>
            <pc:sldMk cId="2249988732" sldId="299"/>
            <ac:spMk id="184" creationId="{00000000-0000-0000-0000-000000000000}"/>
          </ac:spMkLst>
        </pc:spChg>
        <pc:picChg chg="add mod">
          <ac:chgData name="Zied Belhocine" userId="200cc0e2b299676e" providerId="LiveId" clId="{22B37D25-ED5E-4AD8-BD0F-D2E8EC8FD874}" dt="2026-04-30T10:40:10.541" v="982" actId="1076"/>
          <ac:picMkLst>
            <pc:docMk/>
            <pc:sldMk cId="2249988732" sldId="299"/>
            <ac:picMk id="3" creationId="{1E3E2D1F-D016-0411-2889-BA742A6A85C3}"/>
          </ac:picMkLst>
        </pc:picChg>
        <pc:picChg chg="del">
          <ac:chgData name="Zied Belhocine" userId="200cc0e2b299676e" providerId="LiveId" clId="{22B37D25-ED5E-4AD8-BD0F-D2E8EC8FD874}" dt="2026-04-30T10:39:56.401" v="977" actId="478"/>
          <ac:picMkLst>
            <pc:docMk/>
            <pc:sldMk cId="2249988732" sldId="299"/>
            <ac:picMk id="5" creationId="{562A2191-0F53-E4EF-55BF-1008822F8568}"/>
          </ac:picMkLst>
        </pc:picChg>
      </pc:sldChg>
      <pc:sldChg chg="addSp delSp modSp add mod">
        <pc:chgData name="Zied Belhocine" userId="200cc0e2b299676e" providerId="LiveId" clId="{22B37D25-ED5E-4AD8-BD0F-D2E8EC8FD874}" dt="2026-04-30T10:50:44.597" v="1241" actId="20577"/>
        <pc:sldMkLst>
          <pc:docMk/>
          <pc:sldMk cId="3711846538" sldId="300"/>
        </pc:sldMkLst>
        <pc:spChg chg="mod">
          <ac:chgData name="Zied Belhocine" userId="200cc0e2b299676e" providerId="LiveId" clId="{22B37D25-ED5E-4AD8-BD0F-D2E8EC8FD874}" dt="2026-04-30T10:50:44.597" v="1241" actId="20577"/>
          <ac:spMkLst>
            <pc:docMk/>
            <pc:sldMk cId="3711846538" sldId="300"/>
            <ac:spMk id="4" creationId="{7299DC45-3FA1-3FEF-8807-E755CD8E6E9E}"/>
          </ac:spMkLst>
        </pc:spChg>
        <pc:spChg chg="mod">
          <ac:chgData name="Zied Belhocine" userId="200cc0e2b299676e" providerId="LiveId" clId="{22B37D25-ED5E-4AD8-BD0F-D2E8EC8FD874}" dt="2026-04-30T10:49:46.545" v="1159" actId="20577"/>
          <ac:spMkLst>
            <pc:docMk/>
            <pc:sldMk cId="3711846538" sldId="300"/>
            <ac:spMk id="184" creationId="{00000000-0000-0000-0000-000000000000}"/>
          </ac:spMkLst>
        </pc:spChg>
        <pc:picChg chg="del">
          <ac:chgData name="Zied Belhocine" userId="200cc0e2b299676e" providerId="LiveId" clId="{22B37D25-ED5E-4AD8-BD0F-D2E8EC8FD874}" dt="2026-04-30T10:49:49.257" v="1160" actId="478"/>
          <ac:picMkLst>
            <pc:docMk/>
            <pc:sldMk cId="3711846538" sldId="300"/>
            <ac:picMk id="3" creationId="{1E3E2D1F-D016-0411-2889-BA742A6A85C3}"/>
          </ac:picMkLst>
        </pc:picChg>
        <pc:picChg chg="add mod">
          <ac:chgData name="Zied Belhocine" userId="200cc0e2b299676e" providerId="LiveId" clId="{22B37D25-ED5E-4AD8-BD0F-D2E8EC8FD874}" dt="2026-04-30T10:50:02.478" v="1165" actId="1076"/>
          <ac:picMkLst>
            <pc:docMk/>
            <pc:sldMk cId="3711846538" sldId="300"/>
            <ac:picMk id="5" creationId="{103C83E1-2AA6-E456-4438-A397E6672BA0}"/>
          </ac:picMkLst>
        </pc:picChg>
      </pc:sldChg>
      <pc:sldChg chg="addSp delSp modSp add mod">
        <pc:chgData name="Zied Belhocine" userId="200cc0e2b299676e" providerId="LiveId" clId="{22B37D25-ED5E-4AD8-BD0F-D2E8EC8FD874}" dt="2026-04-30T10:54:46.902" v="1287" actId="1076"/>
        <pc:sldMkLst>
          <pc:docMk/>
          <pc:sldMk cId="2494291506" sldId="301"/>
        </pc:sldMkLst>
        <pc:spChg chg="mod">
          <ac:chgData name="Zied Belhocine" userId="200cc0e2b299676e" providerId="LiveId" clId="{22B37D25-ED5E-4AD8-BD0F-D2E8EC8FD874}" dt="2026-04-30T10:53:29.581" v="1281" actId="20577"/>
          <ac:spMkLst>
            <pc:docMk/>
            <pc:sldMk cId="2494291506" sldId="301"/>
            <ac:spMk id="4" creationId="{FB3DFA4E-6B68-1FD7-9A58-975A2A2EFDB2}"/>
          </ac:spMkLst>
        </pc:spChg>
        <pc:picChg chg="del">
          <ac:chgData name="Zied Belhocine" userId="200cc0e2b299676e" providerId="LiveId" clId="{22B37D25-ED5E-4AD8-BD0F-D2E8EC8FD874}" dt="2026-04-30T10:53:46.361" v="1283" actId="478"/>
          <ac:picMkLst>
            <pc:docMk/>
            <pc:sldMk cId="2494291506" sldId="301"/>
            <ac:picMk id="3074" creationId="{9630C8D5-5610-1240-67DB-6EF404106474}"/>
          </ac:picMkLst>
        </pc:picChg>
        <pc:picChg chg="add del">
          <ac:chgData name="Zied Belhocine" userId="200cc0e2b299676e" providerId="LiveId" clId="{22B37D25-ED5E-4AD8-BD0F-D2E8EC8FD874}" dt="2026-04-30T10:53:46.361" v="1283" actId="478"/>
          <ac:picMkLst>
            <pc:docMk/>
            <pc:sldMk cId="2494291506" sldId="301"/>
            <ac:picMk id="5122" creationId="{FDA7B86B-0419-2E40-8933-24CDB2B7790C}"/>
          </ac:picMkLst>
        </pc:picChg>
        <pc:picChg chg="add mod">
          <ac:chgData name="Zied Belhocine" userId="200cc0e2b299676e" providerId="LiveId" clId="{22B37D25-ED5E-4AD8-BD0F-D2E8EC8FD874}" dt="2026-04-30T10:54:46.902" v="1287" actId="1076"/>
          <ac:picMkLst>
            <pc:docMk/>
            <pc:sldMk cId="2494291506" sldId="301"/>
            <ac:picMk id="5124" creationId="{B86619C4-E7B2-BC4D-7459-7C138E60FE47}"/>
          </ac:picMkLst>
        </pc:picChg>
      </pc:sldChg>
      <pc:sldChg chg="modSp add mod ord">
        <pc:chgData name="Zied Belhocine" userId="200cc0e2b299676e" providerId="LiveId" clId="{22B37D25-ED5E-4AD8-BD0F-D2E8EC8FD874}" dt="2026-04-30T11:14:24.640" v="1934" actId="20577"/>
        <pc:sldMkLst>
          <pc:docMk/>
          <pc:sldMk cId="618552041" sldId="302"/>
        </pc:sldMkLst>
        <pc:spChg chg="mod">
          <ac:chgData name="Zied Belhocine" userId="200cc0e2b299676e" providerId="LiveId" clId="{22B37D25-ED5E-4AD8-BD0F-D2E8EC8FD874}" dt="2026-04-30T11:14:24.640" v="1934" actId="20577"/>
          <ac:spMkLst>
            <pc:docMk/>
            <pc:sldMk cId="618552041" sldId="302"/>
            <ac:spMk id="3" creationId="{D87F7EC1-DC9F-141A-793D-34226CF79941}"/>
          </ac:spMkLst>
        </pc:spChg>
        <pc:spChg chg="mod">
          <ac:chgData name="Zied Belhocine" userId="200cc0e2b299676e" providerId="LiveId" clId="{22B37D25-ED5E-4AD8-BD0F-D2E8EC8FD874}" dt="2026-04-30T11:11:24.696" v="1658" actId="20577"/>
          <ac:spMkLst>
            <pc:docMk/>
            <pc:sldMk cId="618552041" sldId="302"/>
            <ac:spMk id="184" creationId="{00000000-0000-0000-0000-000000000000}"/>
          </ac:spMkLst>
        </pc:spChg>
      </pc:sldChg>
      <pc:sldChg chg="addSp delSp modSp add del mod">
        <pc:chgData name="Zied Belhocine" userId="200cc0e2b299676e" providerId="LiveId" clId="{22B37D25-ED5E-4AD8-BD0F-D2E8EC8FD874}" dt="2026-04-30T11:28:19.691" v="2028" actId="1076"/>
        <pc:sldMkLst>
          <pc:docMk/>
          <pc:sldMk cId="1850005848" sldId="303"/>
        </pc:sldMkLst>
        <pc:spChg chg="mod">
          <ac:chgData name="Zied Belhocine" userId="200cc0e2b299676e" providerId="LiveId" clId="{22B37D25-ED5E-4AD8-BD0F-D2E8EC8FD874}" dt="2026-04-30T11:15:15.463" v="2004" actId="1076"/>
          <ac:spMkLst>
            <pc:docMk/>
            <pc:sldMk cId="1850005848" sldId="303"/>
            <ac:spMk id="4" creationId="{7299DC45-3FA1-3FEF-8807-E755CD8E6E9E}"/>
          </ac:spMkLst>
        </pc:spChg>
        <pc:spChg chg="mod">
          <ac:chgData name="Zied Belhocine" userId="200cc0e2b299676e" providerId="LiveId" clId="{22B37D25-ED5E-4AD8-BD0F-D2E8EC8FD874}" dt="2026-04-30T11:22:46.096" v="2017" actId="20577"/>
          <ac:spMkLst>
            <pc:docMk/>
            <pc:sldMk cId="1850005848" sldId="303"/>
            <ac:spMk id="184" creationId="{00000000-0000-0000-0000-000000000000}"/>
          </ac:spMkLst>
        </pc:spChg>
        <pc:picChg chg="add del mod">
          <ac:chgData name="Zied Belhocine" userId="200cc0e2b299676e" providerId="LiveId" clId="{22B37D25-ED5E-4AD8-BD0F-D2E8EC8FD874}" dt="2026-04-30T11:22:14.174" v="2007" actId="478"/>
          <ac:picMkLst>
            <pc:docMk/>
            <pc:sldMk cId="1850005848" sldId="303"/>
            <ac:picMk id="3" creationId="{EBE32282-4FC4-E117-459C-2721135DAFC1}"/>
          </ac:picMkLst>
        </pc:picChg>
        <pc:picChg chg="del">
          <ac:chgData name="Zied Belhocine" userId="200cc0e2b299676e" providerId="LiveId" clId="{22B37D25-ED5E-4AD8-BD0F-D2E8EC8FD874}" dt="2026-04-30T11:14:41.326" v="1938" actId="478"/>
          <ac:picMkLst>
            <pc:docMk/>
            <pc:sldMk cId="1850005848" sldId="303"/>
            <ac:picMk id="5" creationId="{103C83E1-2AA6-E456-4438-A397E6672BA0}"/>
          </ac:picMkLst>
        </pc:picChg>
        <pc:picChg chg="add del mod">
          <ac:chgData name="Zied Belhocine" userId="200cc0e2b299676e" providerId="LiveId" clId="{22B37D25-ED5E-4AD8-BD0F-D2E8EC8FD874}" dt="2026-04-30T11:23:22.849" v="2018" actId="478"/>
          <ac:picMkLst>
            <pc:docMk/>
            <pc:sldMk cId="1850005848" sldId="303"/>
            <ac:picMk id="7" creationId="{0A78C7C1-907A-D886-8BCE-CB7E8A71EB1B}"/>
          </ac:picMkLst>
        </pc:picChg>
        <pc:picChg chg="add del mod">
          <ac:chgData name="Zied Belhocine" userId="200cc0e2b299676e" providerId="LiveId" clId="{22B37D25-ED5E-4AD8-BD0F-D2E8EC8FD874}" dt="2026-04-30T11:28:15.449" v="2025" actId="478"/>
          <ac:picMkLst>
            <pc:docMk/>
            <pc:sldMk cId="1850005848" sldId="303"/>
            <ac:picMk id="9" creationId="{DCC7D2F2-90C0-6652-AE47-3CAE5ABC5437}"/>
          </ac:picMkLst>
        </pc:picChg>
        <pc:picChg chg="add mod">
          <ac:chgData name="Zied Belhocine" userId="200cc0e2b299676e" providerId="LiveId" clId="{22B37D25-ED5E-4AD8-BD0F-D2E8EC8FD874}" dt="2026-04-30T11:28:19.691" v="2028" actId="1076"/>
          <ac:picMkLst>
            <pc:docMk/>
            <pc:sldMk cId="1850005848" sldId="303"/>
            <ac:picMk id="11" creationId="{C117D793-D210-3209-683E-2A246B58AB87}"/>
          </ac:picMkLst>
        </pc:picChg>
      </pc:sldChg>
      <pc:sldChg chg="add">
        <pc:chgData name="Zied Belhocine" userId="200cc0e2b299676e" providerId="LiveId" clId="{22B37D25-ED5E-4AD8-BD0F-D2E8EC8FD874}" dt="2026-04-30T11:26:07.197" v="2024"/>
        <pc:sldMkLst>
          <pc:docMk/>
          <pc:sldMk cId="121456264" sldId="304"/>
        </pc:sldMkLst>
      </pc:sldChg>
      <pc:sldMasterChg chg="del delSldLayout">
        <pc:chgData name="Zied Belhocine" userId="200cc0e2b299676e" providerId="LiveId" clId="{22B37D25-ED5E-4AD8-BD0F-D2E8EC8FD874}" dt="2026-04-30T10:04:27.072" v="369" actId="47"/>
        <pc:sldMasterMkLst>
          <pc:docMk/>
          <pc:sldMasterMk cId="0" sldId="2147483696"/>
        </pc:sldMasterMkLst>
        <pc:sldLayoutChg chg="del">
          <pc:chgData name="Zied Belhocine" userId="200cc0e2b299676e" providerId="LiveId" clId="{22B37D25-ED5E-4AD8-BD0F-D2E8EC8FD874}" dt="2026-04-30T10:04:27.072" v="369" actId="47"/>
          <pc:sldLayoutMkLst>
            <pc:docMk/>
            <pc:sldMasterMk cId="0" sldId="2147483696"/>
            <pc:sldLayoutMk cId="0" sldId="2147483697"/>
          </pc:sldLayoutMkLst>
        </pc:sldLayoutChg>
      </pc:sldMasterChg>
      <pc:sldMasterChg chg="del delSldLayout">
        <pc:chgData name="Zied Belhocine" userId="200cc0e2b299676e" providerId="LiveId" clId="{22B37D25-ED5E-4AD8-BD0F-D2E8EC8FD874}" dt="2026-04-30T10:04:33.630" v="381" actId="47"/>
        <pc:sldMasterMkLst>
          <pc:docMk/>
          <pc:sldMasterMk cId="0" sldId="2147483698"/>
        </pc:sldMasterMkLst>
        <pc:sldLayoutChg chg="del">
          <pc:chgData name="Zied Belhocine" userId="200cc0e2b299676e" providerId="LiveId" clId="{22B37D25-ED5E-4AD8-BD0F-D2E8EC8FD874}" dt="2026-04-30T10:04:33.630" v="381" actId="47"/>
          <pc:sldLayoutMkLst>
            <pc:docMk/>
            <pc:sldMasterMk cId="0" sldId="2147483698"/>
            <pc:sldLayoutMk cId="0" sldId="214748369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5"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fr-FR" sz="4400" b="0" strike="noStrike" spc="-1">
                <a:solidFill>
                  <a:srgbClr val="000000"/>
                </a:solidFill>
                <a:latin typeface="Arial"/>
              </a:rPr>
              <a:t>Cliquez pour déplacer la diapo</a:t>
            </a:r>
          </a:p>
        </p:txBody>
      </p:sp>
      <p:sp>
        <p:nvSpPr>
          <p:cNvPr id="156"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fr-FR" sz="2000" b="0" strike="noStrike" spc="-1">
                <a:solidFill>
                  <a:srgbClr val="000000"/>
                </a:solidFill>
                <a:latin typeface="Arial"/>
              </a:rPr>
              <a:t>Cliquez pour modifier le format des notes</a:t>
            </a:r>
          </a:p>
        </p:txBody>
      </p:sp>
      <p:sp>
        <p:nvSpPr>
          <p:cNvPr id="157"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fr-FR" sz="1400" b="0" strike="noStrike" spc="-1">
                <a:solidFill>
                  <a:srgbClr val="000000"/>
                </a:solidFill>
                <a:latin typeface="Times New Roman"/>
              </a:rPr>
              <a:t>&lt;en-tête&gt;</a:t>
            </a:r>
          </a:p>
        </p:txBody>
      </p:sp>
      <p:sp>
        <p:nvSpPr>
          <p:cNvPr id="158" name="PlaceHolder 4"/>
          <p:cNvSpPr>
            <a:spLocks noGrp="1"/>
          </p:cNvSpPr>
          <p:nvPr>
            <p:ph type="dt" idx="32"/>
          </p:nvPr>
        </p:nvSpPr>
        <p:spPr>
          <a:xfrm>
            <a:off x="4278960" y="0"/>
            <a:ext cx="3280680" cy="534240"/>
          </a:xfrm>
          <a:prstGeom prst="rect">
            <a:avLst/>
          </a:prstGeom>
          <a:noFill/>
          <a:ln w="0">
            <a:noFill/>
          </a:ln>
        </p:spPr>
        <p:txBody>
          <a:bodyPr lIns="0" tIns="0" rIns="0" bIns="0" anchor="t">
            <a:noAutofit/>
          </a:bodyPr>
          <a:lstStyle>
            <a:lvl1pPr indent="0" algn="r">
              <a:buNone/>
              <a:defRPr lang="fr-FR" sz="1400" b="0" strike="noStrike" spc="-1">
                <a:solidFill>
                  <a:srgbClr val="000000"/>
                </a:solidFill>
                <a:latin typeface="Times New Roman"/>
              </a:defRPr>
            </a:lvl1pPr>
          </a:lstStyle>
          <a:p>
            <a:pPr indent="0" algn="r">
              <a:buNone/>
            </a:pPr>
            <a:r>
              <a:rPr lang="fr-FR" sz="1400" b="0" strike="noStrike" spc="-1">
                <a:solidFill>
                  <a:srgbClr val="000000"/>
                </a:solidFill>
                <a:latin typeface="Times New Roman"/>
              </a:rPr>
              <a:t>&lt;date/heure&gt;</a:t>
            </a:r>
          </a:p>
        </p:txBody>
      </p:sp>
      <p:sp>
        <p:nvSpPr>
          <p:cNvPr id="159" name="PlaceHolder 5"/>
          <p:cNvSpPr>
            <a:spLocks noGrp="1"/>
          </p:cNvSpPr>
          <p:nvPr>
            <p:ph type="ftr" idx="33"/>
          </p:nvPr>
        </p:nvSpPr>
        <p:spPr>
          <a:xfrm>
            <a:off x="0" y="10157400"/>
            <a:ext cx="3280680" cy="534240"/>
          </a:xfrm>
          <a:prstGeom prst="rect">
            <a:avLst/>
          </a:prstGeom>
          <a:noFill/>
          <a:ln w="0">
            <a:noFill/>
          </a:ln>
        </p:spPr>
        <p:txBody>
          <a:bodyPr lIns="0" tIns="0" rIns="0" bIns="0" anchor="b">
            <a:noAutofit/>
          </a:bodyPr>
          <a:lstStyle>
            <a:lvl1pPr indent="0">
              <a:buNone/>
              <a:defRPr lang="fr-FR" sz="1400" b="0" strike="noStrike" spc="-1">
                <a:solidFill>
                  <a:srgbClr val="000000"/>
                </a:solidFill>
                <a:latin typeface="Times New Roman"/>
              </a:defRPr>
            </a:lvl1pPr>
          </a:lstStyle>
          <a:p>
            <a:pPr indent="0">
              <a:buNone/>
            </a:pPr>
            <a:r>
              <a:rPr lang="fr-FR" sz="1400" b="0" strike="noStrike" spc="-1">
                <a:solidFill>
                  <a:srgbClr val="000000"/>
                </a:solidFill>
                <a:latin typeface="Times New Roman"/>
              </a:rPr>
              <a:t>&lt;pied de page&gt;</a:t>
            </a:r>
          </a:p>
        </p:txBody>
      </p:sp>
      <p:sp>
        <p:nvSpPr>
          <p:cNvPr id="160" name="PlaceHolder 6"/>
          <p:cNvSpPr>
            <a:spLocks noGrp="1"/>
          </p:cNvSpPr>
          <p:nvPr>
            <p:ph type="sldNum" idx="34"/>
          </p:nvPr>
        </p:nvSpPr>
        <p:spPr>
          <a:xfrm>
            <a:off x="4278960" y="10157400"/>
            <a:ext cx="3280680" cy="534240"/>
          </a:xfrm>
          <a:prstGeom prst="rect">
            <a:avLst/>
          </a:prstGeom>
          <a:noFill/>
          <a:ln w="0">
            <a:noFill/>
          </a:ln>
        </p:spPr>
        <p:txBody>
          <a:bodyPr lIns="0" tIns="0" rIns="0" bIns="0" anchor="b">
            <a:noAutofit/>
          </a:bodyPr>
          <a:lstStyle>
            <a:lvl1pPr indent="0" algn="r">
              <a:buNone/>
              <a:defRPr lang="fr-FR" sz="1400" b="0" strike="noStrike" spc="-1">
                <a:solidFill>
                  <a:srgbClr val="000000"/>
                </a:solidFill>
                <a:latin typeface="Times New Roman"/>
              </a:defRPr>
            </a:lvl1pPr>
          </a:lstStyle>
          <a:p>
            <a:pPr indent="0" algn="r">
              <a:buNone/>
            </a:pPr>
            <a:fld id="{2EE7D091-9705-4E81-9A4E-406F0E02123C}" type="slidenum">
              <a:rPr lang="fr-FR" sz="1400" b="0" strike="noStrike" spc="-1">
                <a:solidFill>
                  <a:srgbClr val="000000"/>
                </a:solidFill>
                <a:latin typeface="Times New Roman"/>
              </a:rPr>
              <a:t>‹N°›</a:t>
            </a:fld>
            <a:endParaRPr lang="fr-FR"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PlaceHolder 1"/>
          <p:cNvSpPr>
            <a:spLocks noGrp="1" noRot="1" noChangeAspect="1"/>
          </p:cNvSpPr>
          <p:nvPr>
            <p:ph type="sldImg"/>
          </p:nvPr>
        </p:nvSpPr>
        <p:spPr>
          <a:xfrm>
            <a:off x="685800" y="1143000"/>
            <a:ext cx="5484813" cy="3084513"/>
          </a:xfrm>
          <a:prstGeom prst="rect">
            <a:avLst/>
          </a:prstGeom>
          <a:ln w="0">
            <a:noFill/>
          </a:ln>
        </p:spPr>
      </p:sp>
      <p:sp>
        <p:nvSpPr>
          <p:cNvPr id="291"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292" name="PlaceHolder 3"/>
          <p:cNvSpPr>
            <a:spLocks noGrp="1"/>
          </p:cNvSpPr>
          <p:nvPr>
            <p:ph type="sldNum" idx="67"/>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993050FE-1775-4AFF-9AA8-414FD1684F29}" type="slidenum">
              <a:rPr lang="fr" sz="1400" b="0" strike="noStrike" spc="-1">
                <a:solidFill>
                  <a:srgbClr val="000000"/>
                </a:solidFill>
                <a:latin typeface="Arial"/>
                <a:ea typeface="Arial"/>
              </a:rPr>
              <a:t>1</a:t>
            </a:fld>
            <a:endParaRPr lang="fr-FR" sz="14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PlaceHolder 1"/>
          <p:cNvSpPr>
            <a:spLocks noGrp="1" noRot="1" noChangeAspect="1"/>
          </p:cNvSpPr>
          <p:nvPr>
            <p:ph type="sldImg"/>
          </p:nvPr>
        </p:nvSpPr>
        <p:spPr>
          <a:xfrm>
            <a:off x="685800" y="1143000"/>
            <a:ext cx="5484813" cy="3084513"/>
          </a:xfrm>
          <a:prstGeom prst="rect">
            <a:avLst/>
          </a:prstGeom>
          <a:ln w="0">
            <a:noFill/>
          </a:ln>
        </p:spPr>
      </p:sp>
      <p:sp>
        <p:nvSpPr>
          <p:cNvPr id="294"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fr-FR" sz="1100" b="0" strike="noStrike" spc="-1">
                <a:solidFill>
                  <a:srgbClr val="000000"/>
                </a:solidFill>
                <a:latin typeface="Arial"/>
              </a:rPr>
              <a:t>Contexte du projet</a:t>
            </a:r>
          </a:p>
        </p:txBody>
      </p:sp>
      <p:sp>
        <p:nvSpPr>
          <p:cNvPr id="295" name="PlaceHolder 3"/>
          <p:cNvSpPr>
            <a:spLocks noGrp="1"/>
          </p:cNvSpPr>
          <p:nvPr>
            <p:ph type="sldNum" idx="68"/>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8CAE9E3B-D721-4D18-A1D0-98E68DFCA68E}" type="slidenum">
              <a:rPr lang="fr" sz="1400" b="0" strike="noStrike" spc="-1">
                <a:solidFill>
                  <a:srgbClr val="000000"/>
                </a:solidFill>
                <a:latin typeface="Arial"/>
                <a:ea typeface="Arial"/>
              </a:rPr>
              <a:t>2</a:t>
            </a:fld>
            <a:endParaRPr lang="fr-FR" sz="14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noRot="1" noChangeAspect="1"/>
          </p:cNvSpPr>
          <p:nvPr>
            <p:ph type="sldImg"/>
          </p:nvPr>
        </p:nvSpPr>
        <p:spPr>
          <a:xfrm>
            <a:off x="685800" y="1143000"/>
            <a:ext cx="5484813" cy="3084513"/>
          </a:xfrm>
          <a:prstGeom prst="rect">
            <a:avLst/>
          </a:prstGeom>
          <a:ln w="0">
            <a:noFill/>
          </a:ln>
        </p:spPr>
      </p:sp>
      <p:sp>
        <p:nvSpPr>
          <p:cNvPr id="300"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1" name="PlaceHolder 3"/>
          <p:cNvSpPr>
            <a:spLocks noGrp="1"/>
          </p:cNvSpPr>
          <p:nvPr>
            <p:ph type="sldNum" idx="70"/>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D48A4309-3229-4A9A-8D62-520DF2AE2F29}" type="slidenum">
              <a:rPr lang="fr" sz="1400" b="0" strike="noStrike" spc="-1">
                <a:solidFill>
                  <a:srgbClr val="000000"/>
                </a:solidFill>
                <a:latin typeface="Arial"/>
                <a:ea typeface="Arial"/>
              </a:rPr>
              <a:t>3</a:t>
            </a:fld>
            <a:endParaRPr lang="fr-FR" sz="1400" b="0" strike="noStrike" spc="-1">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noRot="1" noChangeAspect="1"/>
          </p:cNvSpPr>
          <p:nvPr>
            <p:ph type="sldImg"/>
          </p:nvPr>
        </p:nvSpPr>
        <p:spPr>
          <a:xfrm>
            <a:off x="685800" y="1143000"/>
            <a:ext cx="5484813" cy="3084513"/>
          </a:xfrm>
          <a:prstGeom prst="rect">
            <a:avLst/>
          </a:prstGeom>
          <a:ln w="0">
            <a:noFill/>
          </a:ln>
        </p:spPr>
      </p:sp>
      <p:sp>
        <p:nvSpPr>
          <p:cNvPr id="300"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1" name="PlaceHolder 3"/>
          <p:cNvSpPr>
            <a:spLocks noGrp="1"/>
          </p:cNvSpPr>
          <p:nvPr>
            <p:ph type="sldNum" idx="70"/>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D48A4309-3229-4A9A-8D62-520DF2AE2F29}" type="slidenum">
              <a:rPr lang="fr" sz="1400" b="0" strike="noStrike" spc="-1">
                <a:solidFill>
                  <a:srgbClr val="000000"/>
                </a:solidFill>
                <a:latin typeface="Arial"/>
                <a:ea typeface="Arial"/>
              </a:rPr>
              <a:t>4</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40666638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dirty="0">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5</a:t>
            </a:fld>
            <a:endParaRPr lang="fr-FR" sz="14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6</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12427319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7</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23371117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8</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19883851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9</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34136918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noRot="1" noChangeAspect="1"/>
          </p:cNvSpPr>
          <p:nvPr>
            <p:ph type="sldImg"/>
          </p:nvPr>
        </p:nvSpPr>
        <p:spPr>
          <a:xfrm>
            <a:off x="685800" y="1143000"/>
            <a:ext cx="5484813" cy="3084513"/>
          </a:xfrm>
          <a:prstGeom prst="rect">
            <a:avLst/>
          </a:prstGeom>
          <a:ln w="0">
            <a:noFill/>
          </a:ln>
        </p:spPr>
      </p:sp>
      <p:sp>
        <p:nvSpPr>
          <p:cNvPr id="300"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1" name="PlaceHolder 3"/>
          <p:cNvSpPr>
            <a:spLocks noGrp="1"/>
          </p:cNvSpPr>
          <p:nvPr>
            <p:ph type="sldNum" idx="70"/>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D48A4309-3229-4A9A-8D62-520DF2AE2F29}" type="slidenum">
              <a:rPr lang="fr" sz="1400" b="0" strike="noStrike" spc="-1">
                <a:solidFill>
                  <a:srgbClr val="000000"/>
                </a:solidFill>
                <a:latin typeface="Arial"/>
                <a:ea typeface="Arial"/>
              </a:rPr>
              <a:t>10</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8207099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11</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7879672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12</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1625242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13</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23915623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14</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22961991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15</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26660309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16</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8153469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17</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34880249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18</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21199588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noRot="1" noChangeAspect="1"/>
          </p:cNvSpPr>
          <p:nvPr>
            <p:ph type="sldImg"/>
          </p:nvPr>
        </p:nvSpPr>
        <p:spPr>
          <a:xfrm>
            <a:off x="685800" y="1143000"/>
            <a:ext cx="5484813" cy="3084513"/>
          </a:xfrm>
          <a:prstGeom prst="rect">
            <a:avLst/>
          </a:prstGeom>
          <a:ln w="0">
            <a:noFill/>
          </a:ln>
        </p:spPr>
      </p:sp>
      <p:sp>
        <p:nvSpPr>
          <p:cNvPr id="300"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1" name="PlaceHolder 3"/>
          <p:cNvSpPr>
            <a:spLocks noGrp="1"/>
          </p:cNvSpPr>
          <p:nvPr>
            <p:ph type="sldNum" idx="70"/>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D48A4309-3229-4A9A-8D62-520DF2AE2F29}" type="slidenum">
              <a:rPr lang="fr" sz="1400" b="0" strike="noStrike" spc="-1">
                <a:solidFill>
                  <a:srgbClr val="000000"/>
                </a:solidFill>
                <a:latin typeface="Arial"/>
                <a:ea typeface="Arial"/>
              </a:rPr>
              <a:t>19</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32543559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4000" b="0" i="0" dirty="0">
                <a:solidFill>
                  <a:srgbClr val="BBBEBF"/>
                </a:solidFill>
                <a:effectLst/>
                <a:latin typeface="Consolas" panose="020B0609020204030204" pitchFamily="49" charset="0"/>
              </a:rPr>
              <a:t>Statistique Chi-2: 147.11906816131497 </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4000" b="0" i="0" dirty="0">
                <a:solidFill>
                  <a:srgbClr val="BBBEBF"/>
                </a:solidFill>
                <a:effectLst/>
                <a:latin typeface="Consolas" panose="020B0609020204030204" pitchFamily="49" charset="0"/>
              </a:rPr>
              <a:t>Valeur p: 1.1310980597090762e-32 </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4000" b="0" i="0" dirty="0">
                <a:solidFill>
                  <a:srgbClr val="BBBEBF"/>
                </a:solidFill>
                <a:effectLst/>
                <a:latin typeface="Consolas" panose="020B0609020204030204" pitchFamily="49" charset="0"/>
              </a:rPr>
              <a:t>Degrés de liberté: 2</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40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2800" b="0" dirty="0">
                <a:solidFill>
                  <a:srgbClr val="BBBEBF"/>
                </a:solidFill>
                <a:effectLst/>
                <a:latin typeface="Consolas" panose="020B0609020204030204" pitchFamily="49" charset="0"/>
              </a:rPr>
              <a:t>Grands échantillons : Bien qu'ils puissent réduire l'erreur standard et rendre un test plus sensible aux petites différences, les grands échantillons peuvent aussi détecter des différences qui, bien que statistiquement significatives, sont pratiquement insignifiantes. Ceci peut conduire à des conclusions erronées sur l'importance des effets observés. À l'inverse de l’exemple précédent, un très grand échantillon pourrait détecter de petites différences qui, bien que statistiquement significatives, ne sont pas nécessairement importantes du point de vue commercial. Par exemple, une légère amélioration de la satisfaction client peut être détectée mais ne justifie pas un changement de stratégie coûteux.</a:t>
            </a:r>
          </a:p>
          <a:p>
            <a:pPr marL="216000" indent="-216000">
              <a:buNone/>
            </a:pPr>
            <a:endParaRPr lang="fr-FR" sz="1800" b="0" strike="noStrike" spc="-1" dirty="0">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20</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23859673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a:solidFill>
                  <a:srgbClr val="BBBEBF"/>
                </a:solidFill>
                <a:effectLst/>
                <a:latin typeface="Consolas" panose="020B0609020204030204" pitchFamily="49" charset="0"/>
              </a:rPr>
              <a:t>Spearman :Coefficient de corrélation de Spearman: -0.185</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a:solidFill>
                  <a:srgbClr val="BBBEBF"/>
                </a:solidFill>
                <a:effectLst/>
                <a:latin typeface="Consolas" panose="020B0609020204030204" pitchFamily="49" charset="0"/>
              </a:rPr>
              <a:t> Valeur p: 3.788264262141816e-67 =&gt;</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err="1">
                <a:solidFill>
                  <a:srgbClr val="BBBEBF"/>
                </a:solidFill>
                <a:effectLst/>
                <a:latin typeface="Consolas" panose="020B0609020204030204" pitchFamily="49" charset="0"/>
              </a:rPr>
              <a:t>Anova</a:t>
            </a:r>
            <a:r>
              <a:rPr lang="fr-FR" sz="5400" b="0" i="0" dirty="0">
                <a:solidFill>
                  <a:srgbClr val="BBBEBF"/>
                </a:solidFill>
                <a:effectLst/>
                <a:latin typeface="Consolas" panose="020B0609020204030204" pitchFamily="49" charset="0"/>
              </a:rPr>
              <a:t>:</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7200" b="0" i="0" dirty="0">
                <a:solidFill>
                  <a:srgbClr val="BBBEBF"/>
                </a:solidFill>
                <a:effectLst/>
                <a:latin typeface="Consolas" panose="020B0609020204030204" pitchFamily="49" charset="0"/>
              </a:rPr>
              <a:t>Statistique de test F: 133.51670570771168</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7200" b="0" i="0" dirty="0">
                <a:solidFill>
                  <a:srgbClr val="BBBEBF"/>
                </a:solidFill>
                <a:effectLst/>
                <a:latin typeface="Consolas" panose="020B0609020204030204" pitchFamily="49" charset="0"/>
              </a:rPr>
              <a:t>Valeur p: 1.019149402040536e-136</a:t>
            </a: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strike="noStrike" spc="-1"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strike="noStrike" spc="-1"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1800" b="0" strike="noStrike" spc="-1" dirty="0">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21</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40494033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a:solidFill>
                  <a:srgbClr val="BBBEBF"/>
                </a:solidFill>
                <a:effectLst/>
                <a:latin typeface="Consolas" panose="020B0609020204030204" pitchFamily="49" charset="0"/>
              </a:rPr>
              <a:t>Spearman :Coefficient de corrélation de Spearman: -0.185</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a:solidFill>
                  <a:srgbClr val="BBBEBF"/>
                </a:solidFill>
                <a:effectLst/>
                <a:latin typeface="Consolas" panose="020B0609020204030204" pitchFamily="49" charset="0"/>
              </a:rPr>
              <a:t> Valeur p: 3.788264262141816e-67 =&gt;</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err="1">
                <a:solidFill>
                  <a:srgbClr val="BBBEBF"/>
                </a:solidFill>
                <a:effectLst/>
                <a:latin typeface="Consolas" panose="020B0609020204030204" pitchFamily="49" charset="0"/>
              </a:rPr>
              <a:t>Anova</a:t>
            </a:r>
            <a:r>
              <a:rPr lang="fr-FR" sz="5400" b="0" i="0" dirty="0">
                <a:solidFill>
                  <a:srgbClr val="BBBEBF"/>
                </a:solidFill>
                <a:effectLst/>
                <a:latin typeface="Consolas" panose="020B0609020204030204" pitchFamily="49" charset="0"/>
              </a:rPr>
              <a:t>:</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7200" b="0" i="0" dirty="0">
                <a:solidFill>
                  <a:srgbClr val="BBBEBF"/>
                </a:solidFill>
                <a:effectLst/>
                <a:latin typeface="Consolas" panose="020B0609020204030204" pitchFamily="49" charset="0"/>
              </a:rPr>
              <a:t>Statistique de test F: 133.51670570771168</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7200" b="0" i="0" dirty="0">
                <a:solidFill>
                  <a:srgbClr val="BBBEBF"/>
                </a:solidFill>
                <a:effectLst/>
                <a:latin typeface="Consolas" panose="020B0609020204030204" pitchFamily="49" charset="0"/>
              </a:rPr>
              <a:t>Valeur p: 1.019149402040536e-136</a:t>
            </a: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strike="noStrike" spc="-1"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strike="noStrike" spc="-1"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1800" b="0" strike="noStrike" spc="-1" dirty="0">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22</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36350463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a:solidFill>
                  <a:srgbClr val="BBBEBF"/>
                </a:solidFill>
                <a:effectLst/>
                <a:latin typeface="Consolas" panose="020B0609020204030204" pitchFamily="49" charset="0"/>
              </a:rPr>
              <a:t>Spearman :</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7200" b="0" i="0" dirty="0">
                <a:solidFill>
                  <a:srgbClr val="BBBEBF"/>
                </a:solidFill>
                <a:effectLst/>
                <a:latin typeface="Consolas" panose="020B0609020204030204" pitchFamily="49" charset="0"/>
              </a:rPr>
              <a:t>Coefficient de corrélation de Spearman: 0.212</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7200" b="0" i="0" dirty="0">
                <a:solidFill>
                  <a:srgbClr val="BBBEBF"/>
                </a:solidFill>
                <a:effectLst/>
                <a:latin typeface="Consolas" panose="020B0609020204030204" pitchFamily="49" charset="0"/>
              </a:rPr>
              <a:t>Valeur p: 0</a:t>
            </a: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err="1">
                <a:solidFill>
                  <a:srgbClr val="BBBEBF"/>
                </a:solidFill>
                <a:effectLst/>
                <a:latin typeface="Consolas" panose="020B0609020204030204" pitchFamily="49" charset="0"/>
              </a:rPr>
              <a:t>Anova</a:t>
            </a:r>
            <a:r>
              <a:rPr lang="fr-FR" sz="5400" b="0" i="0" dirty="0">
                <a:solidFill>
                  <a:srgbClr val="BBBEBF"/>
                </a:solidFill>
                <a:effectLst/>
                <a:latin typeface="Consolas" panose="020B0609020204030204" pitchFamily="49" charset="0"/>
              </a:rPr>
              <a:t>:</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96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9600" b="0" i="0" dirty="0">
                <a:solidFill>
                  <a:srgbClr val="BBBEBF"/>
                </a:solidFill>
                <a:effectLst/>
                <a:latin typeface="Consolas" panose="020B0609020204030204" pitchFamily="49" charset="0"/>
              </a:rPr>
              <a:t>Statistique de test F: 253.25</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9600" b="0" i="0" dirty="0">
                <a:solidFill>
                  <a:srgbClr val="BBBEBF"/>
                </a:solidFill>
                <a:effectLst/>
                <a:latin typeface="Consolas" panose="020B0609020204030204" pitchFamily="49" charset="0"/>
              </a:rPr>
              <a:t>Valeur p: 0</a:t>
            </a:r>
            <a:endParaRPr lang="fr-FR" sz="5400" b="0" i="0" strike="noStrike" spc="-1"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strike="noStrike" spc="-1"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1800" b="0" strike="noStrike" spc="-1" dirty="0">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23</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42776922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a:solidFill>
                  <a:srgbClr val="BBBEBF"/>
                </a:solidFill>
                <a:effectLst/>
                <a:latin typeface="Consolas" panose="020B0609020204030204" pitchFamily="49" charset="0"/>
              </a:rPr>
              <a:t>Spearman :</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7200" b="0" i="0" dirty="0">
                <a:solidFill>
                  <a:srgbClr val="BBBEBF"/>
                </a:solidFill>
                <a:effectLst/>
                <a:latin typeface="Consolas" panose="020B0609020204030204" pitchFamily="49" charset="0"/>
              </a:rPr>
              <a:t>Coefficient de corrélation de Spearman: 0.212</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7200" b="0" i="0" dirty="0">
                <a:solidFill>
                  <a:srgbClr val="BBBEBF"/>
                </a:solidFill>
                <a:effectLst/>
                <a:latin typeface="Consolas" panose="020B0609020204030204" pitchFamily="49" charset="0"/>
              </a:rPr>
              <a:t>Valeur p: 0</a:t>
            </a: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err="1">
                <a:solidFill>
                  <a:srgbClr val="BBBEBF"/>
                </a:solidFill>
                <a:effectLst/>
                <a:latin typeface="Consolas" panose="020B0609020204030204" pitchFamily="49" charset="0"/>
              </a:rPr>
              <a:t>Anova</a:t>
            </a:r>
            <a:r>
              <a:rPr lang="fr-FR" sz="5400" b="0" i="0" dirty="0">
                <a:solidFill>
                  <a:srgbClr val="BBBEBF"/>
                </a:solidFill>
                <a:effectLst/>
                <a:latin typeface="Consolas" panose="020B0609020204030204" pitchFamily="49" charset="0"/>
              </a:rPr>
              <a:t>:</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96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9600" b="0" i="0" dirty="0">
                <a:solidFill>
                  <a:srgbClr val="BBBEBF"/>
                </a:solidFill>
                <a:effectLst/>
                <a:latin typeface="Consolas" panose="020B0609020204030204" pitchFamily="49" charset="0"/>
              </a:rPr>
              <a:t>Statistique de test F: 253.25</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9600" b="0" i="0" dirty="0">
                <a:solidFill>
                  <a:srgbClr val="BBBEBF"/>
                </a:solidFill>
                <a:effectLst/>
                <a:latin typeface="Consolas" panose="020B0609020204030204" pitchFamily="49" charset="0"/>
              </a:rPr>
              <a:t>Valeur p: 0</a:t>
            </a:r>
            <a:endParaRPr lang="fr-FR" sz="5400" b="0" i="0" strike="noStrike" spc="-1"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strike="noStrike" spc="-1"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1800" b="0" strike="noStrike" spc="-1" dirty="0">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24</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15142999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a:solidFill>
                  <a:srgbClr val="BBBEBF"/>
                </a:solidFill>
                <a:effectLst/>
                <a:latin typeface="Consolas" panose="020B0609020204030204" pitchFamily="49" charset="0"/>
              </a:rPr>
              <a:t>Spearman :</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7200" b="0" i="0" dirty="0">
                <a:solidFill>
                  <a:srgbClr val="BBBEBF"/>
                </a:solidFill>
                <a:effectLst/>
                <a:latin typeface="Consolas" panose="020B0609020204030204" pitchFamily="49" charset="0"/>
              </a:rPr>
              <a:t>Coefficient de corrélation de Spearman: 0.212</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7200" b="0" i="0" dirty="0">
                <a:solidFill>
                  <a:srgbClr val="BBBEBF"/>
                </a:solidFill>
                <a:effectLst/>
                <a:latin typeface="Consolas" panose="020B0609020204030204" pitchFamily="49" charset="0"/>
              </a:rPr>
              <a:t>Valeur p: 0</a:t>
            </a: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err="1">
                <a:solidFill>
                  <a:srgbClr val="BBBEBF"/>
                </a:solidFill>
                <a:effectLst/>
                <a:latin typeface="Consolas" panose="020B0609020204030204" pitchFamily="49" charset="0"/>
              </a:rPr>
              <a:t>Anova</a:t>
            </a:r>
            <a:r>
              <a:rPr lang="fr-FR" sz="5400" b="0" i="0" dirty="0">
                <a:solidFill>
                  <a:srgbClr val="BBBEBF"/>
                </a:solidFill>
                <a:effectLst/>
                <a:latin typeface="Consolas" panose="020B0609020204030204" pitchFamily="49" charset="0"/>
              </a:rPr>
              <a:t>:</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96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9600" b="0" i="0" dirty="0">
                <a:solidFill>
                  <a:srgbClr val="BBBEBF"/>
                </a:solidFill>
                <a:effectLst/>
                <a:latin typeface="Consolas" panose="020B0609020204030204" pitchFamily="49" charset="0"/>
              </a:rPr>
              <a:t>Statistique de test F: 253.25</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9600" b="0" i="0" dirty="0">
                <a:solidFill>
                  <a:srgbClr val="BBBEBF"/>
                </a:solidFill>
                <a:effectLst/>
                <a:latin typeface="Consolas" panose="020B0609020204030204" pitchFamily="49" charset="0"/>
              </a:rPr>
              <a:t>Valeur p: 0</a:t>
            </a:r>
            <a:endParaRPr lang="fr-FR" sz="5400" b="0" i="0" strike="noStrike" spc="-1"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strike="noStrike" spc="-1"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1800" b="0" strike="noStrike" spc="-1" dirty="0">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25</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16293492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a:solidFill>
                  <a:srgbClr val="BBBEBF"/>
                </a:solidFill>
                <a:effectLst/>
                <a:latin typeface="Consolas" panose="020B0609020204030204" pitchFamily="49" charset="0"/>
              </a:rPr>
              <a:t>Spearman :</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7200" b="0" i="0" dirty="0">
                <a:solidFill>
                  <a:srgbClr val="BBBEBF"/>
                </a:solidFill>
                <a:effectLst/>
                <a:latin typeface="Consolas" panose="020B0609020204030204" pitchFamily="49" charset="0"/>
              </a:rPr>
              <a:t>Coefficient de corrélation de Spearman: 0.212</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7200" b="0" i="0" dirty="0">
                <a:solidFill>
                  <a:srgbClr val="BBBEBF"/>
                </a:solidFill>
                <a:effectLst/>
                <a:latin typeface="Consolas" panose="020B0609020204030204" pitchFamily="49" charset="0"/>
              </a:rPr>
              <a:t>Valeur p: 0</a:t>
            </a: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5400" b="0" i="0" dirty="0" err="1">
                <a:solidFill>
                  <a:srgbClr val="BBBEBF"/>
                </a:solidFill>
                <a:effectLst/>
                <a:latin typeface="Consolas" panose="020B0609020204030204" pitchFamily="49" charset="0"/>
              </a:rPr>
              <a:t>Anova</a:t>
            </a:r>
            <a:r>
              <a:rPr lang="fr-FR" sz="5400" b="0" i="0" dirty="0">
                <a:solidFill>
                  <a:srgbClr val="BBBEBF"/>
                </a:solidFill>
                <a:effectLst/>
                <a:latin typeface="Consolas" panose="020B0609020204030204" pitchFamily="49" charset="0"/>
              </a:rPr>
              <a:t>:</a:t>
            </a: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9600" b="0" i="0"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9600" b="0" i="0" dirty="0">
                <a:solidFill>
                  <a:srgbClr val="BBBEBF"/>
                </a:solidFill>
                <a:effectLst/>
                <a:latin typeface="Consolas" panose="020B0609020204030204" pitchFamily="49" charset="0"/>
              </a:rPr>
              <a:t>Statistique de test F: 253.25</a:t>
            </a:r>
          </a:p>
          <a:p>
            <a:pPr marL="216000" marR="0" lvl="0" indent="-216000" algn="l" defTabSz="914400" rtl="0" eaLnBrk="1" fontAlgn="auto" latinLnBrk="0" hangingPunct="1">
              <a:lnSpc>
                <a:spcPct val="100000"/>
              </a:lnSpc>
              <a:spcBef>
                <a:spcPts val="0"/>
              </a:spcBef>
              <a:spcAft>
                <a:spcPts val="0"/>
              </a:spcAft>
              <a:buClrTx/>
              <a:buSzTx/>
              <a:buFontTx/>
              <a:buNone/>
              <a:tabLst/>
              <a:defRPr/>
            </a:pPr>
            <a:r>
              <a:rPr lang="fr-FR" sz="9600" b="0" i="0" dirty="0">
                <a:solidFill>
                  <a:srgbClr val="BBBEBF"/>
                </a:solidFill>
                <a:effectLst/>
                <a:latin typeface="Consolas" panose="020B0609020204030204" pitchFamily="49" charset="0"/>
              </a:rPr>
              <a:t>Valeur p: 0</a:t>
            </a:r>
            <a:endParaRPr lang="fr-FR" sz="5400" b="0" i="0" strike="noStrike" spc="-1"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5400" b="0" i="0" strike="noStrike" spc="-1" dirty="0">
              <a:solidFill>
                <a:srgbClr val="BBBEBF"/>
              </a:solidFill>
              <a:effectLst/>
              <a:latin typeface="Consolas" panose="020B0609020204030204" pitchFamily="49" charset="0"/>
            </a:endParaRPr>
          </a:p>
          <a:p>
            <a:pPr marL="216000" marR="0" lvl="0" indent="-216000" algn="l" defTabSz="914400" rtl="0" eaLnBrk="1" fontAlgn="auto" latinLnBrk="0" hangingPunct="1">
              <a:lnSpc>
                <a:spcPct val="100000"/>
              </a:lnSpc>
              <a:spcBef>
                <a:spcPts val="0"/>
              </a:spcBef>
              <a:spcAft>
                <a:spcPts val="0"/>
              </a:spcAft>
              <a:buClrTx/>
              <a:buSzTx/>
              <a:buFontTx/>
              <a:buNone/>
              <a:tabLst/>
              <a:defRPr/>
            </a:pPr>
            <a:endParaRPr lang="fr-FR" sz="1800" b="0" strike="noStrike" spc="-1" dirty="0">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26</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177436532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27</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2005155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4813" cy="3084513"/>
          </a:xfrm>
          <a:prstGeom prst="rect">
            <a:avLst/>
          </a:prstGeom>
          <a:ln w="0">
            <a:noFill/>
          </a:ln>
        </p:spPr>
      </p:sp>
      <p:sp>
        <p:nvSpPr>
          <p:cNvPr id="303"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a:solidFill>
                <a:srgbClr val="000000"/>
              </a:solidFill>
              <a:latin typeface="Arial"/>
            </a:endParaRPr>
          </a:p>
        </p:txBody>
      </p:sp>
      <p:sp>
        <p:nvSpPr>
          <p:cNvPr id="304" name="PlaceHolder 3"/>
          <p:cNvSpPr>
            <a:spLocks noGrp="1"/>
          </p:cNvSpPr>
          <p:nvPr>
            <p:ph type="sldNum" idx="71"/>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F243297F-1BC3-4E40-90E3-FDD42F1137CE}" type="slidenum">
              <a:rPr lang="fr" sz="1400" b="0" strike="noStrike" spc="-1">
                <a:solidFill>
                  <a:srgbClr val="000000"/>
                </a:solidFill>
                <a:latin typeface="Arial"/>
                <a:ea typeface="Arial"/>
              </a:rPr>
              <a:t>28</a:t>
            </a:fld>
            <a:endParaRPr lang="fr-FR" sz="1400" b="0" strike="noStrike" spc="-1">
              <a:solidFill>
                <a:srgbClr val="000000"/>
              </a:solidFill>
              <a:latin typeface="Times New Roman"/>
            </a:endParaRPr>
          </a:p>
        </p:txBody>
      </p:sp>
    </p:spTree>
    <p:extLst>
      <p:ext uri="{BB962C8B-B14F-4D97-AF65-F5344CB8AC3E}">
        <p14:creationId xmlns:p14="http://schemas.microsoft.com/office/powerpoint/2010/main" val="18612806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3" name="PlaceHolder 1"/>
          <p:cNvSpPr>
            <a:spLocks noGrp="1" noRot="1" noChangeAspect="1"/>
          </p:cNvSpPr>
          <p:nvPr>
            <p:ph type="sldImg"/>
          </p:nvPr>
        </p:nvSpPr>
        <p:spPr>
          <a:xfrm>
            <a:off x="685800" y="1143000"/>
            <a:ext cx="5484813" cy="3084513"/>
          </a:xfrm>
          <a:prstGeom prst="rect">
            <a:avLst/>
          </a:prstGeom>
          <a:ln w="0">
            <a:noFill/>
          </a:ln>
        </p:spPr>
      </p:sp>
      <p:sp>
        <p:nvSpPr>
          <p:cNvPr id="354" name="PlaceHolder 2"/>
          <p:cNvSpPr>
            <a:spLocks noGrp="1"/>
          </p:cNvSpPr>
          <p:nvPr>
            <p:ph type="body"/>
          </p:nvPr>
        </p:nvSpPr>
        <p:spPr>
          <a:xfrm>
            <a:off x="685800" y="4400640"/>
            <a:ext cx="5484600" cy="3598560"/>
          </a:xfrm>
          <a:prstGeom prst="rect">
            <a:avLst/>
          </a:prstGeom>
          <a:noFill/>
          <a:ln w="0">
            <a:noFill/>
          </a:ln>
        </p:spPr>
        <p:txBody>
          <a:bodyPr lIns="91440" tIns="45720" rIns="91440" bIns="45720" anchor="t">
            <a:noAutofit/>
          </a:bodyPr>
          <a:lstStyle/>
          <a:p>
            <a:pPr marL="216000" indent="-216000">
              <a:buNone/>
            </a:pPr>
            <a:endParaRPr lang="fr-FR" sz="1800" b="0" strike="noStrike" spc="-1" dirty="0">
              <a:solidFill>
                <a:srgbClr val="000000"/>
              </a:solidFill>
              <a:latin typeface="Arial"/>
            </a:endParaRPr>
          </a:p>
        </p:txBody>
      </p:sp>
      <p:sp>
        <p:nvSpPr>
          <p:cNvPr id="355" name="PlaceHolder 3"/>
          <p:cNvSpPr>
            <a:spLocks noGrp="1"/>
          </p:cNvSpPr>
          <p:nvPr>
            <p:ph type="sldNum" idx="88"/>
          </p:nvPr>
        </p:nvSpPr>
        <p:spPr>
          <a:xfrm>
            <a:off x="3884760" y="8685360"/>
            <a:ext cx="297000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fr" sz="1400" b="0" strike="noStrike" spc="-1">
                <a:solidFill>
                  <a:srgbClr val="000000"/>
                </a:solidFill>
                <a:latin typeface="Arial"/>
                <a:ea typeface="Arial"/>
              </a:defRPr>
            </a:lvl1pPr>
          </a:lstStyle>
          <a:p>
            <a:pPr indent="0" algn="r">
              <a:lnSpc>
                <a:spcPct val="100000"/>
              </a:lnSpc>
              <a:buNone/>
              <a:tabLst>
                <a:tab pos="0" algn="l"/>
              </a:tabLst>
            </a:pPr>
            <a:fld id="{A4E650CC-774F-4362-BBBB-ED6AF0079221}" type="slidenum">
              <a:rPr lang="fr" sz="1400" b="0" strike="noStrike" spc="-1">
                <a:solidFill>
                  <a:srgbClr val="000000"/>
                </a:solidFill>
                <a:latin typeface="Arial"/>
                <a:ea typeface="Arial"/>
              </a:rPr>
              <a:t>29</a:t>
            </a:fld>
            <a:endParaRPr lang="fr-FR" sz="14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lgn="ctr">
              <a:buNone/>
            </a:pPr>
            <a:endParaRPr lang="fr-FR" sz="4400" b="0" strike="noStrike" spc="-1">
              <a:solidFill>
                <a:srgbClr val="000000"/>
              </a:solidFill>
              <a:latin typeface="Arial"/>
            </a:endParaRPr>
          </a:p>
        </p:txBody>
      </p:sp>
      <p:sp>
        <p:nvSpPr>
          <p:cNvPr id="3" name="PlaceHolder 2"/>
          <p:cNvSpPr>
            <a:spLocks noGrp="1"/>
          </p:cNvSpPr>
          <p:nvPr>
            <p:ph type="subTitle"/>
          </p:nvPr>
        </p:nvSpPr>
        <p:spPr>
          <a:xfrm>
            <a:off x="457200" y="1203480"/>
            <a:ext cx="8229240" cy="2982960"/>
          </a:xfrm>
          <a:prstGeom prst="rect">
            <a:avLst/>
          </a:prstGeom>
          <a:noFill/>
          <a:ln w="0">
            <a:noFill/>
          </a:ln>
        </p:spPr>
        <p:txBody>
          <a:bodyPr lIns="0" tIns="0" rIns="0" bIns="0" anchor="ctr">
            <a:noAutofit/>
          </a:bodyPr>
          <a:lstStyle/>
          <a:p>
            <a:pPr indent="0" algn="ctr">
              <a:buNone/>
            </a:pPr>
            <a:endParaRPr lang="fr-FR" sz="3200" b="0" strike="noStrike" spc="-1">
              <a:solidFill>
                <a:srgbClr val="000000"/>
              </a:solidFill>
              <a:latin typeface="Arial"/>
            </a:endParaRPr>
          </a:p>
        </p:txBody>
      </p:sp>
      <p:sp>
        <p:nvSpPr>
          <p:cNvPr id="4" name="PlaceHolder 3"/>
          <p:cNvSpPr>
            <a:spLocks noGrp="1"/>
          </p:cNvSpPr>
          <p:nvPr>
            <p:ph type="sldNum" idx="1"/>
          </p:nvPr>
        </p:nvSpPr>
        <p:spPr/>
        <p:txBody>
          <a:bodyPr/>
          <a:lstStyle/>
          <a:p>
            <a:fld id="{E594CC82-53E7-4ED9-ACB4-85AE36FBEA75}" type="slidenum">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IG_NUMBER">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lstStyle/>
          <a:p>
            <a:fld id="{72F48F26-FC1A-4496-8DD7-CD748BFDE427}" type="slidenum">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lstStyle/>
          <a:p>
            <a:fld id="{197FBA3B-AA3C-465B-B0B7-13D478197832}" type="slidenum">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SECTION_HEADER">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lstStyle/>
          <a:p>
            <a:fld id="{EF110CF5-39F7-4840-9225-BE14F5BEBD9B}" type="slidenum">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p:cSld name="TITLE_AND_BODY">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lgn="ctr">
              <a:buNone/>
            </a:pPr>
            <a:endParaRPr lang="fr-FR" sz="4400" b="0" strike="noStrike" spc="-1">
              <a:solidFill>
                <a:srgbClr val="000000"/>
              </a:solidFill>
              <a:latin typeface="Arial"/>
            </a:endParaRPr>
          </a:p>
        </p:txBody>
      </p:sp>
      <p:sp>
        <p:nvSpPr>
          <p:cNvPr id="11" name="PlaceHolder 2"/>
          <p:cNvSpPr>
            <a:spLocks noGrp="1"/>
          </p:cNvSpPr>
          <p:nvPr>
            <p:ph/>
          </p:nvPr>
        </p:nvSpPr>
        <p:spPr>
          <a:xfrm>
            <a:off x="457200" y="1203480"/>
            <a:ext cx="8229240" cy="2982960"/>
          </a:xfrm>
          <a:prstGeom prst="rect">
            <a:avLst/>
          </a:prstGeom>
          <a:noFill/>
          <a:ln w="0">
            <a:noFill/>
          </a:ln>
        </p:spPr>
        <p:txBody>
          <a:bodyPr lIns="0" tIns="0" rIns="0" bIns="0" anchor="t">
            <a:normAutofit/>
          </a:bodyPr>
          <a:lstStyle/>
          <a:p>
            <a:pPr indent="0">
              <a:spcBef>
                <a:spcPts val="1417"/>
              </a:spcBef>
              <a:buNone/>
            </a:pPr>
            <a:endParaRPr lang="fr-FR" sz="3200" b="0" strike="noStrike" spc="-1">
              <a:solidFill>
                <a:srgbClr val="000000"/>
              </a:solidFill>
              <a:latin typeface="Arial"/>
            </a:endParaRPr>
          </a:p>
        </p:txBody>
      </p:sp>
      <p:sp>
        <p:nvSpPr>
          <p:cNvPr id="4" name="PlaceHolder 3"/>
          <p:cNvSpPr>
            <a:spLocks noGrp="1"/>
          </p:cNvSpPr>
          <p:nvPr>
            <p:ph type="sldNum" idx="5"/>
          </p:nvPr>
        </p:nvSpPr>
        <p:spPr/>
        <p:txBody>
          <a:bodyPr/>
          <a:lstStyle/>
          <a:p>
            <a:fld id="{14542F21-E53F-4C8D-B1EE-FBCF13CA0943}" type="slidenum">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ITLE_AND_TWO_COLUMNS">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lgn="ctr">
              <a:buNone/>
            </a:pPr>
            <a:endParaRPr lang="fr-FR" sz="4400" b="0" strike="noStrike" spc="-1">
              <a:solidFill>
                <a:srgbClr val="000000"/>
              </a:solidFill>
              <a:latin typeface="Arial"/>
            </a:endParaRPr>
          </a:p>
        </p:txBody>
      </p:sp>
      <p:sp>
        <p:nvSpPr>
          <p:cNvPr id="17" name="PlaceHolder 2"/>
          <p:cNvSpPr>
            <a:spLocks noGrp="1"/>
          </p:cNvSpPr>
          <p:nvPr>
            <p:ph/>
          </p:nvPr>
        </p:nvSpPr>
        <p:spPr>
          <a:xfrm>
            <a:off x="457200" y="1203480"/>
            <a:ext cx="4015800" cy="2982960"/>
          </a:xfrm>
          <a:prstGeom prst="rect">
            <a:avLst/>
          </a:prstGeom>
          <a:noFill/>
          <a:ln w="0">
            <a:noFill/>
          </a:ln>
        </p:spPr>
        <p:txBody>
          <a:bodyPr lIns="0" tIns="0" rIns="0" bIns="0" anchor="t">
            <a:normAutofit/>
          </a:bodyPr>
          <a:lstStyle/>
          <a:p>
            <a:pPr indent="0">
              <a:spcBef>
                <a:spcPts val="1417"/>
              </a:spcBef>
              <a:buNone/>
            </a:pPr>
            <a:endParaRPr lang="fr-FR" sz="3200" b="0" strike="noStrike" spc="-1">
              <a:solidFill>
                <a:srgbClr val="000000"/>
              </a:solidFill>
              <a:latin typeface="Arial"/>
            </a:endParaRPr>
          </a:p>
        </p:txBody>
      </p:sp>
      <p:sp>
        <p:nvSpPr>
          <p:cNvPr id="18" name="PlaceHolder 3"/>
          <p:cNvSpPr>
            <a:spLocks noGrp="1"/>
          </p:cNvSpPr>
          <p:nvPr>
            <p:ph/>
          </p:nvPr>
        </p:nvSpPr>
        <p:spPr>
          <a:xfrm>
            <a:off x="4674240" y="1203480"/>
            <a:ext cx="4015800" cy="2982960"/>
          </a:xfrm>
          <a:prstGeom prst="rect">
            <a:avLst/>
          </a:prstGeom>
          <a:noFill/>
          <a:ln w="0">
            <a:noFill/>
          </a:ln>
        </p:spPr>
        <p:txBody>
          <a:bodyPr lIns="0" tIns="0" rIns="0" bIns="0" anchor="t">
            <a:normAutofit/>
          </a:bodyPr>
          <a:lstStyle/>
          <a:p>
            <a:pPr indent="0">
              <a:spcBef>
                <a:spcPts val="1417"/>
              </a:spcBef>
              <a:buNone/>
            </a:pPr>
            <a:endParaRPr lang="fr-FR" sz="3200" b="0" strike="noStrike" spc="-1">
              <a:solidFill>
                <a:srgbClr val="000000"/>
              </a:solidFill>
              <a:latin typeface="Arial"/>
            </a:endParaRPr>
          </a:p>
        </p:txBody>
      </p:sp>
      <p:sp>
        <p:nvSpPr>
          <p:cNvPr id="5" name="PlaceHolder 4"/>
          <p:cNvSpPr>
            <a:spLocks noGrp="1"/>
          </p:cNvSpPr>
          <p:nvPr>
            <p:ph type="sldNum" idx="6"/>
          </p:nvPr>
        </p:nvSpPr>
        <p:spPr/>
        <p:txBody>
          <a:bodyPr/>
          <a:lstStyle/>
          <a:p>
            <a:fld id="{44BEC28F-C2FD-447D-9421-BC8BC6646E77}" type="slidenum">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_ONLY">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lgn="ctr">
              <a:buNone/>
            </a:pPr>
            <a:endParaRPr lang="fr-FR" sz="4400" b="0" strike="noStrike" spc="-1">
              <a:solidFill>
                <a:srgbClr val="000000"/>
              </a:solidFill>
              <a:latin typeface="Arial"/>
            </a:endParaRPr>
          </a:p>
        </p:txBody>
      </p:sp>
      <p:sp>
        <p:nvSpPr>
          <p:cNvPr id="3" name="PlaceHolder 2"/>
          <p:cNvSpPr>
            <a:spLocks noGrp="1"/>
          </p:cNvSpPr>
          <p:nvPr>
            <p:ph type="sldNum" idx="7"/>
          </p:nvPr>
        </p:nvSpPr>
        <p:spPr/>
        <p:txBody>
          <a:bodyPr/>
          <a:lstStyle/>
          <a:p>
            <a:fld id="{166BB973-F4C3-44E0-AA01-CA2031659F6E}" type="slidenum">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ONE_COLUMN_TEXT">
    <p:spTree>
      <p:nvGrpSpPr>
        <p:cNvPr id="1" name=""/>
        <p:cNvGrpSpPr/>
        <p:nvPr/>
      </p:nvGrpSpPr>
      <p:grpSpPr>
        <a:xfrm>
          <a:off x="0" y="0"/>
          <a:ext cx="0" cy="0"/>
          <a:chOff x="0" y="0"/>
          <a:chExt cx="0" cy="0"/>
        </a:xfrm>
      </p:grpSpPr>
      <p:sp>
        <p:nvSpPr>
          <p:cNvPr id="2" name="PlaceHolder 1"/>
          <p:cNvSpPr>
            <a:spLocks noGrp="1"/>
          </p:cNvSpPr>
          <p:nvPr>
            <p:ph type="sldNum" idx="8"/>
          </p:nvPr>
        </p:nvSpPr>
        <p:spPr/>
        <p:txBody>
          <a:bodyPr/>
          <a:lstStyle/>
          <a:p>
            <a:fld id="{B6478693-22E2-4AB1-B942-D9A8E33C906D}" type="slidenum">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MAIN_POINT">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lstStyle/>
          <a:p>
            <a:fld id="{CA985CC4-9E84-4091-B172-B3996E7B5FB5}" type="slidenum">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SECTION_TITLE_AND_DESCRIPTION">
    <p:spTree>
      <p:nvGrpSpPr>
        <p:cNvPr id="1" name=""/>
        <p:cNvGrpSpPr/>
        <p:nvPr/>
      </p:nvGrpSpPr>
      <p:grpSpPr>
        <a:xfrm>
          <a:off x="0" y="0"/>
          <a:ext cx="0" cy="0"/>
          <a:chOff x="0" y="0"/>
          <a:chExt cx="0" cy="0"/>
        </a:xfrm>
      </p:grpSpPr>
      <p:sp>
        <p:nvSpPr>
          <p:cNvPr id="2" name="PlaceHolder 1"/>
          <p:cNvSpPr>
            <a:spLocks noGrp="1"/>
          </p:cNvSpPr>
          <p:nvPr>
            <p:ph type="sldNum" idx="10"/>
          </p:nvPr>
        </p:nvSpPr>
        <p:spPr/>
        <p:txBody>
          <a:bodyPr/>
          <a:lstStyle/>
          <a:p>
            <a:fld id="{9FF7F3E9-83E9-4158-88D9-D2ED662504CE}" type="slidenum">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CAPTION_ONLY">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lstStyle/>
          <a:p>
            <a:fld id="{88E41D2F-F3E7-4CAA-B0E4-F053183508E6}" type="slidenum">
              <a:t>‹N°›</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Diapositive de titre avec imag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Diapositive de titr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En-tête de section">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Titre et contenu">
    <p:spTree>
      <p:nvGrpSpPr>
        <p:cNvPr id="1" name=""/>
        <p:cNvGrpSpPr/>
        <p:nvPr/>
      </p:nvGrpSpPr>
      <p:grpSpPr>
        <a:xfrm>
          <a:off x="0" y="0"/>
          <a:ext cx="0" cy="0"/>
          <a:chOff x="0" y="0"/>
          <a:chExt cx="0" cy="0"/>
        </a:xfrm>
      </p:grpSpPr>
      <p:sp>
        <p:nvSpPr>
          <p:cNvPr id="2" name="PlaceHolder 1"/>
          <p:cNvSpPr>
            <a:spLocks noGrp="1"/>
          </p:cNvSpPr>
          <p:nvPr>
            <p:ph type="ftr" idx="12"/>
          </p:nvPr>
        </p:nvSpPr>
        <p:spPr/>
        <p:txBody>
          <a:bodyPr/>
          <a:lstStyle/>
          <a:p>
            <a:r>
              <a:t>Footer</a:t>
            </a:r>
          </a:p>
        </p:txBody>
      </p:sp>
      <p:sp>
        <p:nvSpPr>
          <p:cNvPr id="3" name="PlaceHolder 2"/>
          <p:cNvSpPr>
            <a:spLocks noGrp="1"/>
          </p:cNvSpPr>
          <p:nvPr>
            <p:ph type="sldNum" idx="13"/>
          </p:nvPr>
        </p:nvSpPr>
        <p:spPr/>
        <p:txBody>
          <a:bodyPr/>
          <a:lstStyle/>
          <a:p>
            <a:fld id="{90858BD8-75D1-4543-96B2-E5C9D5B86A45}" type="slidenum">
              <a:t>‹N°›</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Deux contenus">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lstStyle/>
          <a:p>
            <a:r>
              <a:t>Footer</a:t>
            </a:r>
          </a:p>
        </p:txBody>
      </p:sp>
      <p:sp>
        <p:nvSpPr>
          <p:cNvPr id="3" name="PlaceHolder 2"/>
          <p:cNvSpPr>
            <a:spLocks noGrp="1"/>
          </p:cNvSpPr>
          <p:nvPr>
            <p:ph type="sldNum" idx="15"/>
          </p:nvPr>
        </p:nvSpPr>
        <p:spPr/>
        <p:txBody>
          <a:bodyPr/>
          <a:lstStyle/>
          <a:p>
            <a:fld id="{FD3B6514-934D-4A2E-B855-FE45D09D235E}" type="slidenum">
              <a:t>‹N°›</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Comparaison">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lstStyle/>
          <a:p>
            <a:r>
              <a:t>Footer</a:t>
            </a:r>
          </a:p>
        </p:txBody>
      </p:sp>
      <p:sp>
        <p:nvSpPr>
          <p:cNvPr id="3" name="PlaceHolder 2"/>
          <p:cNvSpPr>
            <a:spLocks noGrp="1"/>
          </p:cNvSpPr>
          <p:nvPr>
            <p:ph type="sldNum" idx="17"/>
          </p:nvPr>
        </p:nvSpPr>
        <p:spPr/>
        <p:txBody>
          <a:bodyPr/>
          <a:lstStyle/>
          <a:p>
            <a:fld id="{72A42D2B-94A3-4F90-8217-56A027F738AD}" type="slidenum">
              <a:t>‹N°›</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Contenu avec légende">
    <p:spTree>
      <p:nvGrpSpPr>
        <p:cNvPr id="1" name=""/>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Image avec légende">
    <p:spTree>
      <p:nvGrpSpPr>
        <p:cNvPr id="1" name=""/>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PlaceHolder 1"/>
          <p:cNvSpPr>
            <a:spLocks noGrp="1"/>
          </p:cNvSpPr>
          <p:nvPr>
            <p:ph type="ftr" idx="18"/>
          </p:nvPr>
        </p:nvSpPr>
        <p:spPr/>
        <p:txBody>
          <a:bodyPr/>
          <a:lstStyle/>
          <a:p>
            <a:r>
              <a:t>Footer</a:t>
            </a:r>
          </a:p>
        </p:txBody>
      </p:sp>
      <p:sp>
        <p:nvSpPr>
          <p:cNvPr id="3" name="PlaceHolder 2"/>
          <p:cNvSpPr>
            <a:spLocks noGrp="1"/>
          </p:cNvSpPr>
          <p:nvPr>
            <p:ph type="sldNum" idx="19"/>
          </p:nvPr>
        </p:nvSpPr>
        <p:spPr/>
        <p:txBody>
          <a:bodyPr/>
          <a:lstStyle/>
          <a:p>
            <a:fld id="{37B9FD89-E781-4D43-87AC-0813F959C5BC}" type="slidenum">
              <a:t>‹N°›</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Titre uniquement">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lstStyle/>
          <a:p>
            <a:r>
              <a:t>Footer</a:t>
            </a:r>
          </a:p>
        </p:txBody>
      </p:sp>
      <p:sp>
        <p:nvSpPr>
          <p:cNvPr id="3" name="PlaceHolder 2"/>
          <p:cNvSpPr>
            <a:spLocks noGrp="1"/>
          </p:cNvSpPr>
          <p:nvPr>
            <p:ph type="sldNum" idx="21"/>
          </p:nvPr>
        </p:nvSpPr>
        <p:spPr/>
        <p:txBody>
          <a:bodyPr/>
          <a:lstStyle/>
          <a:p>
            <a:fld id="{70C0A1E2-B5FC-452E-BEAA-87176B64CD0F}" type="slidenum">
              <a:t>‹N°›</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Disposition personnalisée">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DISPOSITION DU TEXTE 01">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lstStyle/>
          <a:p>
            <a:r>
              <a:t>Footer</a:t>
            </a:r>
          </a:p>
        </p:txBody>
      </p:sp>
      <p:sp>
        <p:nvSpPr>
          <p:cNvPr id="3" name="PlaceHolder 2"/>
          <p:cNvSpPr>
            <a:spLocks noGrp="1"/>
          </p:cNvSpPr>
          <p:nvPr>
            <p:ph type="sldNum" idx="23"/>
          </p:nvPr>
        </p:nvSpPr>
        <p:spPr/>
        <p:txBody>
          <a:bodyPr/>
          <a:lstStyle/>
          <a:p>
            <a:fld id="{13BC02DB-0B66-48A5-9D7A-589521F24557}" type="slidenum">
              <a:t>‹N°›</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Comparaison avec sous-titre">
    <p:spTree>
      <p:nvGrpSpPr>
        <p:cNvPr id="1" name=""/>
        <p:cNvGrpSpPr/>
        <p:nvPr/>
      </p:nvGrpSpPr>
      <p:grpSpPr>
        <a:xfrm>
          <a:off x="0" y="0"/>
          <a:ext cx="0" cy="0"/>
          <a:chOff x="0" y="0"/>
          <a:chExt cx="0" cy="0"/>
        </a:xfrm>
      </p:grpSpPr>
      <p:sp>
        <p:nvSpPr>
          <p:cNvPr id="2" name="PlaceHolder 1"/>
          <p:cNvSpPr>
            <a:spLocks noGrp="1"/>
          </p:cNvSpPr>
          <p:nvPr>
            <p:ph type="ftr" idx="24"/>
          </p:nvPr>
        </p:nvSpPr>
        <p:spPr/>
        <p:txBody>
          <a:bodyPr/>
          <a:lstStyle/>
          <a:p>
            <a:r>
              <a:t>Footer</a:t>
            </a:r>
          </a:p>
        </p:txBody>
      </p:sp>
      <p:sp>
        <p:nvSpPr>
          <p:cNvPr id="3" name="PlaceHolder 2"/>
          <p:cNvSpPr>
            <a:spLocks noGrp="1"/>
          </p:cNvSpPr>
          <p:nvPr>
            <p:ph type="sldNum" idx="25"/>
          </p:nvPr>
        </p:nvSpPr>
        <p:spPr/>
        <p:txBody>
          <a:bodyPr/>
          <a:lstStyle/>
          <a:p>
            <a:fld id="{1C209C7C-A474-4B45-8579-F6B3BF7874B1}" type="slidenum">
              <a:t>‹N°›</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Disposition du texte 02">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7BFFDF67-C48B-425D-85BE-26C3A873960B}" type="slidenum">
              <a:t>‹N°›</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Tableau">
    <p:spTree>
      <p:nvGrpSpPr>
        <p:cNvPr id="1" name=""/>
        <p:cNvGrpSpPr/>
        <p:nvPr/>
      </p:nvGrpSpPr>
      <p:grpSpPr>
        <a:xfrm>
          <a:off x="0" y="0"/>
          <a:ext cx="0" cy="0"/>
          <a:chOff x="0" y="0"/>
          <a:chExt cx="0" cy="0"/>
        </a:xfrm>
      </p:grpSpPr>
      <p:sp>
        <p:nvSpPr>
          <p:cNvPr id="2" name="PlaceHolder 1"/>
          <p:cNvSpPr>
            <a:spLocks noGrp="1"/>
          </p:cNvSpPr>
          <p:nvPr>
            <p:ph type="ftr" idx="30"/>
          </p:nvPr>
        </p:nvSpPr>
        <p:spPr/>
        <p:txBody>
          <a:bodyPr/>
          <a:lstStyle/>
          <a:p>
            <a:r>
              <a:t>Footer</a:t>
            </a:r>
          </a:p>
        </p:txBody>
      </p:sp>
      <p:sp>
        <p:nvSpPr>
          <p:cNvPr id="3" name="PlaceHolder 2"/>
          <p:cNvSpPr>
            <a:spLocks noGrp="1"/>
          </p:cNvSpPr>
          <p:nvPr>
            <p:ph type="sldNum" idx="31"/>
          </p:nvPr>
        </p:nvSpPr>
        <p:spPr/>
        <p:txBody>
          <a:bodyPr/>
          <a:lstStyle/>
          <a:p>
            <a:fld id="{8BA4648A-43A8-4C47-9E52-F91E907866C5}" type="slidenum">
              <a:t>‹N°›</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Grande photo">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Merci">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2" Type="http://schemas.openxmlformats.org/officeDocument/2006/relationships/theme" Target="../theme/theme12.xml"/><Relationship Id="rId1" Type="http://schemas.openxmlformats.org/officeDocument/2006/relationships/slideLayout" Target="../slideLayouts/slideLayout12.xml"/></Relationships>
</file>

<file path=ppt/slideMasters/_rels/slideMaster13.xml.rels><?xml version="1.0" encoding="UTF-8" standalone="yes"?>
<Relationships xmlns="http://schemas.openxmlformats.org/package/2006/relationships"><Relationship Id="rId2" Type="http://schemas.openxmlformats.org/officeDocument/2006/relationships/theme" Target="../theme/theme13.xml"/><Relationship Id="rId1" Type="http://schemas.openxmlformats.org/officeDocument/2006/relationships/slideLayout" Target="../slideLayouts/slideLayout13.xml"/></Relationships>
</file>

<file path=ppt/slideMasters/_rels/slideMaster14.xml.rels><?xml version="1.0" encoding="UTF-8" standalone="yes"?>
<Relationships xmlns="http://schemas.openxmlformats.org/package/2006/relationships"><Relationship Id="rId2" Type="http://schemas.openxmlformats.org/officeDocument/2006/relationships/theme" Target="../theme/theme14.xml"/><Relationship Id="rId1" Type="http://schemas.openxmlformats.org/officeDocument/2006/relationships/slideLayout" Target="../slideLayouts/slideLayout14.xml"/></Relationships>
</file>

<file path=ppt/slideMasters/_rels/slideMaster15.xml.rels><?xml version="1.0" encoding="UTF-8" standalone="yes"?>
<Relationships xmlns="http://schemas.openxmlformats.org/package/2006/relationships"><Relationship Id="rId2" Type="http://schemas.openxmlformats.org/officeDocument/2006/relationships/theme" Target="../theme/theme15.xml"/><Relationship Id="rId1" Type="http://schemas.openxmlformats.org/officeDocument/2006/relationships/slideLayout" Target="../slideLayouts/slideLayout15.xml"/></Relationships>
</file>

<file path=ppt/slideMasters/_rels/slideMaster16.xml.rels><?xml version="1.0" encoding="UTF-8" standalone="yes"?>
<Relationships xmlns="http://schemas.openxmlformats.org/package/2006/relationships"><Relationship Id="rId2" Type="http://schemas.openxmlformats.org/officeDocument/2006/relationships/theme" Target="../theme/theme16.xml"/><Relationship Id="rId1" Type="http://schemas.openxmlformats.org/officeDocument/2006/relationships/slideLayout" Target="../slideLayouts/slideLayout16.xml"/></Relationships>
</file>

<file path=ppt/slideMasters/_rels/slideMaster17.xml.rels><?xml version="1.0" encoding="UTF-8" standalone="yes"?>
<Relationships xmlns="http://schemas.openxmlformats.org/package/2006/relationships"><Relationship Id="rId2" Type="http://schemas.openxmlformats.org/officeDocument/2006/relationships/theme" Target="../theme/theme17.xml"/><Relationship Id="rId1" Type="http://schemas.openxmlformats.org/officeDocument/2006/relationships/slideLayout" Target="../slideLayouts/slideLayout17.xml"/></Relationships>
</file>

<file path=ppt/slideMasters/_rels/slideMaster18.xml.rels><?xml version="1.0" encoding="UTF-8" standalone="yes"?>
<Relationships xmlns="http://schemas.openxmlformats.org/package/2006/relationships"><Relationship Id="rId2" Type="http://schemas.openxmlformats.org/officeDocument/2006/relationships/theme" Target="../theme/theme18.xml"/><Relationship Id="rId1" Type="http://schemas.openxmlformats.org/officeDocument/2006/relationships/slideLayout" Target="../slideLayouts/slideLayout18.xml"/></Relationships>
</file>

<file path=ppt/slideMasters/_rels/slideMaster19.xml.rels><?xml version="1.0" encoding="UTF-8" standalone="yes"?>
<Relationships xmlns="http://schemas.openxmlformats.org/package/2006/relationships"><Relationship Id="rId2" Type="http://schemas.openxmlformats.org/officeDocument/2006/relationships/theme" Target="../theme/theme19.xml"/><Relationship Id="rId1" Type="http://schemas.openxmlformats.org/officeDocument/2006/relationships/slideLayout" Target="../slideLayouts/slideLayout19.xml"/></Relationships>
</file>

<file path=ppt/slideMasters/_rels/slideMaster20.xml.rels><?xml version="1.0" encoding="UTF-8" standalone="yes"?>
<Relationships xmlns="http://schemas.openxmlformats.org/package/2006/relationships"><Relationship Id="rId2" Type="http://schemas.openxmlformats.org/officeDocument/2006/relationships/theme" Target="../theme/theme20.xml"/><Relationship Id="rId1" Type="http://schemas.openxmlformats.org/officeDocument/2006/relationships/slideLayout" Target="../slideLayouts/slideLayout20.xml"/></Relationships>
</file>

<file path=ppt/slideMasters/_rels/slideMaster21.xml.rels><?xml version="1.0" encoding="UTF-8" standalone="yes"?>
<Relationships xmlns="http://schemas.openxmlformats.org/package/2006/relationships"><Relationship Id="rId2" Type="http://schemas.openxmlformats.org/officeDocument/2006/relationships/theme" Target="../theme/theme21.xml"/><Relationship Id="rId1" Type="http://schemas.openxmlformats.org/officeDocument/2006/relationships/slideLayout" Target="../slideLayouts/slideLayout21.xml"/></Relationships>
</file>

<file path=ppt/slideMasters/_rels/slideMaster22.xml.rels><?xml version="1.0" encoding="UTF-8" standalone="yes"?>
<Relationships xmlns="http://schemas.openxmlformats.org/package/2006/relationships"><Relationship Id="rId2" Type="http://schemas.openxmlformats.org/officeDocument/2006/relationships/theme" Target="../theme/theme22.xml"/><Relationship Id="rId1" Type="http://schemas.openxmlformats.org/officeDocument/2006/relationships/slideLayout" Target="../slideLayouts/slideLayout22.xml"/></Relationships>
</file>

<file path=ppt/slideMasters/_rels/slideMaster23.xml.rels><?xml version="1.0" encoding="UTF-8" standalone="yes"?>
<Relationships xmlns="http://schemas.openxmlformats.org/package/2006/relationships"><Relationship Id="rId2" Type="http://schemas.openxmlformats.org/officeDocument/2006/relationships/theme" Target="../theme/theme23.xml"/><Relationship Id="rId1" Type="http://schemas.openxmlformats.org/officeDocument/2006/relationships/slideLayout" Target="../slideLayouts/slideLayout23.xml"/></Relationships>
</file>

<file path=ppt/slideMasters/_rels/slideMaster24.xml.rels><?xml version="1.0" encoding="UTF-8" standalone="yes"?>
<Relationships xmlns="http://schemas.openxmlformats.org/package/2006/relationships"><Relationship Id="rId2" Type="http://schemas.openxmlformats.org/officeDocument/2006/relationships/theme" Target="../theme/theme24.xml"/><Relationship Id="rId1" Type="http://schemas.openxmlformats.org/officeDocument/2006/relationships/slideLayout" Target="../slideLayouts/slideLayout24.xml"/></Relationships>
</file>

<file path=ppt/slideMasters/_rels/slideMaster25.xml.rels><?xml version="1.0" encoding="UTF-8" standalone="yes"?>
<Relationships xmlns="http://schemas.openxmlformats.org/package/2006/relationships"><Relationship Id="rId2" Type="http://schemas.openxmlformats.org/officeDocument/2006/relationships/theme" Target="../theme/theme25.xml"/><Relationship Id="rId1" Type="http://schemas.openxmlformats.org/officeDocument/2006/relationships/slideLayout" Target="../slideLayouts/slideLayout25.xml"/></Relationships>
</file>

<file path=ppt/slideMasters/_rels/slideMaster26.xml.rels><?xml version="1.0" encoding="UTF-8" standalone="yes"?>
<Relationships xmlns="http://schemas.openxmlformats.org/package/2006/relationships"><Relationship Id="rId2" Type="http://schemas.openxmlformats.org/officeDocument/2006/relationships/theme" Target="../theme/theme26.xml"/><Relationship Id="rId1" Type="http://schemas.openxmlformats.org/officeDocument/2006/relationships/slideLayout" Target="../slideLayouts/slideLayout26.xml"/></Relationships>
</file>

<file path=ppt/slideMasters/_rels/slideMaster27.xml.rels><?xml version="1.0" encoding="UTF-8" standalone="yes"?>
<Relationships xmlns="http://schemas.openxmlformats.org/package/2006/relationships"><Relationship Id="rId2" Type="http://schemas.openxmlformats.org/officeDocument/2006/relationships/theme" Target="../theme/theme27.xml"/><Relationship Id="rId1" Type="http://schemas.openxmlformats.org/officeDocument/2006/relationships/slideLayout" Target="../slideLayouts/slideLayout27.xml"/></Relationships>
</file>

<file path=ppt/slideMasters/_rels/slideMaster28.xml.rels><?xml version="1.0" encoding="UTF-8" standalone="yes"?>
<Relationships xmlns="http://schemas.openxmlformats.org/package/2006/relationships"><Relationship Id="rId2" Type="http://schemas.openxmlformats.org/officeDocument/2006/relationships/theme" Target="../theme/theme28.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8880" cy="858240"/>
          </a:xfrm>
          <a:prstGeom prst="rect">
            <a:avLst/>
          </a:prstGeom>
          <a:noFill/>
          <a:ln w="0">
            <a:noFill/>
          </a:ln>
        </p:spPr>
        <p:txBody>
          <a:bodyPr lIns="0" tIns="0" rIns="0" bIns="0" anchor="ctr">
            <a:noAutofit/>
          </a:bodyPr>
          <a:lstStyle/>
          <a:p>
            <a:pPr indent="0">
              <a:buNone/>
            </a:pPr>
            <a:r>
              <a:rPr lang="fr-FR" sz="1800" b="0" strike="noStrike" spc="-1">
                <a:solidFill>
                  <a:srgbClr val="000000"/>
                </a:solidFill>
                <a:latin typeface="Arial"/>
              </a:rPr>
              <a:t>Cliquez pour éditer le format du texte-titre</a:t>
            </a:r>
          </a:p>
        </p:txBody>
      </p:sp>
      <p:sp>
        <p:nvSpPr>
          <p:cNvPr id="3" name="PlaceHolder 2"/>
          <p:cNvSpPr>
            <a:spLocks noGrp="1"/>
          </p:cNvSpPr>
          <p:nvPr>
            <p:ph type="sldNum" idx="1"/>
          </p:nvPr>
        </p:nvSpPr>
        <p:spPr>
          <a:xfrm>
            <a:off x="8472600" y="4663080"/>
            <a:ext cx="546840" cy="391680"/>
          </a:xfrm>
          <a:prstGeom prst="rect">
            <a:avLst/>
          </a:prstGeom>
          <a:noFill/>
          <a:ln w="0">
            <a:noFill/>
          </a:ln>
        </p:spPr>
        <p:txBody>
          <a:bodyPr lIns="91440" tIns="91440" rIns="91440" bIns="91440" anchor="ctr">
            <a:noAutofit/>
          </a:bodyPr>
          <a:lstStyle>
            <a:lvl1pPr indent="0" algn="r">
              <a:lnSpc>
                <a:spcPct val="100000"/>
              </a:lnSpc>
              <a:buNone/>
              <a:tabLst>
                <a:tab pos="0" algn="l"/>
              </a:tabLst>
              <a:defRPr lang="fr" sz="1000" b="0" strike="noStrike" spc="-1">
                <a:solidFill>
                  <a:schemeClr val="dk2"/>
                </a:solidFill>
                <a:latin typeface="Arial"/>
                <a:ea typeface="Arial"/>
              </a:defRPr>
            </a:lvl1pPr>
          </a:lstStyle>
          <a:p>
            <a:pPr indent="0" algn="r">
              <a:lnSpc>
                <a:spcPct val="100000"/>
              </a:lnSpc>
              <a:buNone/>
              <a:tabLst>
                <a:tab pos="0" algn="l"/>
              </a:tabLst>
            </a:pPr>
            <a:fld id="{104B96C6-AA8A-4107-A428-001805531AB2}" type="slidenum">
              <a:rPr lang="fr" sz="1000" b="0" strike="noStrike" spc="-1">
                <a:solidFill>
                  <a:schemeClr val="dk2"/>
                </a:solidFill>
                <a:latin typeface="Arial"/>
                <a:ea typeface="Arial"/>
              </a:rPr>
              <a:t>‹N°›</a:t>
            </a:fld>
            <a:endParaRPr lang="fr-FR"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sldNum" idx="2"/>
          </p:nvPr>
        </p:nvSpPr>
        <p:spPr>
          <a:xfrm>
            <a:off x="8472600" y="4663080"/>
            <a:ext cx="546840" cy="391680"/>
          </a:xfrm>
          <a:prstGeom prst="rect">
            <a:avLst/>
          </a:prstGeom>
          <a:noFill/>
          <a:ln w="0">
            <a:noFill/>
          </a:ln>
        </p:spPr>
        <p:txBody>
          <a:bodyPr lIns="91440" tIns="91440" rIns="91440" bIns="91440" anchor="ctr">
            <a:noAutofit/>
          </a:bodyPr>
          <a:lstStyle>
            <a:lvl1pPr indent="0" algn="r">
              <a:lnSpc>
                <a:spcPct val="100000"/>
              </a:lnSpc>
              <a:buNone/>
              <a:tabLst>
                <a:tab pos="0" algn="l"/>
              </a:tabLst>
              <a:defRPr lang="fr" sz="1000" b="0" strike="noStrike" spc="-1">
                <a:solidFill>
                  <a:schemeClr val="dk2"/>
                </a:solidFill>
                <a:latin typeface="Arial"/>
                <a:ea typeface="Arial"/>
              </a:defRPr>
            </a:lvl1pPr>
          </a:lstStyle>
          <a:p>
            <a:pPr indent="0" algn="r">
              <a:lnSpc>
                <a:spcPct val="100000"/>
              </a:lnSpc>
              <a:buNone/>
              <a:tabLst>
                <a:tab pos="0" algn="l"/>
              </a:tabLst>
            </a:pPr>
            <a:fld id="{E5AB9A24-769D-44E8-96D2-62CD0679E029}" type="slidenum">
              <a:rPr lang="fr" sz="1000" b="0" strike="noStrike" spc="-1">
                <a:solidFill>
                  <a:schemeClr val="dk2"/>
                </a:solidFill>
                <a:latin typeface="Arial"/>
                <a:ea typeface="Arial"/>
              </a:rPr>
              <a:t>‹N°›</a:t>
            </a:fld>
            <a:endParaRPr lang="fr-FR"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 name="PlaceHolder 1"/>
          <p:cNvSpPr>
            <a:spLocks noGrp="1"/>
          </p:cNvSpPr>
          <p:nvPr>
            <p:ph type="sldNum" idx="3"/>
          </p:nvPr>
        </p:nvSpPr>
        <p:spPr>
          <a:xfrm>
            <a:off x="8472600" y="4663080"/>
            <a:ext cx="546840" cy="391680"/>
          </a:xfrm>
          <a:prstGeom prst="rect">
            <a:avLst/>
          </a:prstGeom>
          <a:noFill/>
          <a:ln w="0">
            <a:noFill/>
          </a:ln>
        </p:spPr>
        <p:txBody>
          <a:bodyPr lIns="91440" tIns="91440" rIns="91440" bIns="91440" anchor="ctr">
            <a:noAutofit/>
          </a:bodyPr>
          <a:lstStyle>
            <a:lvl1pPr indent="0" algn="r">
              <a:lnSpc>
                <a:spcPct val="100000"/>
              </a:lnSpc>
              <a:buNone/>
              <a:tabLst>
                <a:tab pos="0" algn="l"/>
              </a:tabLst>
              <a:defRPr lang="fr" sz="1000" b="0" strike="noStrike" spc="-1">
                <a:solidFill>
                  <a:schemeClr val="dk2"/>
                </a:solidFill>
                <a:latin typeface="Arial"/>
                <a:ea typeface="Arial"/>
              </a:defRPr>
            </a:lvl1pPr>
          </a:lstStyle>
          <a:p>
            <a:pPr indent="0" algn="r">
              <a:lnSpc>
                <a:spcPct val="100000"/>
              </a:lnSpc>
              <a:buNone/>
              <a:tabLst>
                <a:tab pos="0" algn="l"/>
              </a:tabLst>
            </a:pPr>
            <a:fld id="{C2B1E5A1-A2DA-4F01-8AEA-FE99FF204B10}" type="slidenum">
              <a:rPr lang="fr" sz="1000" b="0" strike="noStrike" spc="-1">
                <a:solidFill>
                  <a:schemeClr val="dk2"/>
                </a:solidFill>
                <a:latin typeface="Arial"/>
                <a:ea typeface="Arial"/>
              </a:rPr>
              <a:t>‹N°›</a:t>
            </a:fld>
            <a:endParaRPr lang="fr-FR"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 name="PlaceHolder 1"/>
          <p:cNvSpPr>
            <a:spLocks noGrp="1"/>
          </p:cNvSpPr>
          <p:nvPr>
            <p:ph type="sldNum" idx="4"/>
          </p:nvPr>
        </p:nvSpPr>
        <p:spPr>
          <a:xfrm>
            <a:off x="8472600" y="4663080"/>
            <a:ext cx="546840" cy="391680"/>
          </a:xfrm>
          <a:prstGeom prst="rect">
            <a:avLst/>
          </a:prstGeom>
          <a:noFill/>
          <a:ln w="0">
            <a:noFill/>
          </a:ln>
        </p:spPr>
        <p:txBody>
          <a:bodyPr lIns="91440" tIns="91440" rIns="91440" bIns="91440" anchor="ctr">
            <a:noAutofit/>
          </a:bodyPr>
          <a:lstStyle>
            <a:lvl1pPr indent="0" algn="r">
              <a:lnSpc>
                <a:spcPct val="100000"/>
              </a:lnSpc>
              <a:buNone/>
              <a:tabLst>
                <a:tab pos="0" algn="l"/>
              </a:tabLst>
              <a:defRPr lang="fr" sz="1000" b="0" strike="noStrike" spc="-1">
                <a:solidFill>
                  <a:schemeClr val="dk2"/>
                </a:solidFill>
                <a:latin typeface="Arial"/>
                <a:ea typeface="Arial"/>
              </a:defRPr>
            </a:lvl1pPr>
          </a:lstStyle>
          <a:p>
            <a:pPr indent="0" algn="r">
              <a:lnSpc>
                <a:spcPct val="100000"/>
              </a:lnSpc>
              <a:buNone/>
              <a:tabLst>
                <a:tab pos="0" algn="l"/>
              </a:tabLst>
            </a:pPr>
            <a:fld id="{AFF29675-C545-49C4-8742-880DFD707111}" type="slidenum">
              <a:rPr lang="fr" sz="1000" b="0" strike="noStrike" spc="-1">
                <a:solidFill>
                  <a:schemeClr val="dk2"/>
                </a:solidFill>
                <a:latin typeface="Arial"/>
                <a:ea typeface="Arial"/>
              </a:rPr>
              <a:t>‹N°›</a:t>
            </a:fld>
            <a:endParaRPr lang="fr-FR"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05200"/>
            <a:ext cx="8228880" cy="858240"/>
          </a:xfrm>
          <a:prstGeom prst="rect">
            <a:avLst/>
          </a:prstGeom>
          <a:noFill/>
          <a:ln w="0">
            <a:noFill/>
          </a:ln>
        </p:spPr>
        <p:txBody>
          <a:bodyPr lIns="0" tIns="0" rIns="0" bIns="0" anchor="ctr">
            <a:noAutofit/>
          </a:bodyPr>
          <a:lstStyle/>
          <a:p>
            <a:pPr indent="0">
              <a:buNone/>
            </a:pPr>
            <a:r>
              <a:rPr lang="fr-FR" sz="1800" b="0" strike="noStrike" spc="-1">
                <a:solidFill>
                  <a:srgbClr val="000000"/>
                </a:solidFill>
                <a:latin typeface="Arial"/>
              </a:rPr>
              <a:t>Cliquez pour éditer le format du texte-titre</a:t>
            </a:r>
          </a:p>
        </p:txBody>
      </p:sp>
      <p:sp>
        <p:nvSpPr>
          <p:cNvPr id="8" name="PlaceHolder 2"/>
          <p:cNvSpPr>
            <a:spLocks noGrp="1"/>
          </p:cNvSpPr>
          <p:nvPr>
            <p:ph type="body"/>
          </p:nvPr>
        </p:nvSpPr>
        <p:spPr>
          <a:xfrm>
            <a:off x="457200" y="1203480"/>
            <a:ext cx="8228880" cy="298260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800" b="0" strike="noStrike" spc="-1">
                <a:solidFill>
                  <a:srgbClr val="000000"/>
                </a:solidFill>
                <a:latin typeface="Arial"/>
              </a:rPr>
              <a:t>Cliquez pour éditer le format du plan de texte</a:t>
            </a:r>
          </a:p>
          <a:p>
            <a:pPr marL="864000" lvl="1" indent="-324000">
              <a:spcBef>
                <a:spcPts val="1134"/>
              </a:spcBef>
              <a:buClr>
                <a:srgbClr val="000000"/>
              </a:buClr>
              <a:buSzPct val="75000"/>
              <a:buFont typeface="Symbol" charset="2"/>
              <a:buChar char=""/>
            </a:pPr>
            <a:r>
              <a:rPr lang="fr-FR" sz="1800" b="0" strike="noStrike" spc="-1">
                <a:solidFill>
                  <a:srgbClr val="000000"/>
                </a:solidFill>
                <a:latin typeface="Arial"/>
              </a:rPr>
              <a:t>Second niveau de plan</a:t>
            </a:r>
          </a:p>
          <a:p>
            <a:pPr marL="1296000" lvl="2" indent="-288000">
              <a:spcBef>
                <a:spcPts val="850"/>
              </a:spcBef>
              <a:buClr>
                <a:srgbClr val="000000"/>
              </a:buClr>
              <a:buSzPct val="45000"/>
              <a:buFont typeface="Wingdings" charset="2"/>
              <a:buChar char=""/>
            </a:pPr>
            <a:r>
              <a:rPr lang="fr-FR" sz="1800" b="0" strike="noStrike" spc="-1">
                <a:solidFill>
                  <a:srgbClr val="000000"/>
                </a:solidFill>
                <a:latin typeface="Arial"/>
              </a:rPr>
              <a:t>Troisième niveau de plan</a:t>
            </a:r>
          </a:p>
          <a:p>
            <a:pPr marL="1728000" lvl="3" indent="-216000">
              <a:spcBef>
                <a:spcPts val="567"/>
              </a:spcBef>
              <a:buClr>
                <a:srgbClr val="000000"/>
              </a:buClr>
              <a:buSzPct val="75000"/>
              <a:buFont typeface="Symbol" charset="2"/>
              <a:buChar char=""/>
            </a:pPr>
            <a:r>
              <a:rPr lang="fr-FR" sz="1800" b="0" strike="noStrike" spc="-1">
                <a:solidFill>
                  <a:srgbClr val="000000"/>
                </a:solidFill>
                <a:latin typeface="Arial"/>
              </a:rPr>
              <a:t>Quatrième niveau de plan</a:t>
            </a:r>
          </a:p>
          <a:p>
            <a:pPr marL="2160000" lvl="4" indent="-216000">
              <a:spcBef>
                <a:spcPts val="283"/>
              </a:spcBef>
              <a:buClr>
                <a:srgbClr val="000000"/>
              </a:buClr>
              <a:buSzPct val="45000"/>
              <a:buFont typeface="Wingdings" charset="2"/>
              <a:buChar char=""/>
            </a:pPr>
            <a:r>
              <a:rPr lang="fr-FR" sz="1800" b="0" strike="noStrike" spc="-1">
                <a:solidFill>
                  <a:srgbClr val="000000"/>
                </a:solidFill>
                <a:latin typeface="Arial"/>
              </a:rPr>
              <a:t>Cinquième niveau de plan</a:t>
            </a:r>
          </a:p>
          <a:p>
            <a:pPr marL="2592000" lvl="5" indent="-216000">
              <a:spcBef>
                <a:spcPts val="283"/>
              </a:spcBef>
              <a:buClr>
                <a:srgbClr val="000000"/>
              </a:buClr>
              <a:buSzPct val="45000"/>
              <a:buFont typeface="Wingdings" charset="2"/>
              <a:buChar char=""/>
            </a:pPr>
            <a:r>
              <a:rPr lang="fr-FR" sz="1800" b="0" strike="noStrike" spc="-1">
                <a:solidFill>
                  <a:srgbClr val="000000"/>
                </a:solidFill>
                <a:latin typeface="Arial"/>
              </a:rPr>
              <a:t>Sixième niveau de plan</a:t>
            </a:r>
          </a:p>
          <a:p>
            <a:pPr marL="3024000" lvl="6" indent="-216000">
              <a:spcBef>
                <a:spcPts val="283"/>
              </a:spcBef>
              <a:buClr>
                <a:srgbClr val="000000"/>
              </a:buClr>
              <a:buSzPct val="45000"/>
              <a:buFont typeface="Wingdings" charset="2"/>
              <a:buChar char=""/>
            </a:pPr>
            <a:r>
              <a:rPr lang="fr-FR" sz="1800" b="0" strike="noStrike" spc="-1">
                <a:solidFill>
                  <a:srgbClr val="000000"/>
                </a:solidFill>
                <a:latin typeface="Arial"/>
              </a:rPr>
              <a:t>Septième niveau de plan</a:t>
            </a:r>
          </a:p>
        </p:txBody>
      </p:sp>
      <p:sp>
        <p:nvSpPr>
          <p:cNvPr id="9" name="PlaceHolder 3"/>
          <p:cNvSpPr>
            <a:spLocks noGrp="1"/>
          </p:cNvSpPr>
          <p:nvPr>
            <p:ph type="sldNum" idx="5"/>
          </p:nvPr>
        </p:nvSpPr>
        <p:spPr>
          <a:xfrm>
            <a:off x="8472600" y="4663080"/>
            <a:ext cx="546840" cy="391680"/>
          </a:xfrm>
          <a:prstGeom prst="rect">
            <a:avLst/>
          </a:prstGeom>
          <a:noFill/>
          <a:ln w="0">
            <a:noFill/>
          </a:ln>
        </p:spPr>
        <p:txBody>
          <a:bodyPr lIns="91440" tIns="91440" rIns="91440" bIns="91440" anchor="ctr">
            <a:noAutofit/>
          </a:bodyPr>
          <a:lstStyle>
            <a:lvl1pPr indent="0" algn="r">
              <a:lnSpc>
                <a:spcPct val="100000"/>
              </a:lnSpc>
              <a:buNone/>
              <a:tabLst>
                <a:tab pos="0" algn="l"/>
              </a:tabLst>
              <a:defRPr lang="fr" sz="1000" b="0" strike="noStrike" spc="-1">
                <a:solidFill>
                  <a:schemeClr val="dk2"/>
                </a:solidFill>
                <a:latin typeface="Arial"/>
                <a:ea typeface="Arial"/>
              </a:defRPr>
            </a:lvl1pPr>
          </a:lstStyle>
          <a:p>
            <a:pPr indent="0" algn="r">
              <a:lnSpc>
                <a:spcPct val="100000"/>
              </a:lnSpc>
              <a:buNone/>
              <a:tabLst>
                <a:tab pos="0" algn="l"/>
              </a:tabLst>
            </a:pPr>
            <a:fld id="{72CC308B-EEF1-4849-8EE0-DAE6E270E82A}" type="slidenum">
              <a:rPr lang="fr" sz="1000" b="0" strike="noStrike" spc="-1">
                <a:solidFill>
                  <a:schemeClr val="dk2"/>
                </a:solidFill>
                <a:latin typeface="Arial"/>
                <a:ea typeface="Arial"/>
              </a:rPr>
              <a:t>‹N°›</a:t>
            </a:fld>
            <a:endParaRPr lang="fr-FR"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05200"/>
            <a:ext cx="8228880" cy="858240"/>
          </a:xfrm>
          <a:prstGeom prst="rect">
            <a:avLst/>
          </a:prstGeom>
          <a:noFill/>
          <a:ln w="0">
            <a:noFill/>
          </a:ln>
        </p:spPr>
        <p:txBody>
          <a:bodyPr lIns="0" tIns="0" rIns="0" bIns="0" anchor="ctr">
            <a:noAutofit/>
          </a:bodyPr>
          <a:lstStyle/>
          <a:p>
            <a:pPr indent="0">
              <a:buNone/>
            </a:pPr>
            <a:r>
              <a:rPr lang="fr-FR" sz="1800" b="0" strike="noStrike" spc="-1">
                <a:solidFill>
                  <a:srgbClr val="000000"/>
                </a:solidFill>
                <a:latin typeface="Arial"/>
              </a:rPr>
              <a:t>Cliquez pour éditer le format du texte-titre</a:t>
            </a:r>
          </a:p>
        </p:txBody>
      </p:sp>
      <p:sp>
        <p:nvSpPr>
          <p:cNvPr id="13" name="PlaceHolder 2"/>
          <p:cNvSpPr>
            <a:spLocks noGrp="1"/>
          </p:cNvSpPr>
          <p:nvPr>
            <p:ph type="body"/>
          </p:nvPr>
        </p:nvSpPr>
        <p:spPr>
          <a:xfrm>
            <a:off x="457200" y="1203480"/>
            <a:ext cx="4015440" cy="2982600"/>
          </a:xfrm>
          <a:prstGeom prst="rect">
            <a:avLst/>
          </a:prstGeom>
          <a:noFill/>
          <a:ln w="0">
            <a:noFill/>
          </a:ln>
        </p:spPr>
        <p:txBody>
          <a:bodyPr lIns="0" tIns="0" rIns="0" bIns="0" anchor="t">
            <a:normAutofit fontScale="87222" lnSpcReduction="20000"/>
          </a:bodyPr>
          <a:lstStyle/>
          <a:p>
            <a:pPr marL="432000" indent="-324000">
              <a:spcBef>
                <a:spcPts val="1417"/>
              </a:spcBef>
              <a:buClr>
                <a:srgbClr val="000000"/>
              </a:buClr>
              <a:buSzPct val="45000"/>
              <a:buFont typeface="Wingdings" charset="2"/>
              <a:buChar char=""/>
            </a:pPr>
            <a:r>
              <a:rPr lang="fr-FR" sz="1800" b="0" strike="noStrike" spc="-1">
                <a:solidFill>
                  <a:srgbClr val="000000"/>
                </a:solidFill>
                <a:latin typeface="Arial"/>
              </a:rPr>
              <a:t>Cliquez pour éditer le format du plan de texte</a:t>
            </a:r>
          </a:p>
          <a:p>
            <a:pPr marL="864000" lvl="1" indent="-324000">
              <a:spcBef>
                <a:spcPts val="1134"/>
              </a:spcBef>
              <a:buClr>
                <a:srgbClr val="000000"/>
              </a:buClr>
              <a:buSzPct val="75000"/>
              <a:buFont typeface="Symbol" charset="2"/>
              <a:buChar char=""/>
            </a:pPr>
            <a:r>
              <a:rPr lang="fr-FR" sz="1800" b="0" strike="noStrike" spc="-1">
                <a:solidFill>
                  <a:srgbClr val="000000"/>
                </a:solidFill>
                <a:latin typeface="Arial"/>
              </a:rPr>
              <a:t>Second niveau de plan</a:t>
            </a:r>
          </a:p>
          <a:p>
            <a:pPr marL="1296000" lvl="2" indent="-288000">
              <a:spcBef>
                <a:spcPts val="850"/>
              </a:spcBef>
              <a:buClr>
                <a:srgbClr val="000000"/>
              </a:buClr>
              <a:buSzPct val="45000"/>
              <a:buFont typeface="Wingdings" charset="2"/>
              <a:buChar char=""/>
            </a:pPr>
            <a:r>
              <a:rPr lang="fr-FR" sz="1800" b="0" strike="noStrike" spc="-1">
                <a:solidFill>
                  <a:srgbClr val="000000"/>
                </a:solidFill>
                <a:latin typeface="Arial"/>
              </a:rPr>
              <a:t>Troisième niveau de plan</a:t>
            </a:r>
          </a:p>
          <a:p>
            <a:pPr marL="1728000" lvl="3" indent="-216000">
              <a:spcBef>
                <a:spcPts val="567"/>
              </a:spcBef>
              <a:buClr>
                <a:srgbClr val="000000"/>
              </a:buClr>
              <a:buSzPct val="75000"/>
              <a:buFont typeface="Symbol" charset="2"/>
              <a:buChar char=""/>
            </a:pPr>
            <a:r>
              <a:rPr lang="fr-FR" sz="1800" b="0" strike="noStrike" spc="-1">
                <a:solidFill>
                  <a:srgbClr val="000000"/>
                </a:solidFill>
                <a:latin typeface="Arial"/>
              </a:rPr>
              <a:t>Quatrième niveau de plan</a:t>
            </a:r>
          </a:p>
          <a:p>
            <a:pPr marL="2160000" lvl="4" indent="-216000">
              <a:spcBef>
                <a:spcPts val="283"/>
              </a:spcBef>
              <a:buClr>
                <a:srgbClr val="000000"/>
              </a:buClr>
              <a:buSzPct val="45000"/>
              <a:buFont typeface="Wingdings" charset="2"/>
              <a:buChar char=""/>
            </a:pPr>
            <a:r>
              <a:rPr lang="fr-FR" sz="1800" b="0" strike="noStrike" spc="-1">
                <a:solidFill>
                  <a:srgbClr val="000000"/>
                </a:solidFill>
                <a:latin typeface="Arial"/>
              </a:rPr>
              <a:t>Cinquième niveau de plan</a:t>
            </a:r>
          </a:p>
          <a:p>
            <a:pPr marL="2592000" lvl="5" indent="-216000">
              <a:spcBef>
                <a:spcPts val="283"/>
              </a:spcBef>
              <a:buClr>
                <a:srgbClr val="000000"/>
              </a:buClr>
              <a:buSzPct val="45000"/>
              <a:buFont typeface="Wingdings" charset="2"/>
              <a:buChar char=""/>
            </a:pPr>
            <a:r>
              <a:rPr lang="fr-FR" sz="1800" b="0" strike="noStrike" spc="-1">
                <a:solidFill>
                  <a:srgbClr val="000000"/>
                </a:solidFill>
                <a:latin typeface="Arial"/>
              </a:rPr>
              <a:t>Sixième niveau de plan</a:t>
            </a:r>
          </a:p>
          <a:p>
            <a:pPr marL="3024000" lvl="6" indent="-216000">
              <a:spcBef>
                <a:spcPts val="283"/>
              </a:spcBef>
              <a:buClr>
                <a:srgbClr val="000000"/>
              </a:buClr>
              <a:buSzPct val="45000"/>
              <a:buFont typeface="Wingdings" charset="2"/>
              <a:buChar char=""/>
            </a:pPr>
            <a:r>
              <a:rPr lang="fr-FR" sz="1800" b="0" strike="noStrike" spc="-1">
                <a:solidFill>
                  <a:srgbClr val="000000"/>
                </a:solidFill>
                <a:latin typeface="Arial"/>
              </a:rPr>
              <a:t>Septième niveau de plan</a:t>
            </a:r>
          </a:p>
        </p:txBody>
      </p:sp>
      <p:sp>
        <p:nvSpPr>
          <p:cNvPr id="14" name="PlaceHolder 3"/>
          <p:cNvSpPr>
            <a:spLocks noGrp="1"/>
          </p:cNvSpPr>
          <p:nvPr>
            <p:ph type="body"/>
          </p:nvPr>
        </p:nvSpPr>
        <p:spPr>
          <a:xfrm>
            <a:off x="4674240" y="1203480"/>
            <a:ext cx="4015440" cy="2982600"/>
          </a:xfrm>
          <a:prstGeom prst="rect">
            <a:avLst/>
          </a:prstGeom>
          <a:noFill/>
          <a:ln w="0">
            <a:noFill/>
          </a:ln>
        </p:spPr>
        <p:txBody>
          <a:bodyPr lIns="0" tIns="0" rIns="0" bIns="0" anchor="t">
            <a:normAutofit fontScale="87222" lnSpcReduction="20000"/>
          </a:bodyPr>
          <a:lstStyle/>
          <a:p>
            <a:pPr marL="432000" indent="-324000">
              <a:spcBef>
                <a:spcPts val="1417"/>
              </a:spcBef>
              <a:buClr>
                <a:srgbClr val="000000"/>
              </a:buClr>
              <a:buSzPct val="45000"/>
              <a:buFont typeface="Wingdings" charset="2"/>
              <a:buChar char=""/>
            </a:pPr>
            <a:r>
              <a:rPr lang="fr-FR" sz="1800" b="0" strike="noStrike" spc="-1">
                <a:solidFill>
                  <a:srgbClr val="000000"/>
                </a:solidFill>
                <a:latin typeface="Arial"/>
              </a:rPr>
              <a:t>Cliquez pour éditer le format du plan de texte</a:t>
            </a:r>
          </a:p>
          <a:p>
            <a:pPr marL="864000" lvl="1" indent="-324000">
              <a:spcBef>
                <a:spcPts val="1134"/>
              </a:spcBef>
              <a:buClr>
                <a:srgbClr val="000000"/>
              </a:buClr>
              <a:buSzPct val="75000"/>
              <a:buFont typeface="Symbol" charset="2"/>
              <a:buChar char=""/>
            </a:pPr>
            <a:r>
              <a:rPr lang="fr-FR" sz="1800" b="0" strike="noStrike" spc="-1">
                <a:solidFill>
                  <a:srgbClr val="000000"/>
                </a:solidFill>
                <a:latin typeface="Arial"/>
              </a:rPr>
              <a:t>Second niveau de plan</a:t>
            </a:r>
          </a:p>
          <a:p>
            <a:pPr marL="1296000" lvl="2" indent="-288000">
              <a:spcBef>
                <a:spcPts val="850"/>
              </a:spcBef>
              <a:buClr>
                <a:srgbClr val="000000"/>
              </a:buClr>
              <a:buSzPct val="45000"/>
              <a:buFont typeface="Wingdings" charset="2"/>
              <a:buChar char=""/>
            </a:pPr>
            <a:r>
              <a:rPr lang="fr-FR" sz="1800" b="0" strike="noStrike" spc="-1">
                <a:solidFill>
                  <a:srgbClr val="000000"/>
                </a:solidFill>
                <a:latin typeface="Arial"/>
              </a:rPr>
              <a:t>Troisième niveau de plan</a:t>
            </a:r>
          </a:p>
          <a:p>
            <a:pPr marL="1728000" lvl="3" indent="-216000">
              <a:spcBef>
                <a:spcPts val="567"/>
              </a:spcBef>
              <a:buClr>
                <a:srgbClr val="000000"/>
              </a:buClr>
              <a:buSzPct val="75000"/>
              <a:buFont typeface="Symbol" charset="2"/>
              <a:buChar char=""/>
            </a:pPr>
            <a:r>
              <a:rPr lang="fr-FR" sz="1800" b="0" strike="noStrike" spc="-1">
                <a:solidFill>
                  <a:srgbClr val="000000"/>
                </a:solidFill>
                <a:latin typeface="Arial"/>
              </a:rPr>
              <a:t>Quatrième niveau de plan</a:t>
            </a:r>
          </a:p>
          <a:p>
            <a:pPr marL="2160000" lvl="4" indent="-216000">
              <a:spcBef>
                <a:spcPts val="283"/>
              </a:spcBef>
              <a:buClr>
                <a:srgbClr val="000000"/>
              </a:buClr>
              <a:buSzPct val="45000"/>
              <a:buFont typeface="Wingdings" charset="2"/>
              <a:buChar char=""/>
            </a:pPr>
            <a:r>
              <a:rPr lang="fr-FR" sz="1800" b="0" strike="noStrike" spc="-1">
                <a:solidFill>
                  <a:srgbClr val="000000"/>
                </a:solidFill>
                <a:latin typeface="Arial"/>
              </a:rPr>
              <a:t>Cinquième niveau de plan</a:t>
            </a:r>
          </a:p>
          <a:p>
            <a:pPr marL="2592000" lvl="5" indent="-216000">
              <a:spcBef>
                <a:spcPts val="283"/>
              </a:spcBef>
              <a:buClr>
                <a:srgbClr val="000000"/>
              </a:buClr>
              <a:buSzPct val="45000"/>
              <a:buFont typeface="Wingdings" charset="2"/>
              <a:buChar char=""/>
            </a:pPr>
            <a:r>
              <a:rPr lang="fr-FR" sz="1800" b="0" strike="noStrike" spc="-1">
                <a:solidFill>
                  <a:srgbClr val="000000"/>
                </a:solidFill>
                <a:latin typeface="Arial"/>
              </a:rPr>
              <a:t>Sixième niveau de plan</a:t>
            </a:r>
          </a:p>
          <a:p>
            <a:pPr marL="3024000" lvl="6" indent="-216000">
              <a:spcBef>
                <a:spcPts val="283"/>
              </a:spcBef>
              <a:buClr>
                <a:srgbClr val="000000"/>
              </a:buClr>
              <a:buSzPct val="45000"/>
              <a:buFont typeface="Wingdings" charset="2"/>
              <a:buChar char=""/>
            </a:pPr>
            <a:r>
              <a:rPr lang="fr-FR" sz="1800" b="0" strike="noStrike" spc="-1">
                <a:solidFill>
                  <a:srgbClr val="000000"/>
                </a:solidFill>
                <a:latin typeface="Arial"/>
              </a:rPr>
              <a:t>Septième niveau de plan</a:t>
            </a:r>
          </a:p>
        </p:txBody>
      </p:sp>
      <p:sp>
        <p:nvSpPr>
          <p:cNvPr id="15" name="PlaceHolder 4"/>
          <p:cNvSpPr>
            <a:spLocks noGrp="1"/>
          </p:cNvSpPr>
          <p:nvPr>
            <p:ph type="sldNum" idx="6"/>
          </p:nvPr>
        </p:nvSpPr>
        <p:spPr>
          <a:xfrm>
            <a:off x="8472600" y="4663080"/>
            <a:ext cx="546840" cy="391680"/>
          </a:xfrm>
          <a:prstGeom prst="rect">
            <a:avLst/>
          </a:prstGeom>
          <a:noFill/>
          <a:ln w="0">
            <a:noFill/>
          </a:ln>
        </p:spPr>
        <p:txBody>
          <a:bodyPr lIns="91440" tIns="91440" rIns="91440" bIns="91440" anchor="ctr">
            <a:noAutofit/>
          </a:bodyPr>
          <a:lstStyle>
            <a:lvl1pPr indent="0" algn="r">
              <a:lnSpc>
                <a:spcPct val="100000"/>
              </a:lnSpc>
              <a:buNone/>
              <a:tabLst>
                <a:tab pos="0" algn="l"/>
              </a:tabLst>
              <a:defRPr lang="fr" sz="1000" b="0" strike="noStrike" spc="-1">
                <a:solidFill>
                  <a:schemeClr val="dk2"/>
                </a:solidFill>
                <a:latin typeface="Arial"/>
                <a:ea typeface="Arial"/>
              </a:defRPr>
            </a:lvl1pPr>
          </a:lstStyle>
          <a:p>
            <a:pPr indent="0" algn="r">
              <a:lnSpc>
                <a:spcPct val="100000"/>
              </a:lnSpc>
              <a:buNone/>
              <a:tabLst>
                <a:tab pos="0" algn="l"/>
              </a:tabLst>
            </a:pPr>
            <a:fld id="{C4328C0F-E12B-40E8-ACC1-7DFC5E077451}" type="slidenum">
              <a:rPr lang="fr" sz="1000" b="0" strike="noStrike" spc="-1">
                <a:solidFill>
                  <a:schemeClr val="dk2"/>
                </a:solidFill>
                <a:latin typeface="Arial"/>
                <a:ea typeface="Arial"/>
              </a:rPr>
              <a:t>‹N°›</a:t>
            </a:fld>
            <a:endParaRPr lang="fr-FR"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457200" y="205200"/>
            <a:ext cx="8228880" cy="858240"/>
          </a:xfrm>
          <a:prstGeom prst="rect">
            <a:avLst/>
          </a:prstGeom>
          <a:noFill/>
          <a:ln w="0">
            <a:noFill/>
          </a:ln>
        </p:spPr>
        <p:txBody>
          <a:bodyPr lIns="0" tIns="0" rIns="0" bIns="0" anchor="ctr">
            <a:noAutofit/>
          </a:bodyPr>
          <a:lstStyle/>
          <a:p>
            <a:pPr indent="0">
              <a:buNone/>
            </a:pPr>
            <a:r>
              <a:rPr lang="fr-FR" sz="1800" b="0" strike="noStrike" spc="-1">
                <a:solidFill>
                  <a:srgbClr val="000000"/>
                </a:solidFill>
                <a:latin typeface="Arial"/>
              </a:rPr>
              <a:t>Cliquez pour éditer le format du texte-titre</a:t>
            </a:r>
          </a:p>
        </p:txBody>
      </p:sp>
      <p:sp>
        <p:nvSpPr>
          <p:cNvPr id="20" name="PlaceHolder 2"/>
          <p:cNvSpPr>
            <a:spLocks noGrp="1"/>
          </p:cNvSpPr>
          <p:nvPr>
            <p:ph type="sldNum" idx="7"/>
          </p:nvPr>
        </p:nvSpPr>
        <p:spPr>
          <a:xfrm>
            <a:off x="8472600" y="4663080"/>
            <a:ext cx="546840" cy="391680"/>
          </a:xfrm>
          <a:prstGeom prst="rect">
            <a:avLst/>
          </a:prstGeom>
          <a:noFill/>
          <a:ln w="0">
            <a:noFill/>
          </a:ln>
        </p:spPr>
        <p:txBody>
          <a:bodyPr lIns="91440" tIns="91440" rIns="91440" bIns="91440" anchor="ctr">
            <a:noAutofit/>
          </a:bodyPr>
          <a:lstStyle>
            <a:lvl1pPr indent="0" algn="r">
              <a:lnSpc>
                <a:spcPct val="100000"/>
              </a:lnSpc>
              <a:buNone/>
              <a:tabLst>
                <a:tab pos="0" algn="l"/>
              </a:tabLst>
              <a:defRPr lang="fr" sz="1000" b="0" strike="noStrike" spc="-1">
                <a:solidFill>
                  <a:schemeClr val="dk2"/>
                </a:solidFill>
                <a:latin typeface="Arial"/>
                <a:ea typeface="Arial"/>
              </a:defRPr>
            </a:lvl1pPr>
          </a:lstStyle>
          <a:p>
            <a:pPr indent="0" algn="r">
              <a:lnSpc>
                <a:spcPct val="100000"/>
              </a:lnSpc>
              <a:buNone/>
              <a:tabLst>
                <a:tab pos="0" algn="l"/>
              </a:tabLst>
            </a:pPr>
            <a:fld id="{259326ED-9CCB-4139-9955-7F170ADD7DC8}" type="slidenum">
              <a:rPr lang="fr" sz="1000" b="0" strike="noStrike" spc="-1">
                <a:solidFill>
                  <a:schemeClr val="dk2"/>
                </a:solidFill>
                <a:latin typeface="Arial"/>
                <a:ea typeface="Arial"/>
              </a:rPr>
              <a:t>‹N°›</a:t>
            </a:fld>
            <a:endParaRPr lang="fr-FR"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2" name="PlaceHolder 1"/>
          <p:cNvSpPr>
            <a:spLocks noGrp="1"/>
          </p:cNvSpPr>
          <p:nvPr>
            <p:ph type="sldNum" idx="8"/>
          </p:nvPr>
        </p:nvSpPr>
        <p:spPr>
          <a:xfrm>
            <a:off x="8472600" y="4663080"/>
            <a:ext cx="546840" cy="391680"/>
          </a:xfrm>
          <a:prstGeom prst="rect">
            <a:avLst/>
          </a:prstGeom>
          <a:noFill/>
          <a:ln w="0">
            <a:noFill/>
          </a:ln>
        </p:spPr>
        <p:txBody>
          <a:bodyPr lIns="91440" tIns="91440" rIns="91440" bIns="91440" anchor="ctr">
            <a:noAutofit/>
          </a:bodyPr>
          <a:lstStyle>
            <a:lvl1pPr indent="0" algn="r">
              <a:lnSpc>
                <a:spcPct val="100000"/>
              </a:lnSpc>
              <a:buNone/>
              <a:tabLst>
                <a:tab pos="0" algn="l"/>
              </a:tabLst>
              <a:defRPr lang="fr" sz="1000" b="0" strike="noStrike" spc="-1">
                <a:solidFill>
                  <a:schemeClr val="dk2"/>
                </a:solidFill>
                <a:latin typeface="Arial"/>
                <a:ea typeface="Arial"/>
              </a:defRPr>
            </a:lvl1pPr>
          </a:lstStyle>
          <a:p>
            <a:pPr indent="0" algn="r">
              <a:lnSpc>
                <a:spcPct val="100000"/>
              </a:lnSpc>
              <a:buNone/>
              <a:tabLst>
                <a:tab pos="0" algn="l"/>
              </a:tabLst>
            </a:pPr>
            <a:fld id="{CF8D7024-9D4B-4235-96B7-55EEE42203DD}" type="slidenum">
              <a:rPr lang="fr" sz="1000" b="0" strike="noStrike" spc="-1">
                <a:solidFill>
                  <a:schemeClr val="dk2"/>
                </a:solidFill>
                <a:latin typeface="Arial"/>
                <a:ea typeface="Arial"/>
              </a:rPr>
              <a:t>‹N°›</a:t>
            </a:fld>
            <a:endParaRPr lang="fr-FR"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3" name="PlaceHolder 1"/>
          <p:cNvSpPr>
            <a:spLocks noGrp="1"/>
          </p:cNvSpPr>
          <p:nvPr>
            <p:ph type="sldNum" idx="9"/>
          </p:nvPr>
        </p:nvSpPr>
        <p:spPr>
          <a:xfrm>
            <a:off x="8472600" y="4663080"/>
            <a:ext cx="546840" cy="391680"/>
          </a:xfrm>
          <a:prstGeom prst="rect">
            <a:avLst/>
          </a:prstGeom>
          <a:noFill/>
          <a:ln w="0">
            <a:noFill/>
          </a:ln>
        </p:spPr>
        <p:txBody>
          <a:bodyPr lIns="91440" tIns="91440" rIns="91440" bIns="91440" anchor="ctr">
            <a:noAutofit/>
          </a:bodyPr>
          <a:lstStyle>
            <a:lvl1pPr indent="0" algn="r">
              <a:lnSpc>
                <a:spcPct val="100000"/>
              </a:lnSpc>
              <a:buNone/>
              <a:tabLst>
                <a:tab pos="0" algn="l"/>
              </a:tabLst>
              <a:defRPr lang="fr" sz="1000" b="0" strike="noStrike" spc="-1">
                <a:solidFill>
                  <a:schemeClr val="dk2"/>
                </a:solidFill>
                <a:latin typeface="Arial"/>
                <a:ea typeface="Arial"/>
              </a:defRPr>
            </a:lvl1pPr>
          </a:lstStyle>
          <a:p>
            <a:pPr indent="0" algn="r">
              <a:lnSpc>
                <a:spcPct val="100000"/>
              </a:lnSpc>
              <a:buNone/>
              <a:tabLst>
                <a:tab pos="0" algn="l"/>
              </a:tabLst>
            </a:pPr>
            <a:fld id="{E8E4E69B-524D-4FA8-8666-DEB458424D5D}" type="slidenum">
              <a:rPr lang="fr" sz="1000" b="0" strike="noStrike" spc="-1">
                <a:solidFill>
                  <a:schemeClr val="dk2"/>
                </a:solidFill>
                <a:latin typeface="Arial"/>
                <a:ea typeface="Arial"/>
              </a:rPr>
              <a:t>‹N°›</a:t>
            </a:fld>
            <a:endParaRPr lang="fr-FR"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4" name="Google Shape;36;p9"/>
          <p:cNvSpPr/>
          <p:nvPr/>
        </p:nvSpPr>
        <p:spPr>
          <a:xfrm>
            <a:off x="4572000" y="0"/>
            <a:ext cx="4570200" cy="5141880"/>
          </a:xfrm>
          <a:prstGeom prst="rect">
            <a:avLst/>
          </a:prstGeom>
          <a:solidFill>
            <a:schemeClr val="lt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fr-FR" sz="1400" b="0" strike="noStrike" spc="-1">
              <a:solidFill>
                <a:srgbClr val="000000"/>
              </a:solidFill>
              <a:latin typeface="Arial"/>
              <a:ea typeface="Arial"/>
            </a:endParaRPr>
          </a:p>
        </p:txBody>
      </p:sp>
      <p:sp>
        <p:nvSpPr>
          <p:cNvPr id="25" name="PlaceHolder 1"/>
          <p:cNvSpPr>
            <a:spLocks noGrp="1"/>
          </p:cNvSpPr>
          <p:nvPr>
            <p:ph type="sldNum" idx="10"/>
          </p:nvPr>
        </p:nvSpPr>
        <p:spPr>
          <a:xfrm>
            <a:off x="8472600" y="4663080"/>
            <a:ext cx="546840" cy="391680"/>
          </a:xfrm>
          <a:prstGeom prst="rect">
            <a:avLst/>
          </a:prstGeom>
          <a:noFill/>
          <a:ln w="0">
            <a:noFill/>
          </a:ln>
        </p:spPr>
        <p:txBody>
          <a:bodyPr lIns="91440" tIns="91440" rIns="91440" bIns="91440" anchor="ctr">
            <a:noAutofit/>
          </a:bodyPr>
          <a:lstStyle>
            <a:lvl1pPr indent="0" algn="r">
              <a:lnSpc>
                <a:spcPct val="100000"/>
              </a:lnSpc>
              <a:buNone/>
              <a:tabLst>
                <a:tab pos="0" algn="l"/>
              </a:tabLst>
              <a:defRPr lang="fr" sz="1000" b="0" strike="noStrike" spc="-1">
                <a:solidFill>
                  <a:schemeClr val="dk2"/>
                </a:solidFill>
                <a:latin typeface="Arial"/>
                <a:ea typeface="Arial"/>
              </a:defRPr>
            </a:lvl1pPr>
          </a:lstStyle>
          <a:p>
            <a:pPr indent="0" algn="r">
              <a:lnSpc>
                <a:spcPct val="100000"/>
              </a:lnSpc>
              <a:buNone/>
              <a:tabLst>
                <a:tab pos="0" algn="l"/>
              </a:tabLst>
            </a:pPr>
            <a:fld id="{16BDEA24-80F7-42A2-8621-BA283323B182}" type="slidenum">
              <a:rPr lang="fr" sz="1000" b="0" strike="noStrike" spc="-1">
                <a:solidFill>
                  <a:schemeClr val="dk2"/>
                </a:solidFill>
                <a:latin typeface="Arial"/>
                <a:ea typeface="Arial"/>
              </a:rPr>
              <a:t>‹N°›</a:t>
            </a:fld>
            <a:endParaRPr lang="fr-FR"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6" name="PlaceHolder 1"/>
          <p:cNvSpPr>
            <a:spLocks noGrp="1"/>
          </p:cNvSpPr>
          <p:nvPr>
            <p:ph type="sldNum" idx="11"/>
          </p:nvPr>
        </p:nvSpPr>
        <p:spPr>
          <a:xfrm>
            <a:off x="8472600" y="4663080"/>
            <a:ext cx="546840" cy="391680"/>
          </a:xfrm>
          <a:prstGeom prst="rect">
            <a:avLst/>
          </a:prstGeom>
          <a:noFill/>
          <a:ln w="0">
            <a:noFill/>
          </a:ln>
        </p:spPr>
        <p:txBody>
          <a:bodyPr lIns="91440" tIns="91440" rIns="91440" bIns="91440" anchor="ctr">
            <a:noAutofit/>
          </a:bodyPr>
          <a:lstStyle>
            <a:lvl1pPr indent="0" algn="r">
              <a:lnSpc>
                <a:spcPct val="100000"/>
              </a:lnSpc>
              <a:buNone/>
              <a:tabLst>
                <a:tab pos="0" algn="l"/>
              </a:tabLst>
              <a:defRPr lang="fr" sz="1000" b="0" strike="noStrike" spc="-1">
                <a:solidFill>
                  <a:schemeClr val="dk2"/>
                </a:solidFill>
                <a:latin typeface="Arial"/>
                <a:ea typeface="Arial"/>
              </a:defRPr>
            </a:lvl1pPr>
          </a:lstStyle>
          <a:p>
            <a:pPr indent="0" algn="r">
              <a:lnSpc>
                <a:spcPct val="100000"/>
              </a:lnSpc>
              <a:buNone/>
              <a:tabLst>
                <a:tab pos="0" algn="l"/>
              </a:tabLst>
            </a:pPr>
            <a:fld id="{86C84F26-5662-47BD-9AB1-ED0BD7FC72ED}" type="slidenum">
              <a:rPr lang="fr" sz="1000" b="0" strike="noStrike" spc="-1">
                <a:solidFill>
                  <a:schemeClr val="dk2"/>
                </a:solidFill>
                <a:latin typeface="Arial"/>
                <a:ea typeface="Arial"/>
              </a:rPr>
              <a:t>‹N°›</a:t>
            </a:fld>
            <a:endParaRPr lang="fr-FR"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7" name="Google Shape;55;p14"/>
          <p:cNvSpPr/>
          <p:nvPr/>
        </p:nvSpPr>
        <p:spPr>
          <a:xfrm rot="10800000" flipH="1">
            <a:off x="-360" y="1800"/>
            <a:ext cx="7967160" cy="4051440"/>
          </a:xfrm>
          <a:prstGeom prst="rtTriangle">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cxnSp>
        <p:nvCxnSpPr>
          <p:cNvPr id="28" name="Google Shape;56;p14"/>
          <p:cNvCxnSpPr/>
          <p:nvPr/>
        </p:nvCxnSpPr>
        <p:spPr>
          <a:xfrm flipV="1">
            <a:off x="0" y="0"/>
            <a:ext cx="4524480" cy="2255040"/>
          </a:xfrm>
          <a:prstGeom prst="straightConnector1">
            <a:avLst/>
          </a:prstGeom>
          <a:ln w="9525">
            <a:solidFill>
              <a:srgbClr val="A5A5A5"/>
            </a:solidFill>
            <a:miter/>
          </a:ln>
        </p:spPr>
      </p:cxnSp>
      <p:cxnSp>
        <p:nvCxnSpPr>
          <p:cNvPr id="29" name="Google Shape;58;p14"/>
          <p:cNvCxnSpPr/>
          <p:nvPr/>
        </p:nvCxnSpPr>
        <p:spPr>
          <a:xfrm flipV="1">
            <a:off x="6752880" y="2943000"/>
            <a:ext cx="2392920" cy="1268640"/>
          </a:xfrm>
          <a:prstGeom prst="straightConnector1">
            <a:avLst/>
          </a:prstGeom>
          <a:ln w="9525">
            <a:solidFill>
              <a:srgbClr val="EE9571"/>
            </a:solidFill>
            <a:miter/>
          </a:ln>
        </p:spPr>
      </p:cxnSp>
      <p:cxnSp>
        <p:nvCxnSpPr>
          <p:cNvPr id="30" name="Google Shape;61;p14"/>
          <p:cNvCxnSpPr/>
          <p:nvPr/>
        </p:nvCxnSpPr>
        <p:spPr>
          <a:xfrm flipV="1">
            <a:off x="-13320" y="3524760"/>
            <a:ext cx="1441440" cy="752760"/>
          </a:xfrm>
          <a:prstGeom prst="straightConnector1">
            <a:avLst/>
          </a:prstGeom>
          <a:ln w="9525">
            <a:solidFill>
              <a:srgbClr val="E26064"/>
            </a:solidFill>
            <a:miter/>
          </a:ln>
        </p:spPr>
      </p:cxnSp>
      <p:sp>
        <p:nvSpPr>
          <p:cNvPr id="31"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lgn="ctr">
              <a:buNone/>
            </a:pPr>
            <a:r>
              <a:rPr lang="fr-FR" sz="4400" b="0" strike="noStrike" spc="-1">
                <a:solidFill>
                  <a:srgbClr val="000000"/>
                </a:solidFill>
                <a:latin typeface="Arial"/>
              </a:rPr>
              <a:t>Cliquez pour éditer le format du texte-titre</a:t>
            </a:r>
          </a:p>
        </p:txBody>
      </p:sp>
      <p:sp>
        <p:nvSpPr>
          <p:cNvPr id="32"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fontScale="96865" lnSpcReduction="10000"/>
          </a:bodyPr>
          <a:lstStyle/>
          <a:p>
            <a:pPr marL="432000" indent="-324000">
              <a:spcBef>
                <a:spcPts val="1417"/>
              </a:spcBef>
              <a:buClr>
                <a:srgbClr val="000000"/>
              </a:buClr>
              <a:buSzPct val="45000"/>
              <a:buFont typeface="Wingdings" charset="2"/>
              <a:buChar char=""/>
            </a:pPr>
            <a:r>
              <a:rPr lang="fr-FR" sz="3200" b="0" strike="noStrike" spc="-1">
                <a:solidFill>
                  <a:srgbClr val="000000"/>
                </a:solidFill>
                <a:latin typeface="Arial"/>
              </a:rPr>
              <a:t>Cliquez pour éditer le format du plan de texte</a:t>
            </a:r>
          </a:p>
          <a:p>
            <a:pPr marL="864000" lvl="1" indent="-324000">
              <a:spcBef>
                <a:spcPts val="1134"/>
              </a:spcBef>
              <a:buClr>
                <a:srgbClr val="000000"/>
              </a:buClr>
              <a:buSzPct val="75000"/>
              <a:buFont typeface="Symbol" charset="2"/>
              <a:buChar char=""/>
            </a:pPr>
            <a:r>
              <a:rPr lang="fr-FR" sz="2800" b="0" strike="noStrike" spc="-1">
                <a:solidFill>
                  <a:srgbClr val="000000"/>
                </a:solidFill>
                <a:latin typeface="Arial"/>
              </a:rPr>
              <a:t>Second niveau de plan</a:t>
            </a:r>
          </a:p>
          <a:p>
            <a:pPr marL="1296000" lvl="2" indent="-288000">
              <a:spcBef>
                <a:spcPts val="850"/>
              </a:spcBef>
              <a:buClr>
                <a:srgbClr val="000000"/>
              </a:buClr>
              <a:buSzPct val="45000"/>
              <a:buFont typeface="Wingdings" charset="2"/>
              <a:buChar char=""/>
            </a:pPr>
            <a:r>
              <a:rPr lang="fr-FR" sz="2400" b="0" strike="noStrike" spc="-1">
                <a:solidFill>
                  <a:srgbClr val="000000"/>
                </a:solidFill>
                <a:latin typeface="Arial"/>
              </a:rPr>
              <a:t>Troisième niveau de plan</a:t>
            </a:r>
          </a:p>
          <a:p>
            <a:pPr marL="1728000" lvl="3" indent="-216000">
              <a:spcBef>
                <a:spcPts val="567"/>
              </a:spcBef>
              <a:buClr>
                <a:srgbClr val="000000"/>
              </a:buClr>
              <a:buSzPct val="75000"/>
              <a:buFont typeface="Symbol" charset="2"/>
              <a:buChar char=""/>
            </a:pPr>
            <a:r>
              <a:rPr lang="fr-FR" sz="2000" b="0" strike="noStrike" spc="-1">
                <a:solidFill>
                  <a:srgbClr val="000000"/>
                </a:solidFill>
                <a:latin typeface="Arial"/>
              </a:rPr>
              <a:t>Quatrième niveau de plan</a:t>
            </a:r>
          </a:p>
          <a:p>
            <a:pPr marL="2160000" lvl="4" indent="-216000">
              <a:spcBef>
                <a:spcPts val="283"/>
              </a:spcBef>
              <a:buClr>
                <a:srgbClr val="000000"/>
              </a:buClr>
              <a:buSzPct val="45000"/>
              <a:buFont typeface="Wingdings" charset="2"/>
              <a:buChar char=""/>
            </a:pPr>
            <a:r>
              <a:rPr lang="fr-FR" sz="2000" b="0" strike="noStrike" spc="-1">
                <a:solidFill>
                  <a:srgbClr val="000000"/>
                </a:solidFill>
                <a:latin typeface="Arial"/>
              </a:rPr>
              <a:t>Cinquième niveau de plan</a:t>
            </a:r>
          </a:p>
          <a:p>
            <a:pPr marL="2592000" lvl="5" indent="-216000">
              <a:spcBef>
                <a:spcPts val="283"/>
              </a:spcBef>
              <a:buClr>
                <a:srgbClr val="000000"/>
              </a:buClr>
              <a:buSzPct val="45000"/>
              <a:buFont typeface="Wingdings" charset="2"/>
              <a:buChar char=""/>
            </a:pPr>
            <a:r>
              <a:rPr lang="fr-FR" sz="2000" b="0" strike="noStrike" spc="-1">
                <a:solidFill>
                  <a:srgbClr val="000000"/>
                </a:solidFill>
                <a:latin typeface="Arial"/>
              </a:rPr>
              <a:t>Sixième niveau de plan</a:t>
            </a:r>
          </a:p>
          <a:p>
            <a:pPr marL="3024000" lvl="6" indent="-216000">
              <a:spcBef>
                <a:spcPts val="283"/>
              </a:spcBef>
              <a:buClr>
                <a:srgbClr val="000000"/>
              </a:buClr>
              <a:buSzPct val="45000"/>
              <a:buFont typeface="Wingdings" charset="2"/>
              <a:buChar char=""/>
            </a:pPr>
            <a:r>
              <a:rPr lang="fr-FR" sz="2000" b="0" strike="noStrike" spc="-1">
                <a:solidFill>
                  <a:srgbClr val="000000"/>
                </a:solidFill>
                <a:latin typeface="Arial"/>
              </a:rPr>
              <a:t>Septième niveau de plan</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33" name="Google Shape;154;p23"/>
          <p:cNvSpPr/>
          <p:nvPr/>
        </p:nvSpPr>
        <p:spPr>
          <a:xfrm rot="10800000" flipH="1">
            <a:off x="-360" y="1800"/>
            <a:ext cx="7967160" cy="4051440"/>
          </a:xfrm>
          <a:prstGeom prst="rtTriangle">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cxnSp>
        <p:nvCxnSpPr>
          <p:cNvPr id="34" name="Google Shape;155;p23"/>
          <p:cNvCxnSpPr/>
          <p:nvPr/>
        </p:nvCxnSpPr>
        <p:spPr>
          <a:xfrm flipV="1">
            <a:off x="0" y="0"/>
            <a:ext cx="4524480" cy="2255040"/>
          </a:xfrm>
          <a:prstGeom prst="straightConnector1">
            <a:avLst/>
          </a:prstGeom>
          <a:ln w="9525">
            <a:solidFill>
              <a:srgbClr val="A5A5A5"/>
            </a:solidFill>
            <a:miter/>
          </a:ln>
        </p:spPr>
      </p:cxnSp>
      <p:cxnSp>
        <p:nvCxnSpPr>
          <p:cNvPr id="35" name="Google Shape;156;p23"/>
          <p:cNvCxnSpPr/>
          <p:nvPr/>
        </p:nvCxnSpPr>
        <p:spPr>
          <a:xfrm flipV="1">
            <a:off x="6752880" y="2943000"/>
            <a:ext cx="2392920" cy="1268640"/>
          </a:xfrm>
          <a:prstGeom prst="straightConnector1">
            <a:avLst/>
          </a:prstGeom>
          <a:ln w="9525">
            <a:solidFill>
              <a:srgbClr val="EAB200"/>
            </a:solidFill>
            <a:miter/>
          </a:ln>
        </p:spPr>
      </p:cxnSp>
      <p:cxnSp>
        <p:nvCxnSpPr>
          <p:cNvPr id="36" name="Google Shape;159;p23"/>
          <p:cNvCxnSpPr/>
          <p:nvPr/>
        </p:nvCxnSpPr>
        <p:spPr>
          <a:xfrm flipV="1">
            <a:off x="-13320" y="3524760"/>
            <a:ext cx="1441440" cy="752760"/>
          </a:xfrm>
          <a:prstGeom prst="straightConnector1">
            <a:avLst/>
          </a:prstGeom>
          <a:ln w="9525">
            <a:solidFill>
              <a:srgbClr val="00194C"/>
            </a:solidFill>
            <a:miter/>
          </a:ln>
        </p:spPr>
      </p:cxn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37" name="Google Shape;161;p24"/>
          <p:cNvSpPr/>
          <p:nvPr/>
        </p:nvSpPr>
        <p:spPr>
          <a:xfrm rot="10800000" flipH="1">
            <a:off x="-360" y="1800"/>
            <a:ext cx="7967160" cy="4051440"/>
          </a:xfrm>
          <a:prstGeom prst="rtTriangle">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
        <p:nvSpPr>
          <p:cNvPr id="38" name="Google Shape;162;p24"/>
          <p:cNvSpPr/>
          <p:nvPr/>
        </p:nvSpPr>
        <p:spPr>
          <a:xfrm rot="19959000">
            <a:off x="-477360" y="2690640"/>
            <a:ext cx="2893320" cy="1308240"/>
          </a:xfrm>
          <a:prstGeom prst="parallelogram">
            <a:avLst>
              <a:gd name="adj" fmla="val 53218"/>
            </a:avLst>
          </a:prstGeom>
          <a:solidFill>
            <a:schemeClr val="accent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cxnSp>
        <p:nvCxnSpPr>
          <p:cNvPr id="39" name="Google Shape;163;p24"/>
          <p:cNvCxnSpPr/>
          <p:nvPr/>
        </p:nvCxnSpPr>
        <p:spPr>
          <a:xfrm flipV="1">
            <a:off x="0" y="757440"/>
            <a:ext cx="1340640" cy="682200"/>
          </a:xfrm>
          <a:prstGeom prst="straightConnector1">
            <a:avLst/>
          </a:prstGeom>
          <a:ln w="9525">
            <a:solidFill>
              <a:srgbClr val="A5A5A5"/>
            </a:solidFill>
            <a:miter/>
          </a:ln>
        </p:spPr>
      </p:cxnSp>
      <p:cxnSp>
        <p:nvCxnSpPr>
          <p:cNvPr id="40" name="Google Shape;166;p24"/>
          <p:cNvCxnSpPr/>
          <p:nvPr/>
        </p:nvCxnSpPr>
        <p:spPr>
          <a:xfrm flipV="1">
            <a:off x="6752880" y="2943000"/>
            <a:ext cx="2392920" cy="1268640"/>
          </a:xfrm>
          <a:prstGeom prst="straightConnector1">
            <a:avLst/>
          </a:prstGeom>
          <a:ln w="9525">
            <a:solidFill>
              <a:srgbClr val="EAB200"/>
            </a:solidFill>
            <a:miter/>
          </a:ln>
        </p:spPr>
      </p:cxnSp>
      <p:sp>
        <p:nvSpPr>
          <p:cNvPr id="41" name="Google Shape;167;p24"/>
          <p:cNvSpPr/>
          <p:nvPr/>
        </p:nvSpPr>
        <p:spPr>
          <a:xfrm>
            <a:off x="5815440" y="0"/>
            <a:ext cx="1692000" cy="555480"/>
          </a:xfrm>
          <a:prstGeom prst="parallelogram">
            <a:avLst>
              <a:gd name="adj" fmla="val 195850"/>
            </a:avLst>
          </a:prstGeom>
          <a:solidFill>
            <a:schemeClr val="accent6"/>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cxnSp>
        <p:nvCxnSpPr>
          <p:cNvPr id="42" name="Google Shape;168;p24"/>
          <p:cNvCxnSpPr/>
          <p:nvPr/>
        </p:nvCxnSpPr>
        <p:spPr>
          <a:xfrm flipV="1">
            <a:off x="0" y="306360"/>
            <a:ext cx="4948200" cy="2554200"/>
          </a:xfrm>
          <a:prstGeom prst="straightConnector1">
            <a:avLst/>
          </a:prstGeom>
          <a:ln w="9525">
            <a:solidFill>
              <a:srgbClr val="A5A5A5"/>
            </a:solidFill>
            <a:miter/>
          </a:ln>
        </p:spPr>
      </p:cxnSp>
      <p:cxnSp>
        <p:nvCxnSpPr>
          <p:cNvPr id="43" name="Google Shape;169;p24"/>
          <p:cNvCxnSpPr/>
          <p:nvPr/>
        </p:nvCxnSpPr>
        <p:spPr>
          <a:xfrm flipV="1">
            <a:off x="-13320" y="3949920"/>
            <a:ext cx="1441440" cy="752760"/>
          </a:xfrm>
          <a:prstGeom prst="straightConnector1">
            <a:avLst/>
          </a:prstGeom>
          <a:ln w="9525">
            <a:solidFill>
              <a:srgbClr val="00194C"/>
            </a:solidFill>
            <a:miter/>
          </a:ln>
        </p:spPr>
      </p:cxnSp>
      <p:sp>
        <p:nvSpPr>
          <p:cNvPr id="44" name="Google Shape;170;p24"/>
          <p:cNvSpPr/>
          <p:nvPr/>
        </p:nvSpPr>
        <p:spPr>
          <a:xfrm rot="19959000">
            <a:off x="-103320" y="2554920"/>
            <a:ext cx="1077120" cy="175680"/>
          </a:xfrm>
          <a:prstGeom prst="parallelogram">
            <a:avLst>
              <a:gd name="adj" fmla="val 53218"/>
            </a:avLst>
          </a:prstGeom>
          <a:solidFill>
            <a:schemeClr val="lt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cxnSp>
        <p:nvCxnSpPr>
          <p:cNvPr id="45" name="Google Shape;172;p25"/>
          <p:cNvCxnSpPr/>
          <p:nvPr/>
        </p:nvCxnSpPr>
        <p:spPr>
          <a:xfrm flipH="1" flipV="1">
            <a:off x="-6840" y="2725200"/>
            <a:ext cx="1436040" cy="1181520"/>
          </a:xfrm>
          <a:prstGeom prst="straightConnector1">
            <a:avLst/>
          </a:prstGeom>
          <a:ln w="9525">
            <a:solidFill>
              <a:srgbClr val="EAB200"/>
            </a:solidFill>
            <a:miter/>
          </a:ln>
        </p:spPr>
      </p:cxnSp>
      <p:grpSp>
        <p:nvGrpSpPr>
          <p:cNvPr id="46" name="Google Shape;173;p25"/>
          <p:cNvGrpSpPr/>
          <p:nvPr/>
        </p:nvGrpSpPr>
        <p:grpSpPr>
          <a:xfrm>
            <a:off x="5669280" y="0"/>
            <a:ext cx="3572280" cy="2653920"/>
            <a:chOff x="5669280" y="0"/>
            <a:chExt cx="3572280" cy="2653920"/>
          </a:xfrm>
        </p:grpSpPr>
        <p:sp>
          <p:nvSpPr>
            <p:cNvPr id="47" name="Google Shape;174;p25"/>
            <p:cNvSpPr/>
            <p:nvPr/>
          </p:nvSpPr>
          <p:spPr>
            <a:xfrm flipH="1">
              <a:off x="5668920" y="0"/>
              <a:ext cx="3477960" cy="2653920"/>
            </a:xfrm>
            <a:prstGeom prst="diagStripe">
              <a:avLst>
                <a:gd name="adj" fmla="val 51202"/>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dk1"/>
                </a:solidFill>
                <a:latin typeface="Calibri"/>
                <a:ea typeface="Calibri"/>
              </a:endParaRPr>
            </a:p>
          </p:txBody>
        </p:sp>
        <p:cxnSp>
          <p:nvCxnSpPr>
            <p:cNvPr id="48" name="Google Shape;175;p25"/>
            <p:cNvCxnSpPr/>
            <p:nvPr/>
          </p:nvCxnSpPr>
          <p:spPr>
            <a:xfrm flipH="1" flipV="1">
              <a:off x="7144560" y="0"/>
              <a:ext cx="932760" cy="724680"/>
            </a:xfrm>
            <a:prstGeom prst="straightConnector1">
              <a:avLst/>
            </a:prstGeom>
            <a:ln w="9525">
              <a:solidFill>
                <a:srgbClr val="BFBFBF"/>
              </a:solidFill>
              <a:miter/>
            </a:ln>
          </p:spPr>
        </p:cxnSp>
        <p:sp>
          <p:nvSpPr>
            <p:cNvPr id="49" name="Google Shape;176;p25"/>
            <p:cNvSpPr/>
            <p:nvPr/>
          </p:nvSpPr>
          <p:spPr>
            <a:xfrm rot="2178600" flipH="1">
              <a:off x="8276040" y="900000"/>
              <a:ext cx="1014120" cy="167760"/>
            </a:xfrm>
            <a:prstGeom prst="parallelogram">
              <a:avLst>
                <a:gd name="adj" fmla="val 72003"/>
              </a:avLst>
            </a:prstGeom>
            <a:solidFill>
              <a:schemeClr val="accent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grpSp>
      <p:sp>
        <p:nvSpPr>
          <p:cNvPr id="50" name="Google Shape;177;p25"/>
          <p:cNvSpPr/>
          <p:nvPr/>
        </p:nvSpPr>
        <p:spPr>
          <a:xfrm>
            <a:off x="8304120" y="176760"/>
            <a:ext cx="609120" cy="46404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t">
            <a:spAutoFit/>
          </a:bodyPr>
          <a:lstStyle/>
          <a:p>
            <a:pPr>
              <a:lnSpc>
                <a:spcPct val="100000"/>
              </a:lnSpc>
              <a:tabLst>
                <a:tab pos="0" algn="l"/>
              </a:tabLst>
            </a:pPr>
            <a:r>
              <a:rPr lang="fr" sz="2600" b="1" strike="noStrike" spc="-1">
                <a:solidFill>
                  <a:schemeClr val="accent6"/>
                </a:solidFill>
                <a:latin typeface="Arial Black"/>
                <a:ea typeface="Arial Black"/>
              </a:rPr>
              <a:t>FR</a:t>
            </a:r>
            <a:endParaRPr lang="fr-FR" sz="2600" b="0" strike="noStrike" spc="-1">
              <a:solidFill>
                <a:srgbClr val="000000"/>
              </a:solidFill>
              <a:latin typeface="Arial"/>
            </a:endParaRPr>
          </a:p>
        </p:txBody>
      </p:sp>
      <p:sp>
        <p:nvSpPr>
          <p:cNvPr id="51" name="Google Shape;178;p25"/>
          <p:cNvSpPr/>
          <p:nvPr/>
        </p:nvSpPr>
        <p:spPr>
          <a:xfrm flipH="1">
            <a:off x="5007600" y="0"/>
            <a:ext cx="1083960" cy="477360"/>
          </a:xfrm>
          <a:prstGeom prst="parallelogram">
            <a:avLst>
              <a:gd name="adj" fmla="val 135617"/>
            </a:avLst>
          </a:prstGeom>
          <a:solidFill>
            <a:schemeClr val="accent6"/>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
        <p:nvSpPr>
          <p:cNvPr id="52" name="PlaceHolder 1"/>
          <p:cNvSpPr>
            <a:spLocks noGrp="1"/>
          </p:cNvSpPr>
          <p:nvPr>
            <p:ph type="ftr" idx="12"/>
          </p:nvPr>
        </p:nvSpPr>
        <p:spPr>
          <a:xfrm>
            <a:off x="253800" y="4767120"/>
            <a:ext cx="3084480" cy="272160"/>
          </a:xfrm>
          <a:prstGeom prst="rect">
            <a:avLst/>
          </a:prstGeom>
          <a:noFill/>
          <a:ln w="0">
            <a:noFill/>
          </a:ln>
        </p:spPr>
        <p:txBody>
          <a:bodyPr lIns="68400" tIns="34200" rIns="68400" bIns="34200" anchor="ctr">
            <a:noAutofit/>
          </a:bodyPr>
          <a:lstStyle>
            <a:lvl1pPr indent="0" algn="ctr">
              <a:lnSpc>
                <a:spcPct val="100000"/>
              </a:lnSpc>
              <a:buNone/>
              <a:tabLst>
                <a:tab pos="0" algn="l"/>
              </a:tabLst>
              <a:defRPr lang="fr-FR" sz="1400" b="0" strike="noStrike" spc="-1">
                <a:solidFill>
                  <a:srgbClr val="000000"/>
                </a:solidFill>
                <a:latin typeface="Times New Roman"/>
              </a:defRPr>
            </a:lvl1pPr>
          </a:lstStyle>
          <a:p>
            <a:pPr indent="0" algn="ctr">
              <a:lnSpc>
                <a:spcPct val="100000"/>
              </a:lnSpc>
              <a:buNone/>
              <a:tabLst>
                <a:tab pos="0" algn="l"/>
              </a:tabLst>
            </a:pPr>
            <a:r>
              <a:rPr lang="fr-FR" sz="1400" b="0" strike="noStrike" spc="-1">
                <a:solidFill>
                  <a:srgbClr val="000000"/>
                </a:solidFill>
                <a:latin typeface="Times New Roman"/>
              </a:rPr>
              <a:t>&lt;pied de page&gt;</a:t>
            </a:r>
          </a:p>
        </p:txBody>
      </p:sp>
      <p:sp>
        <p:nvSpPr>
          <p:cNvPr id="53" name="PlaceHolder 2"/>
          <p:cNvSpPr>
            <a:spLocks noGrp="1"/>
          </p:cNvSpPr>
          <p:nvPr>
            <p:ph type="sldNum" idx="13"/>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chemeClr val="lt2"/>
                </a:solidFill>
                <a:latin typeface="Calibri"/>
                <a:ea typeface="Calibri"/>
              </a:defRPr>
            </a:lvl1pPr>
          </a:lstStyle>
          <a:p>
            <a:pPr indent="0" algn="r">
              <a:lnSpc>
                <a:spcPct val="100000"/>
              </a:lnSpc>
              <a:buNone/>
              <a:tabLst>
                <a:tab pos="0" algn="l"/>
              </a:tabLst>
            </a:pPr>
            <a:fld id="{291454B0-C028-40A0-B326-0A8F73EBD97A}" type="slidenum">
              <a:rPr lang="fr" sz="900" b="0" strike="noStrike" spc="-1">
                <a:solidFill>
                  <a:schemeClr val="lt2"/>
                </a:solidFill>
                <a:latin typeface="Calibri"/>
                <a:ea typeface="Calibri"/>
              </a:rPr>
              <a:t>‹N°›</a:t>
            </a:fld>
            <a:endParaRPr lang="fr-FR"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cxnSp>
        <p:nvCxnSpPr>
          <p:cNvPr id="54" name="Google Shape;184;p26"/>
          <p:cNvCxnSpPr/>
          <p:nvPr/>
        </p:nvCxnSpPr>
        <p:spPr>
          <a:xfrm flipH="1" flipV="1">
            <a:off x="-6840" y="2725200"/>
            <a:ext cx="1436040" cy="1181520"/>
          </a:xfrm>
          <a:prstGeom prst="straightConnector1">
            <a:avLst/>
          </a:prstGeom>
          <a:ln w="9525">
            <a:solidFill>
              <a:srgbClr val="EAB200"/>
            </a:solidFill>
            <a:miter/>
          </a:ln>
        </p:spPr>
      </p:cxnSp>
      <p:grpSp>
        <p:nvGrpSpPr>
          <p:cNvPr id="55" name="Google Shape;185;p26"/>
          <p:cNvGrpSpPr/>
          <p:nvPr/>
        </p:nvGrpSpPr>
        <p:grpSpPr>
          <a:xfrm>
            <a:off x="5669280" y="0"/>
            <a:ext cx="3572280" cy="2653920"/>
            <a:chOff x="5669280" y="0"/>
            <a:chExt cx="3572280" cy="2653920"/>
          </a:xfrm>
        </p:grpSpPr>
        <p:sp>
          <p:nvSpPr>
            <p:cNvPr id="56" name="Google Shape;186;p26"/>
            <p:cNvSpPr/>
            <p:nvPr/>
          </p:nvSpPr>
          <p:spPr>
            <a:xfrm flipH="1">
              <a:off x="5668920" y="0"/>
              <a:ext cx="3477960" cy="2653920"/>
            </a:xfrm>
            <a:prstGeom prst="diagStripe">
              <a:avLst>
                <a:gd name="adj" fmla="val 51202"/>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dk1"/>
                </a:solidFill>
                <a:latin typeface="Calibri"/>
                <a:ea typeface="Calibri"/>
              </a:endParaRPr>
            </a:p>
          </p:txBody>
        </p:sp>
        <p:cxnSp>
          <p:nvCxnSpPr>
            <p:cNvPr id="57" name="Google Shape;187;p26"/>
            <p:cNvCxnSpPr/>
            <p:nvPr/>
          </p:nvCxnSpPr>
          <p:spPr>
            <a:xfrm flipH="1" flipV="1">
              <a:off x="7144560" y="0"/>
              <a:ext cx="932760" cy="724680"/>
            </a:xfrm>
            <a:prstGeom prst="straightConnector1">
              <a:avLst/>
            </a:prstGeom>
            <a:ln w="9525">
              <a:solidFill>
                <a:srgbClr val="BFBFBF"/>
              </a:solidFill>
              <a:miter/>
            </a:ln>
          </p:spPr>
        </p:cxnSp>
        <p:sp>
          <p:nvSpPr>
            <p:cNvPr id="58" name="Google Shape;188;p26"/>
            <p:cNvSpPr/>
            <p:nvPr/>
          </p:nvSpPr>
          <p:spPr>
            <a:xfrm rot="2178600" flipH="1">
              <a:off x="8276040" y="900000"/>
              <a:ext cx="1014120" cy="167760"/>
            </a:xfrm>
            <a:prstGeom prst="parallelogram">
              <a:avLst>
                <a:gd name="adj" fmla="val 72003"/>
              </a:avLst>
            </a:prstGeom>
            <a:solidFill>
              <a:schemeClr val="accent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grpSp>
      <p:sp>
        <p:nvSpPr>
          <p:cNvPr id="59" name="Google Shape;189;p26"/>
          <p:cNvSpPr/>
          <p:nvPr/>
        </p:nvSpPr>
        <p:spPr>
          <a:xfrm>
            <a:off x="8304120" y="176760"/>
            <a:ext cx="609120" cy="46404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t">
            <a:spAutoFit/>
          </a:bodyPr>
          <a:lstStyle/>
          <a:p>
            <a:pPr>
              <a:lnSpc>
                <a:spcPct val="100000"/>
              </a:lnSpc>
              <a:tabLst>
                <a:tab pos="0" algn="l"/>
              </a:tabLst>
            </a:pPr>
            <a:r>
              <a:rPr lang="fr" sz="2600" b="1" strike="noStrike" spc="-1">
                <a:solidFill>
                  <a:schemeClr val="accent6"/>
                </a:solidFill>
                <a:latin typeface="Arial Black"/>
                <a:ea typeface="Arial Black"/>
              </a:rPr>
              <a:t>FR</a:t>
            </a:r>
            <a:endParaRPr lang="fr-FR" sz="2600" b="0" strike="noStrike" spc="-1">
              <a:solidFill>
                <a:srgbClr val="000000"/>
              </a:solidFill>
              <a:latin typeface="Arial"/>
            </a:endParaRPr>
          </a:p>
        </p:txBody>
      </p:sp>
      <p:sp>
        <p:nvSpPr>
          <p:cNvPr id="60" name="Google Shape;190;p26"/>
          <p:cNvSpPr/>
          <p:nvPr/>
        </p:nvSpPr>
        <p:spPr>
          <a:xfrm flipH="1">
            <a:off x="5007600" y="0"/>
            <a:ext cx="1083960" cy="477360"/>
          </a:xfrm>
          <a:prstGeom prst="parallelogram">
            <a:avLst>
              <a:gd name="adj" fmla="val 135617"/>
            </a:avLst>
          </a:prstGeom>
          <a:solidFill>
            <a:schemeClr val="accent6"/>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
        <p:nvSpPr>
          <p:cNvPr id="61" name="PlaceHolder 1"/>
          <p:cNvSpPr>
            <a:spLocks noGrp="1"/>
          </p:cNvSpPr>
          <p:nvPr>
            <p:ph type="ftr" idx="14"/>
          </p:nvPr>
        </p:nvSpPr>
        <p:spPr>
          <a:xfrm>
            <a:off x="253800" y="4767120"/>
            <a:ext cx="3084480" cy="272160"/>
          </a:xfrm>
          <a:prstGeom prst="rect">
            <a:avLst/>
          </a:prstGeom>
          <a:noFill/>
          <a:ln w="0">
            <a:noFill/>
          </a:ln>
        </p:spPr>
        <p:txBody>
          <a:bodyPr lIns="68400" tIns="34200" rIns="68400" bIns="34200" anchor="ctr">
            <a:noAutofit/>
          </a:bodyPr>
          <a:lstStyle>
            <a:lvl1pPr indent="0" algn="ctr">
              <a:lnSpc>
                <a:spcPct val="100000"/>
              </a:lnSpc>
              <a:buNone/>
              <a:tabLst>
                <a:tab pos="0" algn="l"/>
              </a:tabLst>
              <a:defRPr lang="fr-FR" sz="1400" b="0" strike="noStrike" spc="-1">
                <a:solidFill>
                  <a:srgbClr val="000000"/>
                </a:solidFill>
                <a:latin typeface="Times New Roman"/>
              </a:defRPr>
            </a:lvl1pPr>
          </a:lstStyle>
          <a:p>
            <a:pPr indent="0" algn="ctr">
              <a:lnSpc>
                <a:spcPct val="100000"/>
              </a:lnSpc>
              <a:buNone/>
              <a:tabLst>
                <a:tab pos="0" algn="l"/>
              </a:tabLst>
            </a:pPr>
            <a:r>
              <a:rPr lang="fr-FR" sz="1400" b="0" strike="noStrike" spc="-1">
                <a:solidFill>
                  <a:srgbClr val="000000"/>
                </a:solidFill>
                <a:latin typeface="Times New Roman"/>
              </a:rPr>
              <a:t>&lt;pied de page&gt;</a:t>
            </a:r>
          </a:p>
        </p:txBody>
      </p:sp>
      <p:sp>
        <p:nvSpPr>
          <p:cNvPr id="62" name="PlaceHolder 2"/>
          <p:cNvSpPr>
            <a:spLocks noGrp="1"/>
          </p:cNvSpPr>
          <p:nvPr>
            <p:ph type="sldNum" idx="15"/>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chemeClr val="lt2"/>
                </a:solidFill>
                <a:latin typeface="Calibri"/>
                <a:ea typeface="Calibri"/>
              </a:defRPr>
            </a:lvl1pPr>
          </a:lstStyle>
          <a:p>
            <a:pPr indent="0" algn="r">
              <a:lnSpc>
                <a:spcPct val="100000"/>
              </a:lnSpc>
              <a:buNone/>
              <a:tabLst>
                <a:tab pos="0" algn="l"/>
              </a:tabLst>
            </a:pPr>
            <a:fld id="{CBB23D9C-C97F-46D3-8A07-BCCD7606E471}" type="slidenum">
              <a:rPr lang="fr" sz="900" b="0" strike="noStrike" spc="-1">
                <a:solidFill>
                  <a:schemeClr val="lt2"/>
                </a:solidFill>
                <a:latin typeface="Calibri"/>
                <a:ea typeface="Calibri"/>
              </a:rPr>
              <a:t>‹N°›</a:t>
            </a:fld>
            <a:endParaRPr lang="fr-FR"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cxnSp>
        <p:nvCxnSpPr>
          <p:cNvPr id="63" name="Google Shape;197;p27"/>
          <p:cNvCxnSpPr/>
          <p:nvPr/>
        </p:nvCxnSpPr>
        <p:spPr>
          <a:xfrm flipH="1" flipV="1">
            <a:off x="-6840" y="2725200"/>
            <a:ext cx="1436040" cy="1181520"/>
          </a:xfrm>
          <a:prstGeom prst="straightConnector1">
            <a:avLst/>
          </a:prstGeom>
          <a:ln w="9525">
            <a:solidFill>
              <a:srgbClr val="EAB200"/>
            </a:solidFill>
            <a:miter/>
          </a:ln>
        </p:spPr>
      </p:cxnSp>
      <p:grpSp>
        <p:nvGrpSpPr>
          <p:cNvPr id="64" name="Google Shape;198;p27"/>
          <p:cNvGrpSpPr/>
          <p:nvPr/>
        </p:nvGrpSpPr>
        <p:grpSpPr>
          <a:xfrm>
            <a:off x="5669280" y="0"/>
            <a:ext cx="3572280" cy="2653920"/>
            <a:chOff x="5669280" y="0"/>
            <a:chExt cx="3572280" cy="2653920"/>
          </a:xfrm>
        </p:grpSpPr>
        <p:sp>
          <p:nvSpPr>
            <p:cNvPr id="65" name="Google Shape;199;p27"/>
            <p:cNvSpPr/>
            <p:nvPr/>
          </p:nvSpPr>
          <p:spPr>
            <a:xfrm flipH="1">
              <a:off x="5668920" y="0"/>
              <a:ext cx="3477960" cy="2653920"/>
            </a:xfrm>
            <a:prstGeom prst="diagStripe">
              <a:avLst>
                <a:gd name="adj" fmla="val 51202"/>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dk1"/>
                </a:solidFill>
                <a:latin typeface="Calibri"/>
                <a:ea typeface="Calibri"/>
              </a:endParaRPr>
            </a:p>
          </p:txBody>
        </p:sp>
        <p:cxnSp>
          <p:nvCxnSpPr>
            <p:cNvPr id="66" name="Google Shape;200;p27"/>
            <p:cNvCxnSpPr/>
            <p:nvPr/>
          </p:nvCxnSpPr>
          <p:spPr>
            <a:xfrm flipH="1" flipV="1">
              <a:off x="7144560" y="0"/>
              <a:ext cx="932760" cy="724680"/>
            </a:xfrm>
            <a:prstGeom prst="straightConnector1">
              <a:avLst/>
            </a:prstGeom>
            <a:ln w="9525">
              <a:solidFill>
                <a:srgbClr val="BFBFBF"/>
              </a:solidFill>
              <a:miter/>
            </a:ln>
          </p:spPr>
        </p:cxnSp>
        <p:sp>
          <p:nvSpPr>
            <p:cNvPr id="67" name="Google Shape;201;p27"/>
            <p:cNvSpPr/>
            <p:nvPr/>
          </p:nvSpPr>
          <p:spPr>
            <a:xfrm rot="2178600" flipH="1">
              <a:off x="8276040" y="900000"/>
              <a:ext cx="1014120" cy="167760"/>
            </a:xfrm>
            <a:prstGeom prst="parallelogram">
              <a:avLst>
                <a:gd name="adj" fmla="val 72003"/>
              </a:avLst>
            </a:prstGeom>
            <a:solidFill>
              <a:schemeClr val="accent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grpSp>
      <p:sp>
        <p:nvSpPr>
          <p:cNvPr id="68" name="Google Shape;202;p27"/>
          <p:cNvSpPr/>
          <p:nvPr/>
        </p:nvSpPr>
        <p:spPr>
          <a:xfrm>
            <a:off x="8304120" y="176760"/>
            <a:ext cx="609120" cy="46404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t">
            <a:spAutoFit/>
          </a:bodyPr>
          <a:lstStyle/>
          <a:p>
            <a:pPr>
              <a:lnSpc>
                <a:spcPct val="100000"/>
              </a:lnSpc>
              <a:tabLst>
                <a:tab pos="0" algn="l"/>
              </a:tabLst>
            </a:pPr>
            <a:r>
              <a:rPr lang="fr" sz="2600" b="1" strike="noStrike" spc="-1">
                <a:solidFill>
                  <a:schemeClr val="accent6"/>
                </a:solidFill>
                <a:latin typeface="Arial Black"/>
                <a:ea typeface="Arial Black"/>
              </a:rPr>
              <a:t>FR</a:t>
            </a:r>
            <a:endParaRPr lang="fr-FR" sz="2600" b="0" strike="noStrike" spc="-1">
              <a:solidFill>
                <a:srgbClr val="000000"/>
              </a:solidFill>
              <a:latin typeface="Arial"/>
            </a:endParaRPr>
          </a:p>
        </p:txBody>
      </p:sp>
      <p:sp>
        <p:nvSpPr>
          <p:cNvPr id="69" name="Google Shape;203;p27"/>
          <p:cNvSpPr/>
          <p:nvPr/>
        </p:nvSpPr>
        <p:spPr>
          <a:xfrm flipH="1">
            <a:off x="5007600" y="0"/>
            <a:ext cx="1083960" cy="477360"/>
          </a:xfrm>
          <a:prstGeom prst="parallelogram">
            <a:avLst>
              <a:gd name="adj" fmla="val 135617"/>
            </a:avLst>
          </a:prstGeom>
          <a:solidFill>
            <a:schemeClr val="accent6"/>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
        <p:nvSpPr>
          <p:cNvPr id="70" name="PlaceHolder 1"/>
          <p:cNvSpPr>
            <a:spLocks noGrp="1"/>
          </p:cNvSpPr>
          <p:nvPr>
            <p:ph type="ftr" idx="16"/>
          </p:nvPr>
        </p:nvSpPr>
        <p:spPr>
          <a:xfrm>
            <a:off x="253800" y="4767120"/>
            <a:ext cx="3084480" cy="272160"/>
          </a:xfrm>
          <a:prstGeom prst="rect">
            <a:avLst/>
          </a:prstGeom>
          <a:noFill/>
          <a:ln w="0">
            <a:noFill/>
          </a:ln>
        </p:spPr>
        <p:txBody>
          <a:bodyPr lIns="68400" tIns="34200" rIns="68400" bIns="34200" anchor="ctr">
            <a:noAutofit/>
          </a:bodyPr>
          <a:lstStyle>
            <a:lvl1pPr indent="0" algn="ctr">
              <a:lnSpc>
                <a:spcPct val="100000"/>
              </a:lnSpc>
              <a:buNone/>
              <a:tabLst>
                <a:tab pos="0" algn="l"/>
              </a:tabLst>
              <a:defRPr lang="fr-FR" sz="1400" b="0" strike="noStrike" spc="-1">
                <a:solidFill>
                  <a:srgbClr val="000000"/>
                </a:solidFill>
                <a:latin typeface="Times New Roman"/>
              </a:defRPr>
            </a:lvl1pPr>
          </a:lstStyle>
          <a:p>
            <a:pPr indent="0" algn="ctr">
              <a:lnSpc>
                <a:spcPct val="100000"/>
              </a:lnSpc>
              <a:buNone/>
              <a:tabLst>
                <a:tab pos="0" algn="l"/>
              </a:tabLst>
            </a:pPr>
            <a:r>
              <a:rPr lang="fr-FR" sz="1400" b="0" strike="noStrike" spc="-1">
                <a:solidFill>
                  <a:srgbClr val="000000"/>
                </a:solidFill>
                <a:latin typeface="Times New Roman"/>
              </a:rPr>
              <a:t>&lt;pied de page&gt;</a:t>
            </a:r>
          </a:p>
        </p:txBody>
      </p:sp>
      <p:sp>
        <p:nvSpPr>
          <p:cNvPr id="71" name="PlaceHolder 2"/>
          <p:cNvSpPr>
            <a:spLocks noGrp="1"/>
          </p:cNvSpPr>
          <p:nvPr>
            <p:ph type="sldNum" idx="17"/>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chemeClr val="lt2"/>
                </a:solidFill>
                <a:latin typeface="Calibri"/>
                <a:ea typeface="Calibri"/>
              </a:defRPr>
            </a:lvl1pPr>
          </a:lstStyle>
          <a:p>
            <a:pPr indent="0" algn="r">
              <a:lnSpc>
                <a:spcPct val="100000"/>
              </a:lnSpc>
              <a:buNone/>
              <a:tabLst>
                <a:tab pos="0" algn="l"/>
              </a:tabLst>
            </a:pPr>
            <a:fld id="{4478BAA4-A4EB-4639-AAB1-501A901035E6}" type="slidenum">
              <a:rPr lang="fr" sz="900" b="0" strike="noStrike" spc="-1">
                <a:solidFill>
                  <a:schemeClr val="lt2"/>
                </a:solidFill>
                <a:latin typeface="Calibri"/>
                <a:ea typeface="Calibri"/>
              </a:rPr>
              <a:t>‹N°›</a:t>
            </a:fld>
            <a:endParaRPr lang="fr-FR"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2" name="Google Shape;212;p28"/>
          <p:cNvSpPr/>
          <p:nvPr/>
        </p:nvSpPr>
        <p:spPr>
          <a:xfrm rot="10800000" flipH="1">
            <a:off x="-360" y="1800"/>
            <a:ext cx="7967160" cy="4051440"/>
          </a:xfrm>
          <a:prstGeom prst="rtTriangle">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cxnSp>
        <p:nvCxnSpPr>
          <p:cNvPr id="73" name="Google Shape;213;p28"/>
          <p:cNvCxnSpPr/>
          <p:nvPr/>
        </p:nvCxnSpPr>
        <p:spPr>
          <a:xfrm flipV="1">
            <a:off x="0" y="0"/>
            <a:ext cx="4524480" cy="2255040"/>
          </a:xfrm>
          <a:prstGeom prst="straightConnector1">
            <a:avLst/>
          </a:prstGeom>
          <a:ln w="9525">
            <a:solidFill>
              <a:srgbClr val="A5A5A5"/>
            </a:solidFill>
            <a:miter/>
          </a:ln>
        </p:spPr>
      </p:cxnSp>
      <p:cxnSp>
        <p:nvCxnSpPr>
          <p:cNvPr id="74" name="Google Shape;214;p28"/>
          <p:cNvCxnSpPr/>
          <p:nvPr/>
        </p:nvCxnSpPr>
        <p:spPr>
          <a:xfrm flipV="1">
            <a:off x="6752880" y="2943000"/>
            <a:ext cx="2392920" cy="1268640"/>
          </a:xfrm>
          <a:prstGeom prst="straightConnector1">
            <a:avLst/>
          </a:prstGeom>
          <a:ln w="9525">
            <a:solidFill>
              <a:srgbClr val="EAB200"/>
            </a:solidFill>
            <a:miter/>
          </a:ln>
        </p:spPr>
      </p:cxnSp>
      <p:cxnSp>
        <p:nvCxnSpPr>
          <p:cNvPr id="75" name="Google Shape;216;p28"/>
          <p:cNvCxnSpPr/>
          <p:nvPr/>
        </p:nvCxnSpPr>
        <p:spPr>
          <a:xfrm flipV="1">
            <a:off x="-13320" y="3524760"/>
            <a:ext cx="1441440" cy="752760"/>
          </a:xfrm>
          <a:prstGeom prst="straightConnector1">
            <a:avLst/>
          </a:prstGeom>
          <a:ln w="9525">
            <a:solidFill>
              <a:srgbClr val="00194C"/>
            </a:solidFill>
            <a:miter/>
          </a:ln>
        </p:spPr>
      </p:cxn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6" name="Google Shape;220;p29"/>
          <p:cNvSpPr/>
          <p:nvPr/>
        </p:nvSpPr>
        <p:spPr>
          <a:xfrm rot="10800000" flipH="1">
            <a:off x="-360" y="1800"/>
            <a:ext cx="7967160" cy="4051440"/>
          </a:xfrm>
          <a:prstGeom prst="rtTriangle">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cxnSp>
        <p:nvCxnSpPr>
          <p:cNvPr id="77" name="Google Shape;221;p29"/>
          <p:cNvCxnSpPr/>
          <p:nvPr/>
        </p:nvCxnSpPr>
        <p:spPr>
          <a:xfrm flipV="1">
            <a:off x="0" y="0"/>
            <a:ext cx="4524480" cy="2255040"/>
          </a:xfrm>
          <a:prstGeom prst="straightConnector1">
            <a:avLst/>
          </a:prstGeom>
          <a:ln w="9525">
            <a:solidFill>
              <a:srgbClr val="A5A5A5"/>
            </a:solidFill>
            <a:miter/>
          </a:ln>
        </p:spPr>
      </p:cxnSp>
      <p:cxnSp>
        <p:nvCxnSpPr>
          <p:cNvPr id="78" name="Google Shape;222;p29"/>
          <p:cNvCxnSpPr/>
          <p:nvPr/>
        </p:nvCxnSpPr>
        <p:spPr>
          <a:xfrm flipV="1">
            <a:off x="6752880" y="2943000"/>
            <a:ext cx="2392920" cy="1268640"/>
          </a:xfrm>
          <a:prstGeom prst="straightConnector1">
            <a:avLst/>
          </a:prstGeom>
          <a:ln w="9525">
            <a:solidFill>
              <a:srgbClr val="EAB200"/>
            </a:solidFill>
            <a:miter/>
          </a:ln>
        </p:spPr>
      </p:cxnSp>
      <p:cxnSp>
        <p:nvCxnSpPr>
          <p:cNvPr id="79" name="Google Shape;224;p29"/>
          <p:cNvCxnSpPr/>
          <p:nvPr/>
        </p:nvCxnSpPr>
        <p:spPr>
          <a:xfrm flipV="1">
            <a:off x="-13320" y="3524760"/>
            <a:ext cx="1441440" cy="752760"/>
          </a:xfrm>
          <a:prstGeom prst="straightConnector1">
            <a:avLst/>
          </a:prstGeom>
          <a:ln w="9525">
            <a:solidFill>
              <a:srgbClr val="00194C"/>
            </a:solidFill>
            <a:miter/>
          </a:ln>
        </p:spPr>
      </p:cxn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80" name="Google Shape;228;p30"/>
          <p:cNvSpPr/>
          <p:nvPr/>
        </p:nvSpPr>
        <p:spPr>
          <a:xfrm>
            <a:off x="8304120" y="176760"/>
            <a:ext cx="609120" cy="46404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t">
            <a:spAutoFit/>
          </a:bodyPr>
          <a:lstStyle/>
          <a:p>
            <a:pPr>
              <a:lnSpc>
                <a:spcPct val="100000"/>
              </a:lnSpc>
              <a:tabLst>
                <a:tab pos="0" algn="l"/>
              </a:tabLst>
            </a:pPr>
            <a:r>
              <a:rPr lang="fr" sz="2600" b="1" strike="noStrike" spc="-1">
                <a:solidFill>
                  <a:schemeClr val="accent1"/>
                </a:solidFill>
                <a:latin typeface="Arial Black"/>
                <a:ea typeface="Arial Black"/>
              </a:rPr>
              <a:t>FR</a:t>
            </a:r>
            <a:endParaRPr lang="fr-FR" sz="2600" b="0" strike="noStrike" spc="-1">
              <a:solidFill>
                <a:srgbClr val="000000"/>
              </a:solidFill>
              <a:latin typeface="Arial"/>
            </a:endParaRPr>
          </a:p>
        </p:txBody>
      </p:sp>
      <p:grpSp>
        <p:nvGrpSpPr>
          <p:cNvPr id="81" name="Google Shape;229;p30"/>
          <p:cNvGrpSpPr/>
          <p:nvPr/>
        </p:nvGrpSpPr>
        <p:grpSpPr>
          <a:xfrm>
            <a:off x="5669280" y="0"/>
            <a:ext cx="3572280" cy="2653920"/>
            <a:chOff x="5669280" y="0"/>
            <a:chExt cx="3572280" cy="2653920"/>
          </a:xfrm>
        </p:grpSpPr>
        <p:sp>
          <p:nvSpPr>
            <p:cNvPr id="82" name="Google Shape;230;p30"/>
            <p:cNvSpPr/>
            <p:nvPr/>
          </p:nvSpPr>
          <p:spPr>
            <a:xfrm flipH="1">
              <a:off x="5668920" y="0"/>
              <a:ext cx="3477960" cy="2653920"/>
            </a:xfrm>
            <a:prstGeom prst="diagStripe">
              <a:avLst>
                <a:gd name="adj" fmla="val 51202"/>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dk1"/>
                </a:solidFill>
                <a:latin typeface="Calibri"/>
                <a:ea typeface="Calibri"/>
              </a:endParaRPr>
            </a:p>
          </p:txBody>
        </p:sp>
        <p:cxnSp>
          <p:nvCxnSpPr>
            <p:cNvPr id="83" name="Google Shape;231;p30"/>
            <p:cNvCxnSpPr/>
            <p:nvPr/>
          </p:nvCxnSpPr>
          <p:spPr>
            <a:xfrm flipH="1" flipV="1">
              <a:off x="7144560" y="0"/>
              <a:ext cx="932760" cy="724680"/>
            </a:xfrm>
            <a:prstGeom prst="straightConnector1">
              <a:avLst/>
            </a:prstGeom>
            <a:ln w="9525">
              <a:solidFill>
                <a:srgbClr val="BFBFBF"/>
              </a:solidFill>
              <a:miter/>
            </a:ln>
          </p:spPr>
        </p:cxnSp>
        <p:sp>
          <p:nvSpPr>
            <p:cNvPr id="84" name="Google Shape;232;p30"/>
            <p:cNvSpPr/>
            <p:nvPr/>
          </p:nvSpPr>
          <p:spPr>
            <a:xfrm rot="2178600" flipH="1">
              <a:off x="8276040" y="900000"/>
              <a:ext cx="1014120" cy="167760"/>
            </a:xfrm>
            <a:prstGeom prst="parallelogram">
              <a:avLst>
                <a:gd name="adj" fmla="val 72003"/>
              </a:avLst>
            </a:prstGeom>
            <a:solidFill>
              <a:schemeClr val="accent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grpSp>
      <p:sp>
        <p:nvSpPr>
          <p:cNvPr id="85" name="Google Shape;233;p30"/>
          <p:cNvSpPr/>
          <p:nvPr/>
        </p:nvSpPr>
        <p:spPr>
          <a:xfrm flipH="1">
            <a:off x="5007600" y="0"/>
            <a:ext cx="1083960" cy="477360"/>
          </a:xfrm>
          <a:prstGeom prst="parallelogram">
            <a:avLst>
              <a:gd name="adj" fmla="val 135617"/>
            </a:avLst>
          </a:prstGeom>
          <a:solidFill>
            <a:schemeClr val="accent6"/>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
        <p:nvSpPr>
          <p:cNvPr id="86" name="PlaceHolder 1"/>
          <p:cNvSpPr>
            <a:spLocks noGrp="1"/>
          </p:cNvSpPr>
          <p:nvPr>
            <p:ph type="ftr" idx="18"/>
          </p:nvPr>
        </p:nvSpPr>
        <p:spPr>
          <a:xfrm>
            <a:off x="253800" y="4767120"/>
            <a:ext cx="3084480" cy="272160"/>
          </a:xfrm>
          <a:prstGeom prst="rect">
            <a:avLst/>
          </a:prstGeom>
          <a:noFill/>
          <a:ln w="0">
            <a:noFill/>
          </a:ln>
        </p:spPr>
        <p:txBody>
          <a:bodyPr lIns="68400" tIns="34200" rIns="68400" bIns="34200" anchor="ctr">
            <a:noAutofit/>
          </a:bodyPr>
          <a:lstStyle>
            <a:lvl1pPr indent="0" algn="ctr">
              <a:lnSpc>
                <a:spcPct val="100000"/>
              </a:lnSpc>
              <a:buNone/>
              <a:tabLst>
                <a:tab pos="0" algn="l"/>
              </a:tabLst>
              <a:defRPr lang="fr-FR" sz="1400" b="0" strike="noStrike" spc="-1">
                <a:solidFill>
                  <a:srgbClr val="000000"/>
                </a:solidFill>
                <a:latin typeface="Times New Roman"/>
              </a:defRPr>
            </a:lvl1pPr>
          </a:lstStyle>
          <a:p>
            <a:pPr indent="0" algn="ctr">
              <a:lnSpc>
                <a:spcPct val="100000"/>
              </a:lnSpc>
              <a:buNone/>
              <a:tabLst>
                <a:tab pos="0" algn="l"/>
              </a:tabLst>
            </a:pPr>
            <a:r>
              <a:rPr lang="fr-FR" sz="1400" b="0" strike="noStrike" spc="-1">
                <a:solidFill>
                  <a:srgbClr val="000000"/>
                </a:solidFill>
                <a:latin typeface="Times New Roman"/>
              </a:rPr>
              <a:t>&lt;pied de page&gt;</a:t>
            </a:r>
          </a:p>
        </p:txBody>
      </p:sp>
      <p:sp>
        <p:nvSpPr>
          <p:cNvPr id="87" name="PlaceHolder 2"/>
          <p:cNvSpPr>
            <a:spLocks noGrp="1"/>
          </p:cNvSpPr>
          <p:nvPr>
            <p:ph type="sldNum" idx="1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chemeClr val="lt2"/>
                </a:solidFill>
                <a:latin typeface="Calibri"/>
                <a:ea typeface="Calibri"/>
              </a:defRPr>
            </a:lvl1pPr>
          </a:lstStyle>
          <a:p>
            <a:pPr indent="0" algn="r">
              <a:lnSpc>
                <a:spcPct val="100000"/>
              </a:lnSpc>
              <a:buNone/>
              <a:tabLst>
                <a:tab pos="0" algn="l"/>
              </a:tabLst>
            </a:pPr>
            <a:fld id="{606D02BF-5008-43A6-8296-40D013C7A6FA}" type="slidenum">
              <a:rPr lang="fr" sz="900" b="0" strike="noStrike" spc="-1">
                <a:solidFill>
                  <a:schemeClr val="lt2"/>
                </a:solidFill>
                <a:latin typeface="Calibri"/>
                <a:ea typeface="Calibri"/>
              </a:rPr>
              <a:t>‹N°›</a:t>
            </a:fld>
            <a:endParaRPr lang="fr-FR"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88" name="Google Shape;237;p31"/>
          <p:cNvSpPr/>
          <p:nvPr/>
        </p:nvSpPr>
        <p:spPr>
          <a:xfrm>
            <a:off x="8304120" y="176760"/>
            <a:ext cx="609120" cy="46404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t">
            <a:spAutoFit/>
          </a:bodyPr>
          <a:lstStyle/>
          <a:p>
            <a:pPr>
              <a:lnSpc>
                <a:spcPct val="100000"/>
              </a:lnSpc>
              <a:tabLst>
                <a:tab pos="0" algn="l"/>
              </a:tabLst>
            </a:pPr>
            <a:r>
              <a:rPr lang="fr" sz="2600" b="1" strike="noStrike" spc="-1">
                <a:solidFill>
                  <a:schemeClr val="accent1"/>
                </a:solidFill>
                <a:latin typeface="Arial Black"/>
                <a:ea typeface="Arial Black"/>
              </a:rPr>
              <a:t>FR</a:t>
            </a:r>
            <a:endParaRPr lang="fr-FR" sz="2600" b="0" strike="noStrike" spc="-1">
              <a:solidFill>
                <a:srgbClr val="000000"/>
              </a:solidFill>
              <a:latin typeface="Arial"/>
            </a:endParaRPr>
          </a:p>
        </p:txBody>
      </p:sp>
      <p:grpSp>
        <p:nvGrpSpPr>
          <p:cNvPr id="89" name="Google Shape;238;p31"/>
          <p:cNvGrpSpPr/>
          <p:nvPr/>
        </p:nvGrpSpPr>
        <p:grpSpPr>
          <a:xfrm>
            <a:off x="5669280" y="0"/>
            <a:ext cx="3572280" cy="2653920"/>
            <a:chOff x="5669280" y="0"/>
            <a:chExt cx="3572280" cy="2653920"/>
          </a:xfrm>
        </p:grpSpPr>
        <p:sp>
          <p:nvSpPr>
            <p:cNvPr id="90" name="Google Shape;239;p31"/>
            <p:cNvSpPr/>
            <p:nvPr/>
          </p:nvSpPr>
          <p:spPr>
            <a:xfrm flipH="1">
              <a:off x="5668920" y="0"/>
              <a:ext cx="3477960" cy="2653920"/>
            </a:xfrm>
            <a:prstGeom prst="diagStripe">
              <a:avLst>
                <a:gd name="adj" fmla="val 51202"/>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dk1"/>
                </a:solidFill>
                <a:latin typeface="Calibri"/>
                <a:ea typeface="Calibri"/>
              </a:endParaRPr>
            </a:p>
          </p:txBody>
        </p:sp>
        <p:cxnSp>
          <p:nvCxnSpPr>
            <p:cNvPr id="91" name="Google Shape;240;p31"/>
            <p:cNvCxnSpPr/>
            <p:nvPr/>
          </p:nvCxnSpPr>
          <p:spPr>
            <a:xfrm flipH="1" flipV="1">
              <a:off x="7144560" y="0"/>
              <a:ext cx="932760" cy="724680"/>
            </a:xfrm>
            <a:prstGeom prst="straightConnector1">
              <a:avLst/>
            </a:prstGeom>
            <a:ln w="9525">
              <a:solidFill>
                <a:srgbClr val="BFBFBF"/>
              </a:solidFill>
              <a:miter/>
            </a:ln>
          </p:spPr>
        </p:cxnSp>
        <p:sp>
          <p:nvSpPr>
            <p:cNvPr id="92" name="Google Shape;241;p31"/>
            <p:cNvSpPr/>
            <p:nvPr/>
          </p:nvSpPr>
          <p:spPr>
            <a:xfrm rot="2178600" flipH="1">
              <a:off x="8276040" y="900000"/>
              <a:ext cx="1014120" cy="167760"/>
            </a:xfrm>
            <a:prstGeom prst="parallelogram">
              <a:avLst>
                <a:gd name="adj" fmla="val 72003"/>
              </a:avLst>
            </a:prstGeom>
            <a:solidFill>
              <a:schemeClr val="accent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grpSp>
      <p:sp>
        <p:nvSpPr>
          <p:cNvPr id="93" name="Google Shape;242;p31"/>
          <p:cNvSpPr/>
          <p:nvPr/>
        </p:nvSpPr>
        <p:spPr>
          <a:xfrm flipH="1">
            <a:off x="5007600" y="0"/>
            <a:ext cx="1083960" cy="477360"/>
          </a:xfrm>
          <a:prstGeom prst="parallelogram">
            <a:avLst>
              <a:gd name="adj" fmla="val 135617"/>
            </a:avLst>
          </a:prstGeom>
          <a:solidFill>
            <a:schemeClr val="accent6"/>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
        <p:nvSpPr>
          <p:cNvPr id="94" name="PlaceHolder 1"/>
          <p:cNvSpPr>
            <a:spLocks noGrp="1"/>
          </p:cNvSpPr>
          <p:nvPr>
            <p:ph type="ftr" idx="20"/>
          </p:nvPr>
        </p:nvSpPr>
        <p:spPr>
          <a:xfrm>
            <a:off x="253800" y="4767120"/>
            <a:ext cx="3084480" cy="272160"/>
          </a:xfrm>
          <a:prstGeom prst="rect">
            <a:avLst/>
          </a:prstGeom>
          <a:noFill/>
          <a:ln w="0">
            <a:noFill/>
          </a:ln>
        </p:spPr>
        <p:txBody>
          <a:bodyPr lIns="68400" tIns="34200" rIns="68400" bIns="34200" anchor="ctr">
            <a:noAutofit/>
          </a:bodyPr>
          <a:lstStyle>
            <a:lvl1pPr indent="0" algn="ctr">
              <a:lnSpc>
                <a:spcPct val="100000"/>
              </a:lnSpc>
              <a:buNone/>
              <a:tabLst>
                <a:tab pos="0" algn="l"/>
              </a:tabLst>
              <a:defRPr lang="fr-FR" sz="1400" b="0" strike="noStrike" spc="-1">
                <a:solidFill>
                  <a:srgbClr val="000000"/>
                </a:solidFill>
                <a:latin typeface="Times New Roman"/>
              </a:defRPr>
            </a:lvl1pPr>
          </a:lstStyle>
          <a:p>
            <a:pPr indent="0" algn="ctr">
              <a:lnSpc>
                <a:spcPct val="100000"/>
              </a:lnSpc>
              <a:buNone/>
              <a:tabLst>
                <a:tab pos="0" algn="l"/>
              </a:tabLst>
            </a:pPr>
            <a:r>
              <a:rPr lang="fr-FR" sz="1400" b="0" strike="noStrike" spc="-1">
                <a:solidFill>
                  <a:srgbClr val="000000"/>
                </a:solidFill>
                <a:latin typeface="Times New Roman"/>
              </a:rPr>
              <a:t>&lt;pied de page&gt;</a:t>
            </a:r>
          </a:p>
        </p:txBody>
      </p:sp>
      <p:sp>
        <p:nvSpPr>
          <p:cNvPr id="95" name="PlaceHolder 2"/>
          <p:cNvSpPr>
            <a:spLocks noGrp="1"/>
          </p:cNvSpPr>
          <p:nvPr>
            <p:ph type="sldNum" idx="21"/>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chemeClr val="lt2"/>
                </a:solidFill>
                <a:latin typeface="Calibri"/>
                <a:ea typeface="Calibri"/>
              </a:defRPr>
            </a:lvl1pPr>
          </a:lstStyle>
          <a:p>
            <a:pPr indent="0" algn="r">
              <a:lnSpc>
                <a:spcPct val="100000"/>
              </a:lnSpc>
              <a:buNone/>
              <a:tabLst>
                <a:tab pos="0" algn="l"/>
              </a:tabLst>
            </a:pPr>
            <a:fld id="{32A54C68-C40A-4D6B-9592-827EFFBE09AC}" type="slidenum">
              <a:rPr lang="fr" sz="900" b="0" strike="noStrike" spc="-1">
                <a:solidFill>
                  <a:schemeClr val="lt2"/>
                </a:solidFill>
                <a:latin typeface="Calibri"/>
                <a:ea typeface="Calibri"/>
              </a:rPr>
              <a:t>‹N°›</a:t>
            </a:fld>
            <a:endParaRPr lang="fr-FR"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96" name="Google Shape;64;p15"/>
          <p:cNvSpPr/>
          <p:nvPr/>
        </p:nvSpPr>
        <p:spPr>
          <a:xfrm rot="10800000">
            <a:off x="1381680" y="0"/>
            <a:ext cx="7762320" cy="4227480"/>
          </a:xfrm>
          <a:prstGeom prst="rtTriangle">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
        <p:nvSpPr>
          <p:cNvPr id="97" name="Google Shape;65;p15"/>
          <p:cNvSpPr/>
          <p:nvPr/>
        </p:nvSpPr>
        <p:spPr>
          <a:xfrm flipH="1">
            <a:off x="2231280" y="0"/>
            <a:ext cx="3089160" cy="979200"/>
          </a:xfrm>
          <a:prstGeom prst="parallelogram">
            <a:avLst>
              <a:gd name="adj" fmla="val 186380"/>
            </a:avLst>
          </a:prstGeom>
          <a:solidFill>
            <a:srgbClr val="E26064"/>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cxnSp>
        <p:nvCxnSpPr>
          <p:cNvPr id="98" name="Google Shape;66;p15"/>
          <p:cNvCxnSpPr/>
          <p:nvPr/>
        </p:nvCxnSpPr>
        <p:spPr>
          <a:xfrm flipV="1">
            <a:off x="4781520" y="3785040"/>
            <a:ext cx="1145160" cy="1354320"/>
          </a:xfrm>
          <a:prstGeom prst="straightConnector1">
            <a:avLst/>
          </a:prstGeom>
          <a:ln w="9525">
            <a:solidFill>
              <a:srgbClr val="EE9571"/>
            </a:solidFill>
            <a:miter/>
          </a:ln>
        </p:spPr>
      </p:cxnSp>
      <p:sp>
        <p:nvSpPr>
          <p:cNvPr id="99" name="PlaceHolder 1"/>
          <p:cNvSpPr>
            <a:spLocks noGrp="1"/>
          </p:cNvSpPr>
          <p:nvPr>
            <p:ph type="ftr" idx="22"/>
          </p:nvPr>
        </p:nvSpPr>
        <p:spPr>
          <a:xfrm>
            <a:off x="253800" y="4767120"/>
            <a:ext cx="3084480" cy="272160"/>
          </a:xfrm>
          <a:prstGeom prst="rect">
            <a:avLst/>
          </a:prstGeom>
          <a:noFill/>
          <a:ln w="0">
            <a:noFill/>
          </a:ln>
        </p:spPr>
        <p:txBody>
          <a:bodyPr lIns="68400" tIns="34200" rIns="68400" bIns="34200" anchor="ctr">
            <a:noAutofit/>
          </a:bodyPr>
          <a:lstStyle>
            <a:lvl1pPr indent="0" algn="ctr">
              <a:lnSpc>
                <a:spcPct val="100000"/>
              </a:lnSpc>
              <a:buNone/>
              <a:tabLst>
                <a:tab pos="0" algn="l"/>
              </a:tabLst>
              <a:defRPr lang="fr-FR" sz="1400" b="0" strike="noStrike" spc="-1">
                <a:solidFill>
                  <a:srgbClr val="000000"/>
                </a:solidFill>
                <a:latin typeface="Times New Roman"/>
              </a:defRPr>
            </a:lvl1pPr>
          </a:lstStyle>
          <a:p>
            <a:pPr indent="0" algn="ctr">
              <a:lnSpc>
                <a:spcPct val="100000"/>
              </a:lnSpc>
              <a:buNone/>
              <a:tabLst>
                <a:tab pos="0" algn="l"/>
              </a:tabLst>
            </a:pPr>
            <a:r>
              <a:rPr lang="fr-FR" sz="1400" b="0" strike="noStrike" spc="-1">
                <a:solidFill>
                  <a:srgbClr val="000000"/>
                </a:solidFill>
                <a:latin typeface="Times New Roman"/>
              </a:rPr>
              <a:t>&lt;pied de page&gt;</a:t>
            </a:r>
          </a:p>
        </p:txBody>
      </p:sp>
      <p:sp>
        <p:nvSpPr>
          <p:cNvPr id="100" name="PlaceHolder 2"/>
          <p:cNvSpPr>
            <a:spLocks noGrp="1"/>
          </p:cNvSpPr>
          <p:nvPr>
            <p:ph type="sldNum" idx="23"/>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chemeClr val="lt2"/>
                </a:solidFill>
                <a:latin typeface="Calibri"/>
                <a:ea typeface="Calibri"/>
              </a:defRPr>
            </a:lvl1pPr>
          </a:lstStyle>
          <a:p>
            <a:pPr indent="0" algn="r">
              <a:lnSpc>
                <a:spcPct val="100000"/>
              </a:lnSpc>
              <a:buNone/>
              <a:tabLst>
                <a:tab pos="0" algn="l"/>
              </a:tabLst>
            </a:pPr>
            <a:fld id="{B08918BE-36B1-4526-9726-F24386E8FD91}" type="slidenum">
              <a:rPr lang="fr" sz="900" b="0" strike="noStrike" spc="-1">
                <a:solidFill>
                  <a:schemeClr val="lt2"/>
                </a:solidFill>
                <a:latin typeface="Calibri"/>
                <a:ea typeface="Calibri"/>
              </a:rPr>
              <a:t>‹N°›</a:t>
            </a:fld>
            <a:endParaRPr lang="fr-FR" sz="900" b="0" strike="noStrike" spc="-1">
              <a:solidFill>
                <a:srgbClr val="000000"/>
              </a:solidFill>
              <a:latin typeface="Times New Roman"/>
            </a:endParaRPr>
          </a:p>
        </p:txBody>
      </p:sp>
      <p:sp>
        <p:nvSpPr>
          <p:cNvPr id="101" name="PlaceHolder 3"/>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lgn="ctr">
              <a:buNone/>
            </a:pPr>
            <a:r>
              <a:rPr lang="fr-FR" sz="4400" b="0" strike="noStrike" spc="-1">
                <a:solidFill>
                  <a:srgbClr val="000000"/>
                </a:solidFill>
                <a:latin typeface="Arial"/>
              </a:rPr>
              <a:t>Cliquez pour éditer le format du texte-titre</a:t>
            </a:r>
          </a:p>
        </p:txBody>
      </p:sp>
      <p:sp>
        <p:nvSpPr>
          <p:cNvPr id="102" name="PlaceHolder 4"/>
          <p:cNvSpPr>
            <a:spLocks noGrp="1"/>
          </p:cNvSpPr>
          <p:nvPr>
            <p:ph type="body"/>
          </p:nvPr>
        </p:nvSpPr>
        <p:spPr>
          <a:xfrm>
            <a:off x="457200" y="1203480"/>
            <a:ext cx="8229240" cy="2982960"/>
          </a:xfrm>
          <a:prstGeom prst="rect">
            <a:avLst/>
          </a:prstGeom>
          <a:noFill/>
          <a:ln w="0">
            <a:noFill/>
          </a:ln>
        </p:spPr>
        <p:txBody>
          <a:bodyPr lIns="0" tIns="0" rIns="0" bIns="0" anchor="t">
            <a:normAutofit fontScale="96865" lnSpcReduction="10000"/>
          </a:bodyPr>
          <a:lstStyle/>
          <a:p>
            <a:pPr marL="432000" indent="-324000">
              <a:spcBef>
                <a:spcPts val="1417"/>
              </a:spcBef>
              <a:buClr>
                <a:srgbClr val="000000"/>
              </a:buClr>
              <a:buSzPct val="45000"/>
              <a:buFont typeface="Wingdings" charset="2"/>
              <a:buChar char=""/>
            </a:pPr>
            <a:r>
              <a:rPr lang="fr-FR" sz="3200" b="0" strike="noStrike" spc="-1">
                <a:solidFill>
                  <a:srgbClr val="000000"/>
                </a:solidFill>
                <a:latin typeface="Arial"/>
              </a:rPr>
              <a:t>Cliquez pour éditer le format du plan de texte</a:t>
            </a:r>
          </a:p>
          <a:p>
            <a:pPr marL="864000" lvl="1" indent="-324000">
              <a:spcBef>
                <a:spcPts val="1134"/>
              </a:spcBef>
              <a:buClr>
                <a:srgbClr val="000000"/>
              </a:buClr>
              <a:buSzPct val="75000"/>
              <a:buFont typeface="Symbol" charset="2"/>
              <a:buChar char=""/>
            </a:pPr>
            <a:r>
              <a:rPr lang="fr-FR" sz="2800" b="0" strike="noStrike" spc="-1">
                <a:solidFill>
                  <a:srgbClr val="000000"/>
                </a:solidFill>
                <a:latin typeface="Arial"/>
              </a:rPr>
              <a:t>Second niveau de plan</a:t>
            </a:r>
          </a:p>
          <a:p>
            <a:pPr marL="1296000" lvl="2" indent="-288000">
              <a:spcBef>
                <a:spcPts val="850"/>
              </a:spcBef>
              <a:buClr>
                <a:srgbClr val="000000"/>
              </a:buClr>
              <a:buSzPct val="45000"/>
              <a:buFont typeface="Wingdings" charset="2"/>
              <a:buChar char=""/>
            </a:pPr>
            <a:r>
              <a:rPr lang="fr-FR" sz="2400" b="0" strike="noStrike" spc="-1">
                <a:solidFill>
                  <a:srgbClr val="000000"/>
                </a:solidFill>
                <a:latin typeface="Arial"/>
              </a:rPr>
              <a:t>Troisième niveau de plan</a:t>
            </a:r>
          </a:p>
          <a:p>
            <a:pPr marL="1728000" lvl="3" indent="-216000">
              <a:spcBef>
                <a:spcPts val="567"/>
              </a:spcBef>
              <a:buClr>
                <a:srgbClr val="000000"/>
              </a:buClr>
              <a:buSzPct val="75000"/>
              <a:buFont typeface="Symbol" charset="2"/>
              <a:buChar char=""/>
            </a:pPr>
            <a:r>
              <a:rPr lang="fr-FR" sz="2000" b="0" strike="noStrike" spc="-1">
                <a:solidFill>
                  <a:srgbClr val="000000"/>
                </a:solidFill>
                <a:latin typeface="Arial"/>
              </a:rPr>
              <a:t>Quatrième niveau de plan</a:t>
            </a:r>
          </a:p>
          <a:p>
            <a:pPr marL="2160000" lvl="4" indent="-216000">
              <a:spcBef>
                <a:spcPts val="283"/>
              </a:spcBef>
              <a:buClr>
                <a:srgbClr val="000000"/>
              </a:buClr>
              <a:buSzPct val="45000"/>
              <a:buFont typeface="Wingdings" charset="2"/>
              <a:buChar char=""/>
            </a:pPr>
            <a:r>
              <a:rPr lang="fr-FR" sz="2000" b="0" strike="noStrike" spc="-1">
                <a:solidFill>
                  <a:srgbClr val="000000"/>
                </a:solidFill>
                <a:latin typeface="Arial"/>
              </a:rPr>
              <a:t>Cinquième niveau de plan</a:t>
            </a:r>
          </a:p>
          <a:p>
            <a:pPr marL="2592000" lvl="5" indent="-216000">
              <a:spcBef>
                <a:spcPts val="283"/>
              </a:spcBef>
              <a:buClr>
                <a:srgbClr val="000000"/>
              </a:buClr>
              <a:buSzPct val="45000"/>
              <a:buFont typeface="Wingdings" charset="2"/>
              <a:buChar char=""/>
            </a:pPr>
            <a:r>
              <a:rPr lang="fr-FR" sz="2000" b="0" strike="noStrike" spc="-1">
                <a:solidFill>
                  <a:srgbClr val="000000"/>
                </a:solidFill>
                <a:latin typeface="Arial"/>
              </a:rPr>
              <a:t>Sixième niveau de plan</a:t>
            </a:r>
          </a:p>
          <a:p>
            <a:pPr marL="3024000" lvl="6" indent="-216000">
              <a:spcBef>
                <a:spcPts val="283"/>
              </a:spcBef>
              <a:buClr>
                <a:srgbClr val="000000"/>
              </a:buClr>
              <a:buSzPct val="45000"/>
              <a:buFont typeface="Wingdings" charset="2"/>
              <a:buChar char=""/>
            </a:pPr>
            <a:r>
              <a:rPr lang="fr-FR" sz="2000" b="0" strike="noStrike" spc="-1">
                <a:solidFill>
                  <a:srgbClr val="000000"/>
                </a:solidFill>
                <a:latin typeface="Arial"/>
              </a:rPr>
              <a:t>Septième niveau de plan</a:t>
            </a:r>
          </a:p>
        </p:txBody>
      </p:sp>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cxnSp>
        <p:nvCxnSpPr>
          <p:cNvPr id="103" name="Google Shape;73;p16"/>
          <p:cNvCxnSpPr/>
          <p:nvPr/>
        </p:nvCxnSpPr>
        <p:spPr>
          <a:xfrm flipH="1" flipV="1">
            <a:off x="-6840" y="2725200"/>
            <a:ext cx="1436040" cy="1181520"/>
          </a:xfrm>
          <a:prstGeom prst="straightConnector1">
            <a:avLst/>
          </a:prstGeom>
          <a:ln w="9525">
            <a:solidFill>
              <a:srgbClr val="EE9571"/>
            </a:solidFill>
            <a:miter/>
          </a:ln>
        </p:spPr>
      </p:cxnSp>
      <p:grpSp>
        <p:nvGrpSpPr>
          <p:cNvPr id="104" name="Google Shape;74;p16"/>
          <p:cNvGrpSpPr/>
          <p:nvPr/>
        </p:nvGrpSpPr>
        <p:grpSpPr>
          <a:xfrm>
            <a:off x="5669280" y="0"/>
            <a:ext cx="3572280" cy="2653920"/>
            <a:chOff x="5669280" y="0"/>
            <a:chExt cx="3572280" cy="2653920"/>
          </a:xfrm>
        </p:grpSpPr>
        <p:sp>
          <p:nvSpPr>
            <p:cNvPr id="105" name="Google Shape;75;p16"/>
            <p:cNvSpPr/>
            <p:nvPr/>
          </p:nvSpPr>
          <p:spPr>
            <a:xfrm flipH="1">
              <a:off x="5668920" y="0"/>
              <a:ext cx="3477960" cy="2653920"/>
            </a:xfrm>
            <a:prstGeom prst="diagStripe">
              <a:avLst>
                <a:gd name="adj" fmla="val 51202"/>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dk1"/>
                </a:solidFill>
                <a:latin typeface="Calibri"/>
                <a:ea typeface="Calibri"/>
              </a:endParaRPr>
            </a:p>
          </p:txBody>
        </p:sp>
        <p:cxnSp>
          <p:nvCxnSpPr>
            <p:cNvPr id="106" name="Google Shape;76;p16"/>
            <p:cNvCxnSpPr/>
            <p:nvPr/>
          </p:nvCxnSpPr>
          <p:spPr>
            <a:xfrm flipH="1" flipV="1">
              <a:off x="7144560" y="0"/>
              <a:ext cx="932760" cy="724680"/>
            </a:xfrm>
            <a:prstGeom prst="straightConnector1">
              <a:avLst/>
            </a:prstGeom>
            <a:ln w="9525">
              <a:solidFill>
                <a:srgbClr val="BFBFBF"/>
              </a:solidFill>
              <a:miter/>
            </a:ln>
          </p:spPr>
        </p:cxnSp>
        <p:sp>
          <p:nvSpPr>
            <p:cNvPr id="107" name="Google Shape;77;p16"/>
            <p:cNvSpPr/>
            <p:nvPr/>
          </p:nvSpPr>
          <p:spPr>
            <a:xfrm rot="2178600" flipH="1">
              <a:off x="8276040" y="900000"/>
              <a:ext cx="1014120" cy="167760"/>
            </a:xfrm>
            <a:prstGeom prst="parallelogram">
              <a:avLst>
                <a:gd name="adj" fmla="val 72003"/>
              </a:avLst>
            </a:prstGeom>
            <a:solidFill>
              <a:srgbClr val="EE957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grpSp>
      <p:sp>
        <p:nvSpPr>
          <p:cNvPr id="108" name="Google Shape;83;p16"/>
          <p:cNvSpPr/>
          <p:nvPr/>
        </p:nvSpPr>
        <p:spPr>
          <a:xfrm flipH="1">
            <a:off x="5007600" y="0"/>
            <a:ext cx="1083960" cy="477360"/>
          </a:xfrm>
          <a:prstGeom prst="parallelogram">
            <a:avLst>
              <a:gd name="adj" fmla="val 135617"/>
            </a:avLst>
          </a:prstGeom>
          <a:solidFill>
            <a:srgbClr val="E26064"/>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
        <p:nvSpPr>
          <p:cNvPr id="109" name="PlaceHolder 1"/>
          <p:cNvSpPr>
            <a:spLocks noGrp="1"/>
          </p:cNvSpPr>
          <p:nvPr>
            <p:ph type="ftr" idx="24"/>
          </p:nvPr>
        </p:nvSpPr>
        <p:spPr>
          <a:xfrm>
            <a:off x="253800" y="4767120"/>
            <a:ext cx="3084480" cy="272160"/>
          </a:xfrm>
          <a:prstGeom prst="rect">
            <a:avLst/>
          </a:prstGeom>
          <a:noFill/>
          <a:ln w="0">
            <a:noFill/>
          </a:ln>
        </p:spPr>
        <p:txBody>
          <a:bodyPr lIns="68400" tIns="34200" rIns="68400" bIns="34200" anchor="ctr">
            <a:noAutofit/>
          </a:bodyPr>
          <a:lstStyle>
            <a:lvl1pPr indent="0" algn="ctr">
              <a:lnSpc>
                <a:spcPct val="100000"/>
              </a:lnSpc>
              <a:buNone/>
              <a:tabLst>
                <a:tab pos="0" algn="l"/>
              </a:tabLst>
              <a:defRPr lang="fr-FR" sz="1400" b="0" strike="noStrike" spc="-1">
                <a:solidFill>
                  <a:srgbClr val="000000"/>
                </a:solidFill>
                <a:latin typeface="Times New Roman"/>
              </a:defRPr>
            </a:lvl1pPr>
          </a:lstStyle>
          <a:p>
            <a:pPr indent="0" algn="ctr">
              <a:lnSpc>
                <a:spcPct val="100000"/>
              </a:lnSpc>
              <a:buNone/>
              <a:tabLst>
                <a:tab pos="0" algn="l"/>
              </a:tabLst>
            </a:pPr>
            <a:r>
              <a:rPr lang="fr-FR" sz="1400" b="0" strike="noStrike" spc="-1">
                <a:solidFill>
                  <a:srgbClr val="000000"/>
                </a:solidFill>
                <a:latin typeface="Times New Roman"/>
              </a:rPr>
              <a:t>&lt;pied de page&gt;</a:t>
            </a:r>
          </a:p>
        </p:txBody>
      </p:sp>
      <p:sp>
        <p:nvSpPr>
          <p:cNvPr id="110" name="PlaceHolder 2"/>
          <p:cNvSpPr>
            <a:spLocks noGrp="1"/>
          </p:cNvSpPr>
          <p:nvPr>
            <p:ph type="sldNum" idx="25"/>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chemeClr val="lt2"/>
                </a:solidFill>
                <a:latin typeface="Calibri"/>
                <a:ea typeface="Calibri"/>
              </a:defRPr>
            </a:lvl1pPr>
          </a:lstStyle>
          <a:p>
            <a:pPr indent="0" algn="r">
              <a:lnSpc>
                <a:spcPct val="100000"/>
              </a:lnSpc>
              <a:buNone/>
              <a:tabLst>
                <a:tab pos="0" algn="l"/>
              </a:tabLst>
            </a:pPr>
            <a:fld id="{A22A0C45-C54A-49F0-8D48-58BE484B0F04}" type="slidenum">
              <a:rPr lang="fr" sz="900" b="0" strike="noStrike" spc="-1">
                <a:solidFill>
                  <a:schemeClr val="lt2"/>
                </a:solidFill>
                <a:latin typeface="Calibri"/>
                <a:ea typeface="Calibri"/>
              </a:rPr>
              <a:t>‹N°›</a:t>
            </a:fld>
            <a:endParaRPr lang="fr-FR" sz="900" b="0" strike="noStrike" spc="-1">
              <a:solidFill>
                <a:srgbClr val="000000"/>
              </a:solidFill>
              <a:latin typeface="Times New Roman"/>
            </a:endParaRPr>
          </a:p>
        </p:txBody>
      </p:sp>
      <p:sp>
        <p:nvSpPr>
          <p:cNvPr id="111" name="PlaceHolder 3"/>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lgn="ctr">
              <a:buNone/>
            </a:pPr>
            <a:r>
              <a:rPr lang="fr-FR" sz="4400" b="0" strike="noStrike" spc="-1">
                <a:solidFill>
                  <a:srgbClr val="000000"/>
                </a:solidFill>
                <a:latin typeface="Arial"/>
              </a:rPr>
              <a:t>Cliquez pour éditer le format du texte-titre</a:t>
            </a:r>
          </a:p>
        </p:txBody>
      </p:sp>
      <p:sp>
        <p:nvSpPr>
          <p:cNvPr id="112" name="PlaceHolder 4"/>
          <p:cNvSpPr>
            <a:spLocks noGrp="1"/>
          </p:cNvSpPr>
          <p:nvPr>
            <p:ph type="body"/>
          </p:nvPr>
        </p:nvSpPr>
        <p:spPr>
          <a:xfrm>
            <a:off x="457200" y="1203480"/>
            <a:ext cx="8229240" cy="2982960"/>
          </a:xfrm>
          <a:prstGeom prst="rect">
            <a:avLst/>
          </a:prstGeom>
          <a:noFill/>
          <a:ln w="0">
            <a:noFill/>
          </a:ln>
        </p:spPr>
        <p:txBody>
          <a:bodyPr lIns="0" tIns="0" rIns="0" bIns="0" anchor="t">
            <a:normAutofit fontScale="96865" lnSpcReduction="10000"/>
          </a:bodyPr>
          <a:lstStyle/>
          <a:p>
            <a:pPr marL="432000" indent="-324000">
              <a:spcBef>
                <a:spcPts val="1417"/>
              </a:spcBef>
              <a:buClr>
                <a:srgbClr val="000000"/>
              </a:buClr>
              <a:buSzPct val="45000"/>
              <a:buFont typeface="Wingdings" charset="2"/>
              <a:buChar char=""/>
            </a:pPr>
            <a:r>
              <a:rPr lang="fr-FR" sz="3200" b="0" strike="noStrike" spc="-1">
                <a:solidFill>
                  <a:srgbClr val="000000"/>
                </a:solidFill>
                <a:latin typeface="Arial"/>
              </a:rPr>
              <a:t>Cliquez pour éditer le format du plan de texte</a:t>
            </a:r>
          </a:p>
          <a:p>
            <a:pPr marL="864000" lvl="1" indent="-324000">
              <a:spcBef>
                <a:spcPts val="1134"/>
              </a:spcBef>
              <a:buClr>
                <a:srgbClr val="000000"/>
              </a:buClr>
              <a:buSzPct val="75000"/>
              <a:buFont typeface="Symbol" charset="2"/>
              <a:buChar char=""/>
            </a:pPr>
            <a:r>
              <a:rPr lang="fr-FR" sz="2800" b="0" strike="noStrike" spc="-1">
                <a:solidFill>
                  <a:srgbClr val="000000"/>
                </a:solidFill>
                <a:latin typeface="Arial"/>
              </a:rPr>
              <a:t>Second niveau de plan</a:t>
            </a:r>
          </a:p>
          <a:p>
            <a:pPr marL="1296000" lvl="2" indent="-288000">
              <a:spcBef>
                <a:spcPts val="850"/>
              </a:spcBef>
              <a:buClr>
                <a:srgbClr val="000000"/>
              </a:buClr>
              <a:buSzPct val="45000"/>
              <a:buFont typeface="Wingdings" charset="2"/>
              <a:buChar char=""/>
            </a:pPr>
            <a:r>
              <a:rPr lang="fr-FR" sz="2400" b="0" strike="noStrike" spc="-1">
                <a:solidFill>
                  <a:srgbClr val="000000"/>
                </a:solidFill>
                <a:latin typeface="Arial"/>
              </a:rPr>
              <a:t>Troisième niveau de plan</a:t>
            </a:r>
          </a:p>
          <a:p>
            <a:pPr marL="1728000" lvl="3" indent="-216000">
              <a:spcBef>
                <a:spcPts val="567"/>
              </a:spcBef>
              <a:buClr>
                <a:srgbClr val="000000"/>
              </a:buClr>
              <a:buSzPct val="75000"/>
              <a:buFont typeface="Symbol" charset="2"/>
              <a:buChar char=""/>
            </a:pPr>
            <a:r>
              <a:rPr lang="fr-FR" sz="2000" b="0" strike="noStrike" spc="-1">
                <a:solidFill>
                  <a:srgbClr val="000000"/>
                </a:solidFill>
                <a:latin typeface="Arial"/>
              </a:rPr>
              <a:t>Quatrième niveau de plan</a:t>
            </a:r>
          </a:p>
          <a:p>
            <a:pPr marL="2160000" lvl="4" indent="-216000">
              <a:spcBef>
                <a:spcPts val="283"/>
              </a:spcBef>
              <a:buClr>
                <a:srgbClr val="000000"/>
              </a:buClr>
              <a:buSzPct val="45000"/>
              <a:buFont typeface="Wingdings" charset="2"/>
              <a:buChar char=""/>
            </a:pPr>
            <a:r>
              <a:rPr lang="fr-FR" sz="2000" b="0" strike="noStrike" spc="-1">
                <a:solidFill>
                  <a:srgbClr val="000000"/>
                </a:solidFill>
                <a:latin typeface="Arial"/>
              </a:rPr>
              <a:t>Cinquième niveau de plan</a:t>
            </a:r>
          </a:p>
          <a:p>
            <a:pPr marL="2592000" lvl="5" indent="-216000">
              <a:spcBef>
                <a:spcPts val="283"/>
              </a:spcBef>
              <a:buClr>
                <a:srgbClr val="000000"/>
              </a:buClr>
              <a:buSzPct val="45000"/>
              <a:buFont typeface="Wingdings" charset="2"/>
              <a:buChar char=""/>
            </a:pPr>
            <a:r>
              <a:rPr lang="fr-FR" sz="2000" b="0" strike="noStrike" spc="-1">
                <a:solidFill>
                  <a:srgbClr val="000000"/>
                </a:solidFill>
                <a:latin typeface="Arial"/>
              </a:rPr>
              <a:t>Sixième niveau de plan</a:t>
            </a:r>
          </a:p>
          <a:p>
            <a:pPr marL="3024000" lvl="6" indent="-216000">
              <a:spcBef>
                <a:spcPts val="283"/>
              </a:spcBef>
              <a:buClr>
                <a:srgbClr val="000000"/>
              </a:buClr>
              <a:buSzPct val="45000"/>
              <a:buFont typeface="Wingdings" charset="2"/>
              <a:buChar char=""/>
            </a:pPr>
            <a:r>
              <a:rPr lang="fr-FR" sz="2000" b="0" strike="noStrike" spc="-1">
                <a:solidFill>
                  <a:srgbClr val="000000"/>
                </a:solidFill>
                <a:latin typeface="Arial"/>
              </a:rPr>
              <a:t>Septième niveau de plan</a:t>
            </a: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32" name="Google Shape;112;p19"/>
          <p:cNvSpPr/>
          <p:nvPr/>
        </p:nvSpPr>
        <p:spPr>
          <a:xfrm rot="10800000">
            <a:off x="1381680" y="0"/>
            <a:ext cx="7762320" cy="4227480"/>
          </a:xfrm>
          <a:prstGeom prst="rtTriangle">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
        <p:nvSpPr>
          <p:cNvPr id="133" name="Google Shape;115;p19"/>
          <p:cNvSpPr/>
          <p:nvPr/>
        </p:nvSpPr>
        <p:spPr>
          <a:xfrm flipH="1">
            <a:off x="2231280" y="0"/>
            <a:ext cx="3089160" cy="979200"/>
          </a:xfrm>
          <a:prstGeom prst="parallelogram">
            <a:avLst>
              <a:gd name="adj" fmla="val 186380"/>
            </a:avLst>
          </a:prstGeom>
          <a:solidFill>
            <a:srgbClr val="E26064"/>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cxnSp>
        <p:nvCxnSpPr>
          <p:cNvPr id="134" name="Google Shape;116;p19"/>
          <p:cNvCxnSpPr/>
          <p:nvPr/>
        </p:nvCxnSpPr>
        <p:spPr>
          <a:xfrm flipV="1">
            <a:off x="7764120" y="888840"/>
            <a:ext cx="1381680" cy="1227240"/>
          </a:xfrm>
          <a:prstGeom prst="straightConnector1">
            <a:avLst/>
          </a:prstGeom>
          <a:ln w="9525">
            <a:solidFill>
              <a:srgbClr val="EAB200"/>
            </a:solidFill>
            <a:miter/>
          </a:ln>
        </p:spPr>
      </p:cxnSp>
      <p:sp>
        <p:nvSpPr>
          <p:cNvPr id="135" name="Google Shape;118;p19"/>
          <p:cNvSpPr/>
          <p:nvPr/>
        </p:nvSpPr>
        <p:spPr>
          <a:xfrm>
            <a:off x="8305200" y="178200"/>
            <a:ext cx="609120" cy="46404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t">
            <a:spAutoFit/>
          </a:bodyPr>
          <a:lstStyle/>
          <a:p>
            <a:pPr>
              <a:lnSpc>
                <a:spcPct val="100000"/>
              </a:lnSpc>
              <a:tabLst>
                <a:tab pos="0" algn="l"/>
              </a:tabLst>
            </a:pPr>
            <a:r>
              <a:rPr lang="fr" sz="2600" b="1" strike="noStrike" spc="-1">
                <a:solidFill>
                  <a:schemeClr val="accent1"/>
                </a:solidFill>
                <a:latin typeface="Arial Black"/>
                <a:ea typeface="Arial Black"/>
              </a:rPr>
              <a:t>FR</a:t>
            </a:r>
            <a:endParaRPr lang="fr-FR" sz="2600" b="0" strike="noStrike" spc="-1">
              <a:solidFill>
                <a:srgbClr val="000000"/>
              </a:solidFill>
              <a:latin typeface="Arial"/>
            </a:endParaRPr>
          </a:p>
        </p:txBody>
      </p:sp>
      <p:sp>
        <p:nvSpPr>
          <p:cNvPr id="136" name="PlaceHolder 1"/>
          <p:cNvSpPr>
            <a:spLocks noGrp="1"/>
          </p:cNvSpPr>
          <p:nvPr>
            <p:ph type="ftr" idx="28"/>
          </p:nvPr>
        </p:nvSpPr>
        <p:spPr>
          <a:xfrm>
            <a:off x="253800" y="4767120"/>
            <a:ext cx="3084480" cy="272160"/>
          </a:xfrm>
          <a:prstGeom prst="rect">
            <a:avLst/>
          </a:prstGeom>
          <a:noFill/>
          <a:ln w="0">
            <a:noFill/>
          </a:ln>
        </p:spPr>
        <p:txBody>
          <a:bodyPr lIns="68400" tIns="34200" rIns="68400" bIns="34200" anchor="ctr">
            <a:noAutofit/>
          </a:bodyPr>
          <a:lstStyle>
            <a:lvl1pPr indent="0" algn="ctr">
              <a:lnSpc>
                <a:spcPct val="100000"/>
              </a:lnSpc>
              <a:buNone/>
              <a:tabLst>
                <a:tab pos="0" algn="l"/>
              </a:tabLst>
              <a:defRPr lang="fr-FR" sz="1400" b="0" strike="noStrike" spc="-1">
                <a:solidFill>
                  <a:srgbClr val="000000"/>
                </a:solidFill>
                <a:latin typeface="Times New Roman"/>
              </a:defRPr>
            </a:lvl1pPr>
          </a:lstStyle>
          <a:p>
            <a:pPr indent="0" algn="ctr">
              <a:lnSpc>
                <a:spcPct val="100000"/>
              </a:lnSpc>
              <a:buNone/>
              <a:tabLst>
                <a:tab pos="0" algn="l"/>
              </a:tabLst>
            </a:pPr>
            <a:r>
              <a:rPr lang="fr-FR" sz="1400" b="0" strike="noStrike" spc="-1">
                <a:solidFill>
                  <a:srgbClr val="000000"/>
                </a:solidFill>
                <a:latin typeface="Times New Roman"/>
              </a:rPr>
              <a:t>&lt;pied de page&gt;</a:t>
            </a:r>
          </a:p>
        </p:txBody>
      </p:sp>
      <p:sp>
        <p:nvSpPr>
          <p:cNvPr id="137" name="PlaceHolder 2"/>
          <p:cNvSpPr>
            <a:spLocks noGrp="1"/>
          </p:cNvSpPr>
          <p:nvPr>
            <p:ph type="sldNum" idx="2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chemeClr val="lt2"/>
                </a:solidFill>
                <a:latin typeface="Calibri"/>
                <a:ea typeface="Calibri"/>
              </a:defRPr>
            </a:lvl1pPr>
          </a:lstStyle>
          <a:p>
            <a:pPr indent="0" algn="r">
              <a:lnSpc>
                <a:spcPct val="100000"/>
              </a:lnSpc>
              <a:buNone/>
              <a:tabLst>
                <a:tab pos="0" algn="l"/>
              </a:tabLst>
            </a:pPr>
            <a:fld id="{3EF1EA7A-E23F-49F2-835E-4E6505D506DE}" type="slidenum">
              <a:rPr lang="fr" sz="900" b="0" strike="noStrike" spc="-1">
                <a:solidFill>
                  <a:schemeClr val="lt2"/>
                </a:solidFill>
                <a:latin typeface="Calibri"/>
                <a:ea typeface="Calibri"/>
              </a:rPr>
              <a:t>‹N°›</a:t>
            </a:fld>
            <a:endParaRPr lang="fr-FR"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0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8" name="Google Shape;124;p20"/>
          <p:cNvGrpSpPr/>
          <p:nvPr/>
        </p:nvGrpSpPr>
        <p:grpSpPr>
          <a:xfrm>
            <a:off x="5669280" y="0"/>
            <a:ext cx="3572280" cy="2653920"/>
            <a:chOff x="5669280" y="0"/>
            <a:chExt cx="3572280" cy="2653920"/>
          </a:xfrm>
        </p:grpSpPr>
        <p:sp>
          <p:nvSpPr>
            <p:cNvPr id="139" name="Google Shape;125;p20"/>
            <p:cNvSpPr/>
            <p:nvPr/>
          </p:nvSpPr>
          <p:spPr>
            <a:xfrm flipH="1">
              <a:off x="5668920" y="0"/>
              <a:ext cx="3477960" cy="2653920"/>
            </a:xfrm>
            <a:prstGeom prst="diagStripe">
              <a:avLst>
                <a:gd name="adj" fmla="val 51202"/>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dk1"/>
                </a:solidFill>
                <a:latin typeface="Calibri"/>
                <a:ea typeface="Calibri"/>
              </a:endParaRPr>
            </a:p>
          </p:txBody>
        </p:sp>
        <p:cxnSp>
          <p:nvCxnSpPr>
            <p:cNvPr id="140" name="Google Shape;126;p20"/>
            <p:cNvCxnSpPr/>
            <p:nvPr/>
          </p:nvCxnSpPr>
          <p:spPr>
            <a:xfrm flipH="1" flipV="1">
              <a:off x="7144560" y="0"/>
              <a:ext cx="932760" cy="724680"/>
            </a:xfrm>
            <a:prstGeom prst="straightConnector1">
              <a:avLst/>
            </a:prstGeom>
            <a:ln w="9525">
              <a:solidFill>
                <a:srgbClr val="BFBFBF"/>
              </a:solidFill>
              <a:miter/>
            </a:ln>
          </p:spPr>
        </p:cxnSp>
        <p:sp>
          <p:nvSpPr>
            <p:cNvPr id="141" name="Google Shape;127;p20"/>
            <p:cNvSpPr/>
            <p:nvPr/>
          </p:nvSpPr>
          <p:spPr>
            <a:xfrm rot="2178600" flipH="1">
              <a:off x="8276040" y="900000"/>
              <a:ext cx="1014120" cy="167760"/>
            </a:xfrm>
            <a:prstGeom prst="parallelogram">
              <a:avLst>
                <a:gd name="adj" fmla="val 72003"/>
              </a:avLst>
            </a:prstGeom>
            <a:solidFill>
              <a:schemeClr val="accent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grpSp>
      <p:sp>
        <p:nvSpPr>
          <p:cNvPr id="142" name="Google Shape;128;p20"/>
          <p:cNvSpPr/>
          <p:nvPr/>
        </p:nvSpPr>
        <p:spPr>
          <a:xfrm flipH="1">
            <a:off x="5007600" y="0"/>
            <a:ext cx="1083960" cy="477360"/>
          </a:xfrm>
          <a:prstGeom prst="parallelogram">
            <a:avLst>
              <a:gd name="adj" fmla="val 135617"/>
            </a:avLst>
          </a:prstGeom>
          <a:solidFill>
            <a:schemeClr val="accent6"/>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
        <p:nvSpPr>
          <p:cNvPr id="143" name="PlaceHolder 1"/>
          <p:cNvSpPr>
            <a:spLocks noGrp="1"/>
          </p:cNvSpPr>
          <p:nvPr>
            <p:ph type="ftr" idx="30"/>
          </p:nvPr>
        </p:nvSpPr>
        <p:spPr>
          <a:xfrm>
            <a:off x="253800" y="4767120"/>
            <a:ext cx="3084480" cy="272160"/>
          </a:xfrm>
          <a:prstGeom prst="rect">
            <a:avLst/>
          </a:prstGeom>
          <a:noFill/>
          <a:ln w="0">
            <a:noFill/>
          </a:ln>
        </p:spPr>
        <p:txBody>
          <a:bodyPr lIns="68400" tIns="34200" rIns="68400" bIns="34200" anchor="ctr">
            <a:noAutofit/>
          </a:bodyPr>
          <a:lstStyle>
            <a:lvl1pPr indent="0" algn="ctr">
              <a:lnSpc>
                <a:spcPct val="100000"/>
              </a:lnSpc>
              <a:buNone/>
              <a:tabLst>
                <a:tab pos="0" algn="l"/>
              </a:tabLst>
              <a:defRPr lang="fr-FR" sz="1400" b="0" strike="noStrike" spc="-1">
                <a:solidFill>
                  <a:srgbClr val="000000"/>
                </a:solidFill>
                <a:latin typeface="Times New Roman"/>
              </a:defRPr>
            </a:lvl1pPr>
          </a:lstStyle>
          <a:p>
            <a:pPr indent="0" algn="ctr">
              <a:lnSpc>
                <a:spcPct val="100000"/>
              </a:lnSpc>
              <a:buNone/>
              <a:tabLst>
                <a:tab pos="0" algn="l"/>
              </a:tabLst>
            </a:pPr>
            <a:r>
              <a:rPr lang="fr-FR" sz="1400" b="0" strike="noStrike" spc="-1">
                <a:solidFill>
                  <a:srgbClr val="000000"/>
                </a:solidFill>
                <a:latin typeface="Times New Roman"/>
              </a:rPr>
              <a:t>&lt;pied de page&gt;</a:t>
            </a:r>
          </a:p>
        </p:txBody>
      </p:sp>
      <p:sp>
        <p:nvSpPr>
          <p:cNvPr id="144" name="PlaceHolder 2"/>
          <p:cNvSpPr>
            <a:spLocks noGrp="1"/>
          </p:cNvSpPr>
          <p:nvPr>
            <p:ph type="sldNum" idx="31"/>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chemeClr val="lt2"/>
                </a:solidFill>
                <a:latin typeface="Calibri"/>
                <a:ea typeface="Calibri"/>
              </a:defRPr>
            </a:lvl1pPr>
          </a:lstStyle>
          <a:p>
            <a:pPr indent="0" algn="r">
              <a:lnSpc>
                <a:spcPct val="100000"/>
              </a:lnSpc>
              <a:buNone/>
              <a:tabLst>
                <a:tab pos="0" algn="l"/>
              </a:tabLst>
            </a:pPr>
            <a:fld id="{CE167416-5500-40A3-8A02-117593A4A775}" type="slidenum">
              <a:rPr lang="fr" sz="900" b="0" strike="noStrike" spc="-1">
                <a:solidFill>
                  <a:schemeClr val="lt2"/>
                </a:solidFill>
                <a:latin typeface="Calibri"/>
                <a:ea typeface="Calibri"/>
              </a:rPr>
              <a:t>‹N°›</a:t>
            </a:fld>
            <a:endParaRPr lang="fr-FR"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0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45" name="Google Shape;134;p21"/>
          <p:cNvSpPr/>
          <p:nvPr/>
        </p:nvSpPr>
        <p:spPr>
          <a:xfrm rot="10800000" flipH="1">
            <a:off x="-360" y="1800"/>
            <a:ext cx="8808840" cy="4722480"/>
          </a:xfrm>
          <a:prstGeom prst="rtTriangle">
            <a:avLst/>
          </a:prstGeom>
          <a:solidFill>
            <a:schemeClr val="accent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cxnSp>
        <p:nvCxnSpPr>
          <p:cNvPr id="146" name="Google Shape;136;p21"/>
          <p:cNvCxnSpPr/>
          <p:nvPr/>
        </p:nvCxnSpPr>
        <p:spPr>
          <a:xfrm flipV="1">
            <a:off x="0" y="4008600"/>
            <a:ext cx="1773360" cy="932400"/>
          </a:xfrm>
          <a:prstGeom prst="straightConnector1">
            <a:avLst/>
          </a:prstGeom>
          <a:ln w="9525">
            <a:solidFill>
              <a:srgbClr val="7F7F7F"/>
            </a:solidFill>
            <a:miter/>
          </a:ln>
        </p:spPr>
      </p:cxnSp>
    </p:spTree>
  </p:cSld>
  <p:clrMap bg1="lt1" tx1="dk1" bg2="lt2" tx2="dk2" accent1="accent1" accent2="accent2" accent3="accent3" accent4="accent4" accent5="accent5" accent6="accent6" hlink="hlink" folHlink="folHlink"/>
  <p:sldLayoutIdLst>
    <p:sldLayoutId id="214748370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47" name="Google Shape;143;p22"/>
          <p:cNvSpPr/>
          <p:nvPr/>
        </p:nvSpPr>
        <p:spPr>
          <a:xfrm>
            <a:off x="4844160" y="2629080"/>
            <a:ext cx="192240" cy="192240"/>
          </a:xfrm>
          <a:custGeom>
            <a:avLst/>
            <a:gdLst>
              <a:gd name="textAreaLeft" fmla="*/ 0 w 192240"/>
              <a:gd name="textAreaRight" fmla="*/ 194040 w 192240"/>
              <a:gd name="textAreaTop" fmla="*/ 0 h 192240"/>
              <a:gd name="textAreaBottom" fmla="*/ 194040 h 192240"/>
            </a:gdLst>
            <a:ahLst/>
            <a:cxnLst/>
            <a:rect l="textAreaLeft" t="textAreaTop" r="textAreaRight" b="textAreaBottom"/>
            <a:pathLst>
              <a:path w="21600" h="21600">
                <a:moveTo>
                  <a:pt x="17958" y="17505"/>
                </a:moveTo>
                <a:cubicBezTo>
                  <a:pt x="17372" y="16944"/>
                  <a:pt x="16242" y="15945"/>
                  <a:pt x="15117" y="15413"/>
                </a:cubicBezTo>
                <a:cubicBezTo>
                  <a:pt x="14189" y="14975"/>
                  <a:pt x="13657" y="14531"/>
                  <a:pt x="13491" y="14057"/>
                </a:cubicBezTo>
                <a:cubicBezTo>
                  <a:pt x="13377" y="13728"/>
                  <a:pt x="13428" y="13351"/>
                  <a:pt x="13649" y="12904"/>
                </a:cubicBezTo>
                <a:cubicBezTo>
                  <a:pt x="13815" y="12567"/>
                  <a:pt x="13972" y="12286"/>
                  <a:pt x="14117" y="12028"/>
                </a:cubicBezTo>
                <a:cubicBezTo>
                  <a:pt x="14730" y="10934"/>
                  <a:pt x="15203" y="10145"/>
                  <a:pt x="15203" y="7348"/>
                </a:cubicBezTo>
                <a:cubicBezTo>
                  <a:pt x="15203" y="3162"/>
                  <a:pt x="12787" y="2951"/>
                  <a:pt x="12309" y="2951"/>
                </a:cubicBezTo>
                <a:cubicBezTo>
                  <a:pt x="11917" y="2951"/>
                  <a:pt x="11672" y="3037"/>
                  <a:pt x="11435" y="3121"/>
                </a:cubicBezTo>
                <a:cubicBezTo>
                  <a:pt x="11175" y="3213"/>
                  <a:pt x="10907" y="3309"/>
                  <a:pt x="10296" y="3319"/>
                </a:cubicBezTo>
                <a:cubicBezTo>
                  <a:pt x="9190" y="3337"/>
                  <a:pt x="6873" y="3375"/>
                  <a:pt x="6873" y="7226"/>
                </a:cubicBezTo>
                <a:cubicBezTo>
                  <a:pt x="6873" y="9919"/>
                  <a:pt x="7574" y="11156"/>
                  <a:pt x="8125" y="12150"/>
                </a:cubicBezTo>
                <a:cubicBezTo>
                  <a:pt x="8266" y="12404"/>
                  <a:pt x="8399" y="12645"/>
                  <a:pt x="8505" y="12885"/>
                </a:cubicBezTo>
                <a:cubicBezTo>
                  <a:pt x="8973" y="13949"/>
                  <a:pt x="8631" y="14693"/>
                  <a:pt x="7426" y="15224"/>
                </a:cubicBezTo>
                <a:cubicBezTo>
                  <a:pt x="5905" y="15897"/>
                  <a:pt x="5188" y="16247"/>
                  <a:pt x="3693" y="17562"/>
                </a:cubicBezTo>
                <a:cubicBezTo>
                  <a:pt x="2017" y="15800"/>
                  <a:pt x="982" y="13423"/>
                  <a:pt x="982" y="10800"/>
                </a:cubicBezTo>
                <a:cubicBezTo>
                  <a:pt x="982" y="5377"/>
                  <a:pt x="5377" y="982"/>
                  <a:pt x="10800" y="982"/>
                </a:cubicBezTo>
                <a:cubicBezTo>
                  <a:pt x="16223" y="982"/>
                  <a:pt x="20618" y="5377"/>
                  <a:pt x="20618" y="10800"/>
                </a:cubicBezTo>
                <a:cubicBezTo>
                  <a:pt x="20618" y="13395"/>
                  <a:pt x="19603" y="15749"/>
                  <a:pt x="17958" y="17505"/>
                </a:cubicBezTo>
                <a:moveTo>
                  <a:pt x="10800" y="20618"/>
                </a:moveTo>
                <a:cubicBezTo>
                  <a:pt x="8356" y="20618"/>
                  <a:pt x="6125" y="19720"/>
                  <a:pt x="4407" y="18242"/>
                </a:cubicBezTo>
                <a:cubicBezTo>
                  <a:pt x="5730" y="17084"/>
                  <a:pt x="6362" y="16767"/>
                  <a:pt x="7823" y="16122"/>
                </a:cubicBezTo>
                <a:cubicBezTo>
                  <a:pt x="9515" y="15375"/>
                  <a:pt x="10091" y="14051"/>
                  <a:pt x="9403" y="12489"/>
                </a:cubicBezTo>
                <a:cubicBezTo>
                  <a:pt x="9279" y="12208"/>
                  <a:pt x="9136" y="11949"/>
                  <a:pt x="8984" y="11674"/>
                </a:cubicBezTo>
                <a:cubicBezTo>
                  <a:pt x="8461" y="10732"/>
                  <a:pt x="7855" y="9665"/>
                  <a:pt x="7855" y="7226"/>
                </a:cubicBezTo>
                <a:cubicBezTo>
                  <a:pt x="7855" y="4341"/>
                  <a:pt x="9224" y="4318"/>
                  <a:pt x="10312" y="4300"/>
                </a:cubicBezTo>
                <a:cubicBezTo>
                  <a:pt x="11084" y="4287"/>
                  <a:pt x="11461" y="4154"/>
                  <a:pt x="11763" y="4047"/>
                </a:cubicBezTo>
                <a:cubicBezTo>
                  <a:pt x="11964" y="3975"/>
                  <a:pt x="12086" y="3933"/>
                  <a:pt x="12309" y="3933"/>
                </a:cubicBezTo>
                <a:cubicBezTo>
                  <a:pt x="13218" y="3933"/>
                  <a:pt x="14221" y="4830"/>
                  <a:pt x="14221" y="7348"/>
                </a:cubicBezTo>
                <a:cubicBezTo>
                  <a:pt x="14221" y="9888"/>
                  <a:pt x="13840" y="10513"/>
                  <a:pt x="13261" y="11548"/>
                </a:cubicBezTo>
                <a:cubicBezTo>
                  <a:pt x="13108" y="11820"/>
                  <a:pt x="12943" y="12115"/>
                  <a:pt x="12768" y="12470"/>
                </a:cubicBezTo>
                <a:cubicBezTo>
                  <a:pt x="12430" y="13155"/>
                  <a:pt x="12362" y="13798"/>
                  <a:pt x="12565" y="14380"/>
                </a:cubicBezTo>
                <a:cubicBezTo>
                  <a:pt x="12825" y="15126"/>
                  <a:pt x="13502" y="15737"/>
                  <a:pt x="14696" y="16302"/>
                </a:cubicBezTo>
                <a:cubicBezTo>
                  <a:pt x="15675" y="16764"/>
                  <a:pt x="16700" y="17667"/>
                  <a:pt x="17251" y="18189"/>
                </a:cubicBezTo>
                <a:cubicBezTo>
                  <a:pt x="15525" y="19697"/>
                  <a:pt x="13272" y="20618"/>
                  <a:pt x="10800" y="20618"/>
                </a:cubicBezTo>
                <a:moveTo>
                  <a:pt x="10800" y="0"/>
                </a:moveTo>
                <a:cubicBezTo>
                  <a:pt x="4835" y="0"/>
                  <a:pt x="0" y="4835"/>
                  <a:pt x="0" y="10800"/>
                </a:cubicBezTo>
                <a:cubicBezTo>
                  <a:pt x="0" y="16764"/>
                  <a:pt x="4835" y="21600"/>
                  <a:pt x="10800" y="21600"/>
                </a:cubicBezTo>
                <a:cubicBezTo>
                  <a:pt x="16765" y="21600"/>
                  <a:pt x="21600" y="16764"/>
                  <a:pt x="21600" y="10800"/>
                </a:cubicBezTo>
                <a:cubicBezTo>
                  <a:pt x="21600" y="4835"/>
                  <a:pt x="16765" y="0"/>
                  <a:pt x="10800" y="0"/>
                </a:cubicBezTo>
              </a:path>
            </a:pathLst>
          </a:custGeom>
          <a:solidFill>
            <a:schemeClr val="accent2"/>
          </a:solidFill>
          <a:ln w="0">
            <a:noFill/>
          </a:ln>
        </p:spPr>
        <p:style>
          <a:lnRef idx="0">
            <a:scrgbClr r="0" g="0" b="0"/>
          </a:lnRef>
          <a:fillRef idx="0">
            <a:scrgbClr r="0" g="0" b="0"/>
          </a:fillRef>
          <a:effectRef idx="0">
            <a:scrgbClr r="0" g="0" b="0"/>
          </a:effectRef>
          <a:fontRef idx="minor"/>
        </p:style>
        <p:txBody>
          <a:bodyPr lIns="28440" tIns="28440" rIns="28440" bIns="28440" anchor="ctr">
            <a:noAutofit/>
          </a:bodyPr>
          <a:lstStyle/>
          <a:p>
            <a:pPr algn="ctr">
              <a:lnSpc>
                <a:spcPct val="100000"/>
              </a:lnSpc>
              <a:tabLst>
                <a:tab pos="0" algn="l"/>
              </a:tabLst>
            </a:pPr>
            <a:endParaRPr lang="fr-FR" sz="1400" b="0" strike="noStrike" spc="-1">
              <a:solidFill>
                <a:schemeClr val="dk1"/>
              </a:solidFill>
              <a:latin typeface="Calibri"/>
              <a:ea typeface="Calibri"/>
            </a:endParaRPr>
          </a:p>
        </p:txBody>
      </p:sp>
      <p:sp>
        <p:nvSpPr>
          <p:cNvPr id="148" name="Google Shape;144;p22"/>
          <p:cNvSpPr/>
          <p:nvPr/>
        </p:nvSpPr>
        <p:spPr>
          <a:xfrm>
            <a:off x="4880880" y="2923560"/>
            <a:ext cx="119160" cy="220320"/>
          </a:xfrm>
          <a:custGeom>
            <a:avLst/>
            <a:gdLst>
              <a:gd name="textAreaLeft" fmla="*/ 0 w 119160"/>
              <a:gd name="textAreaRight" fmla="*/ 120960 w 119160"/>
              <a:gd name="textAreaTop" fmla="*/ 0 h 220320"/>
              <a:gd name="textAreaBottom" fmla="*/ 222120 h 220320"/>
            </a:gdLst>
            <a:ahLst/>
            <a:cxnLst/>
            <a:rect l="textAreaLeft" t="textAreaTop" r="textAreaRight" b="textAreaBottom"/>
            <a:pathLst>
              <a:path w="21600" h="21600">
                <a:moveTo>
                  <a:pt x="11700" y="1473"/>
                </a:moveTo>
                <a:lnTo>
                  <a:pt x="9900" y="1473"/>
                </a:lnTo>
                <a:cubicBezTo>
                  <a:pt x="9403" y="1473"/>
                  <a:pt x="9000" y="1692"/>
                  <a:pt x="9000" y="1964"/>
                </a:cubicBezTo>
                <a:cubicBezTo>
                  <a:pt x="9000" y="2235"/>
                  <a:pt x="9403" y="2455"/>
                  <a:pt x="9900" y="2455"/>
                </a:cubicBezTo>
                <a:lnTo>
                  <a:pt x="11700" y="2455"/>
                </a:lnTo>
                <a:cubicBezTo>
                  <a:pt x="12197" y="2455"/>
                  <a:pt x="12600" y="2235"/>
                  <a:pt x="12600" y="1964"/>
                </a:cubicBezTo>
                <a:cubicBezTo>
                  <a:pt x="12600" y="1692"/>
                  <a:pt x="12197" y="1473"/>
                  <a:pt x="11700" y="1473"/>
                </a:cubicBezTo>
                <a:moveTo>
                  <a:pt x="19800" y="2945"/>
                </a:moveTo>
                <a:lnTo>
                  <a:pt x="1800" y="2945"/>
                </a:lnTo>
                <a:lnTo>
                  <a:pt x="1800" y="1964"/>
                </a:lnTo>
                <a:cubicBezTo>
                  <a:pt x="1800" y="1422"/>
                  <a:pt x="2605" y="982"/>
                  <a:pt x="3600" y="982"/>
                </a:cubicBezTo>
                <a:lnTo>
                  <a:pt x="18000" y="982"/>
                </a:lnTo>
                <a:cubicBezTo>
                  <a:pt x="18993" y="982"/>
                  <a:pt x="19800" y="1422"/>
                  <a:pt x="19800" y="1964"/>
                </a:cubicBezTo>
                <a:cubicBezTo>
                  <a:pt x="19800" y="1964"/>
                  <a:pt x="19800" y="2945"/>
                  <a:pt x="19800" y="2945"/>
                </a:cubicBezTo>
                <a:close/>
                <a:moveTo>
                  <a:pt x="19800" y="17673"/>
                </a:moveTo>
                <a:lnTo>
                  <a:pt x="1800" y="17673"/>
                </a:lnTo>
                <a:lnTo>
                  <a:pt x="1800" y="3927"/>
                </a:lnTo>
                <a:lnTo>
                  <a:pt x="19800" y="3927"/>
                </a:lnTo>
                <a:cubicBezTo>
                  <a:pt x="19800" y="3927"/>
                  <a:pt x="19800" y="17673"/>
                  <a:pt x="19800" y="17673"/>
                </a:cubicBezTo>
                <a:close/>
                <a:moveTo>
                  <a:pt x="19800" y="19636"/>
                </a:moveTo>
                <a:cubicBezTo>
                  <a:pt x="19800" y="20179"/>
                  <a:pt x="18993" y="20618"/>
                  <a:pt x="18000" y="20618"/>
                </a:cubicBezTo>
                <a:lnTo>
                  <a:pt x="3600" y="20618"/>
                </a:lnTo>
                <a:cubicBezTo>
                  <a:pt x="2605" y="20618"/>
                  <a:pt x="1800" y="20179"/>
                  <a:pt x="1800" y="19636"/>
                </a:cubicBezTo>
                <a:lnTo>
                  <a:pt x="1800" y="18655"/>
                </a:lnTo>
                <a:lnTo>
                  <a:pt x="19800" y="18655"/>
                </a:lnTo>
                <a:cubicBezTo>
                  <a:pt x="19800" y="18655"/>
                  <a:pt x="19800" y="19636"/>
                  <a:pt x="19800" y="19636"/>
                </a:cubicBezTo>
                <a:close/>
                <a:moveTo>
                  <a:pt x="18000" y="0"/>
                </a:moveTo>
                <a:lnTo>
                  <a:pt x="3600" y="0"/>
                </a:lnTo>
                <a:cubicBezTo>
                  <a:pt x="1612" y="0"/>
                  <a:pt x="0" y="879"/>
                  <a:pt x="0" y="1964"/>
                </a:cubicBezTo>
                <a:lnTo>
                  <a:pt x="0" y="19636"/>
                </a:lnTo>
                <a:cubicBezTo>
                  <a:pt x="0" y="20721"/>
                  <a:pt x="1612" y="21600"/>
                  <a:pt x="3600" y="21600"/>
                </a:cubicBezTo>
                <a:lnTo>
                  <a:pt x="18000" y="21600"/>
                </a:lnTo>
                <a:cubicBezTo>
                  <a:pt x="19988" y="21600"/>
                  <a:pt x="21600" y="20721"/>
                  <a:pt x="21600" y="19636"/>
                </a:cubicBezTo>
                <a:lnTo>
                  <a:pt x="21600" y="1964"/>
                </a:lnTo>
                <a:cubicBezTo>
                  <a:pt x="21600" y="879"/>
                  <a:pt x="19988" y="0"/>
                  <a:pt x="18000" y="0"/>
                </a:cubicBezTo>
                <a:moveTo>
                  <a:pt x="10800" y="20127"/>
                </a:moveTo>
                <a:cubicBezTo>
                  <a:pt x="11297" y="20127"/>
                  <a:pt x="11700" y="19908"/>
                  <a:pt x="11700" y="19636"/>
                </a:cubicBezTo>
                <a:cubicBezTo>
                  <a:pt x="11700" y="19366"/>
                  <a:pt x="11297" y="19145"/>
                  <a:pt x="10800" y="19145"/>
                </a:cubicBezTo>
                <a:cubicBezTo>
                  <a:pt x="10303" y="19145"/>
                  <a:pt x="9900" y="19366"/>
                  <a:pt x="9900" y="19636"/>
                </a:cubicBezTo>
                <a:cubicBezTo>
                  <a:pt x="9900" y="19908"/>
                  <a:pt x="10303" y="20127"/>
                  <a:pt x="10800" y="20127"/>
                </a:cubicBezTo>
              </a:path>
            </a:pathLst>
          </a:custGeom>
          <a:solidFill>
            <a:schemeClr val="accent2"/>
          </a:solidFill>
          <a:ln w="0">
            <a:noFill/>
          </a:ln>
        </p:spPr>
        <p:style>
          <a:lnRef idx="0">
            <a:scrgbClr r="0" g="0" b="0"/>
          </a:lnRef>
          <a:fillRef idx="0">
            <a:scrgbClr r="0" g="0" b="0"/>
          </a:fillRef>
          <a:effectRef idx="0">
            <a:scrgbClr r="0" g="0" b="0"/>
          </a:effectRef>
          <a:fontRef idx="minor"/>
        </p:style>
        <p:txBody>
          <a:bodyPr lIns="28440" tIns="28440" rIns="28440" bIns="28440" anchor="ctr">
            <a:noAutofit/>
          </a:bodyPr>
          <a:lstStyle/>
          <a:p>
            <a:pPr algn="ctr">
              <a:lnSpc>
                <a:spcPct val="100000"/>
              </a:lnSpc>
              <a:tabLst>
                <a:tab pos="0" algn="l"/>
              </a:tabLst>
            </a:pPr>
            <a:endParaRPr lang="fr-FR" sz="1400" b="0" strike="noStrike" spc="-1">
              <a:solidFill>
                <a:schemeClr val="dk1"/>
              </a:solidFill>
              <a:latin typeface="Calibri"/>
              <a:ea typeface="Calibri"/>
            </a:endParaRPr>
          </a:p>
        </p:txBody>
      </p:sp>
      <p:sp>
        <p:nvSpPr>
          <p:cNvPr id="149" name="Google Shape;145;p22"/>
          <p:cNvSpPr/>
          <p:nvPr/>
        </p:nvSpPr>
        <p:spPr>
          <a:xfrm>
            <a:off x="4844160" y="3246120"/>
            <a:ext cx="192240" cy="139320"/>
          </a:xfrm>
          <a:custGeom>
            <a:avLst/>
            <a:gdLst>
              <a:gd name="textAreaLeft" fmla="*/ 0 w 192240"/>
              <a:gd name="textAreaRight" fmla="*/ 194040 w 192240"/>
              <a:gd name="textAreaTop" fmla="*/ 0 h 139320"/>
              <a:gd name="textAreaBottom" fmla="*/ 141120 h 139320"/>
            </a:gdLst>
            <a:ahLst/>
            <a:cxnLst/>
            <a:rect l="textAreaLeft" t="textAreaTop" r="textAreaRight" b="textAreaBottom"/>
            <a:pathLst>
              <a:path w="21600" h="21600">
                <a:moveTo>
                  <a:pt x="20618" y="18900"/>
                </a:moveTo>
                <a:cubicBezTo>
                  <a:pt x="20618" y="18980"/>
                  <a:pt x="20611" y="19058"/>
                  <a:pt x="20601" y="19135"/>
                </a:cubicBezTo>
                <a:lnTo>
                  <a:pt x="14539" y="10800"/>
                </a:lnTo>
                <a:lnTo>
                  <a:pt x="20601" y="2465"/>
                </a:lnTo>
                <a:cubicBezTo>
                  <a:pt x="20611" y="2542"/>
                  <a:pt x="20618" y="2620"/>
                  <a:pt x="20618" y="2700"/>
                </a:cubicBezTo>
                <a:cubicBezTo>
                  <a:pt x="20618" y="2700"/>
                  <a:pt x="20618" y="18900"/>
                  <a:pt x="20618" y="18900"/>
                </a:cubicBezTo>
                <a:close/>
                <a:moveTo>
                  <a:pt x="19636" y="20250"/>
                </a:moveTo>
                <a:lnTo>
                  <a:pt x="1964" y="20250"/>
                </a:lnTo>
                <a:cubicBezTo>
                  <a:pt x="1849" y="20250"/>
                  <a:pt x="1739" y="20218"/>
                  <a:pt x="1637" y="20168"/>
                </a:cubicBezTo>
                <a:lnTo>
                  <a:pt x="7755" y="11754"/>
                </a:lnTo>
                <a:lnTo>
                  <a:pt x="9440" y="14072"/>
                </a:lnTo>
                <a:cubicBezTo>
                  <a:pt x="9816" y="14589"/>
                  <a:pt x="10308" y="14847"/>
                  <a:pt x="10800" y="14847"/>
                </a:cubicBezTo>
                <a:cubicBezTo>
                  <a:pt x="11292" y="14847"/>
                  <a:pt x="11784" y="14589"/>
                  <a:pt x="12159" y="14072"/>
                </a:cubicBezTo>
                <a:lnTo>
                  <a:pt x="13845" y="11754"/>
                </a:lnTo>
                <a:lnTo>
                  <a:pt x="19964" y="20168"/>
                </a:lnTo>
                <a:cubicBezTo>
                  <a:pt x="19861" y="20218"/>
                  <a:pt x="19752" y="20250"/>
                  <a:pt x="19636" y="20250"/>
                </a:cubicBezTo>
                <a:moveTo>
                  <a:pt x="982" y="18900"/>
                </a:moveTo>
                <a:lnTo>
                  <a:pt x="982" y="2700"/>
                </a:lnTo>
                <a:cubicBezTo>
                  <a:pt x="982" y="2620"/>
                  <a:pt x="989" y="2542"/>
                  <a:pt x="999" y="2465"/>
                </a:cubicBezTo>
                <a:lnTo>
                  <a:pt x="7061" y="10800"/>
                </a:lnTo>
                <a:lnTo>
                  <a:pt x="999" y="19135"/>
                </a:lnTo>
                <a:cubicBezTo>
                  <a:pt x="989" y="19058"/>
                  <a:pt x="982" y="18980"/>
                  <a:pt x="982" y="18900"/>
                </a:cubicBezTo>
                <a:moveTo>
                  <a:pt x="1964" y="1350"/>
                </a:moveTo>
                <a:lnTo>
                  <a:pt x="19636" y="1350"/>
                </a:lnTo>
                <a:cubicBezTo>
                  <a:pt x="19752" y="1350"/>
                  <a:pt x="19861" y="1382"/>
                  <a:pt x="19964" y="1433"/>
                </a:cubicBezTo>
                <a:lnTo>
                  <a:pt x="11465" y="13118"/>
                </a:lnTo>
                <a:cubicBezTo>
                  <a:pt x="11288" y="13362"/>
                  <a:pt x="11051" y="13497"/>
                  <a:pt x="10800" y="13497"/>
                </a:cubicBezTo>
                <a:cubicBezTo>
                  <a:pt x="10549" y="13497"/>
                  <a:pt x="10312" y="13362"/>
                  <a:pt x="10134" y="13118"/>
                </a:cubicBezTo>
                <a:lnTo>
                  <a:pt x="1637" y="1433"/>
                </a:lnTo>
                <a:cubicBezTo>
                  <a:pt x="1739" y="1382"/>
                  <a:pt x="1849" y="1350"/>
                  <a:pt x="1964" y="1350"/>
                </a:cubicBezTo>
                <a:moveTo>
                  <a:pt x="19636" y="0"/>
                </a:moveTo>
                <a:lnTo>
                  <a:pt x="1964" y="0"/>
                </a:lnTo>
                <a:cubicBezTo>
                  <a:pt x="879" y="0"/>
                  <a:pt x="0" y="1209"/>
                  <a:pt x="0" y="2700"/>
                </a:cubicBezTo>
                <a:lnTo>
                  <a:pt x="0" y="18900"/>
                </a:lnTo>
                <a:cubicBezTo>
                  <a:pt x="0" y="20391"/>
                  <a:pt x="879" y="21600"/>
                  <a:pt x="1964" y="21600"/>
                </a:cubicBezTo>
                <a:lnTo>
                  <a:pt x="19636" y="21600"/>
                </a:lnTo>
                <a:cubicBezTo>
                  <a:pt x="20721" y="21600"/>
                  <a:pt x="21600" y="20391"/>
                  <a:pt x="21600" y="18900"/>
                </a:cubicBezTo>
                <a:lnTo>
                  <a:pt x="21600" y="2700"/>
                </a:lnTo>
                <a:cubicBezTo>
                  <a:pt x="21600" y="1209"/>
                  <a:pt x="20721" y="0"/>
                  <a:pt x="19636" y="0"/>
                </a:cubicBezTo>
              </a:path>
            </a:pathLst>
          </a:custGeom>
          <a:solidFill>
            <a:schemeClr val="accent2"/>
          </a:solidFill>
          <a:ln w="0">
            <a:noFill/>
          </a:ln>
        </p:spPr>
        <p:style>
          <a:lnRef idx="0">
            <a:scrgbClr r="0" g="0" b="0"/>
          </a:lnRef>
          <a:fillRef idx="0">
            <a:scrgbClr r="0" g="0" b="0"/>
          </a:fillRef>
          <a:effectRef idx="0">
            <a:scrgbClr r="0" g="0" b="0"/>
          </a:effectRef>
          <a:fontRef idx="minor"/>
        </p:style>
        <p:txBody>
          <a:bodyPr lIns="28440" tIns="28440" rIns="28440" bIns="28440" anchor="ctr">
            <a:noAutofit/>
          </a:bodyPr>
          <a:lstStyle/>
          <a:p>
            <a:pPr algn="ctr">
              <a:lnSpc>
                <a:spcPct val="100000"/>
              </a:lnSpc>
              <a:tabLst>
                <a:tab pos="0" algn="l"/>
              </a:tabLst>
            </a:pPr>
            <a:endParaRPr lang="fr-FR" sz="1400" b="0" strike="noStrike" spc="-1">
              <a:solidFill>
                <a:schemeClr val="dk1"/>
              </a:solidFill>
              <a:latin typeface="Calibri"/>
              <a:ea typeface="Calibri"/>
            </a:endParaRPr>
          </a:p>
        </p:txBody>
      </p:sp>
      <p:sp>
        <p:nvSpPr>
          <p:cNvPr id="150" name="Google Shape;146;p22"/>
          <p:cNvSpPr/>
          <p:nvPr/>
        </p:nvSpPr>
        <p:spPr>
          <a:xfrm>
            <a:off x="4853880" y="3487680"/>
            <a:ext cx="173160" cy="173160"/>
          </a:xfrm>
          <a:custGeom>
            <a:avLst/>
            <a:gdLst>
              <a:gd name="textAreaLeft" fmla="*/ 0 w 173160"/>
              <a:gd name="textAreaRight" fmla="*/ 174960 w 173160"/>
              <a:gd name="textAreaTop" fmla="*/ 0 h 173160"/>
              <a:gd name="textAreaBottom" fmla="*/ 174960 h 173160"/>
            </a:gdLst>
            <a:ahLst/>
            <a:cxnLst/>
            <a:rect l="textAreaLeft" t="textAreaTop" r="textAreaRight" b="textAreaBottom"/>
            <a:pathLst>
              <a:path w="21600" h="21600">
                <a:moveTo>
                  <a:pt x="17850" y="17620"/>
                </a:moveTo>
                <a:cubicBezTo>
                  <a:pt x="17270" y="17122"/>
                  <a:pt x="16604" y="16682"/>
                  <a:pt x="15855" y="16324"/>
                </a:cubicBezTo>
                <a:cubicBezTo>
                  <a:pt x="15868" y="16284"/>
                  <a:pt x="15882" y="16244"/>
                  <a:pt x="15896" y="16203"/>
                </a:cubicBezTo>
                <a:cubicBezTo>
                  <a:pt x="16131" y="15456"/>
                  <a:pt x="16320" y="14656"/>
                  <a:pt x="16454" y="13811"/>
                </a:cubicBezTo>
                <a:cubicBezTo>
                  <a:pt x="16471" y="13704"/>
                  <a:pt x="16484" y="13596"/>
                  <a:pt x="16499" y="13488"/>
                </a:cubicBezTo>
                <a:cubicBezTo>
                  <a:pt x="16544" y="13166"/>
                  <a:pt x="16581" y="12839"/>
                  <a:pt x="16610" y="12507"/>
                </a:cubicBezTo>
                <a:cubicBezTo>
                  <a:pt x="16621" y="12383"/>
                  <a:pt x="16632" y="12260"/>
                  <a:pt x="16641" y="12135"/>
                </a:cubicBezTo>
                <a:cubicBezTo>
                  <a:pt x="16660" y="11858"/>
                  <a:pt x="16664" y="11574"/>
                  <a:pt x="16673" y="11291"/>
                </a:cubicBezTo>
                <a:lnTo>
                  <a:pt x="20598" y="11291"/>
                </a:lnTo>
                <a:cubicBezTo>
                  <a:pt x="20476" y="13747"/>
                  <a:pt x="19450" y="15962"/>
                  <a:pt x="17850" y="17620"/>
                </a:cubicBezTo>
                <a:moveTo>
                  <a:pt x="13714" y="20178"/>
                </a:moveTo>
                <a:cubicBezTo>
                  <a:pt x="13925" y="19957"/>
                  <a:pt x="14127" y="19710"/>
                  <a:pt x="14321" y="19444"/>
                </a:cubicBezTo>
                <a:cubicBezTo>
                  <a:pt x="14339" y="19419"/>
                  <a:pt x="14357" y="19394"/>
                  <a:pt x="14375" y="19369"/>
                </a:cubicBezTo>
                <a:cubicBezTo>
                  <a:pt x="14764" y="18822"/>
                  <a:pt x="15116" y="18192"/>
                  <a:pt x="15420" y="17488"/>
                </a:cubicBezTo>
                <a:cubicBezTo>
                  <a:pt x="15436" y="17450"/>
                  <a:pt x="15451" y="17410"/>
                  <a:pt x="15467" y="17372"/>
                </a:cubicBezTo>
                <a:cubicBezTo>
                  <a:pt x="15485" y="17329"/>
                  <a:pt x="15499" y="17282"/>
                  <a:pt x="15517" y="17239"/>
                </a:cubicBezTo>
                <a:cubicBezTo>
                  <a:pt x="16123" y="17535"/>
                  <a:pt x="16665" y="17890"/>
                  <a:pt x="17142" y="18285"/>
                </a:cubicBezTo>
                <a:cubicBezTo>
                  <a:pt x="16149" y="19129"/>
                  <a:pt x="14989" y="19782"/>
                  <a:pt x="13714" y="20178"/>
                </a:cubicBezTo>
                <a:moveTo>
                  <a:pt x="11291" y="20569"/>
                </a:moveTo>
                <a:lnTo>
                  <a:pt x="11291" y="16221"/>
                </a:lnTo>
                <a:cubicBezTo>
                  <a:pt x="12498" y="16271"/>
                  <a:pt x="13638" y="16493"/>
                  <a:pt x="14652" y="16869"/>
                </a:cubicBezTo>
                <a:cubicBezTo>
                  <a:pt x="13850" y="18909"/>
                  <a:pt x="12654" y="20298"/>
                  <a:pt x="11291" y="20569"/>
                </a:cubicBezTo>
                <a:moveTo>
                  <a:pt x="11291" y="11291"/>
                </a:moveTo>
                <a:lnTo>
                  <a:pt x="15697" y="11291"/>
                </a:lnTo>
                <a:cubicBezTo>
                  <a:pt x="15655" y="12995"/>
                  <a:pt x="15392" y="14581"/>
                  <a:pt x="14971" y="15948"/>
                </a:cubicBezTo>
                <a:cubicBezTo>
                  <a:pt x="13855" y="15534"/>
                  <a:pt x="12608" y="15291"/>
                  <a:pt x="11291" y="15240"/>
                </a:cubicBezTo>
                <a:cubicBezTo>
                  <a:pt x="11291" y="15240"/>
                  <a:pt x="11291" y="11291"/>
                  <a:pt x="11291" y="11291"/>
                </a:cubicBezTo>
                <a:close/>
                <a:moveTo>
                  <a:pt x="11291" y="6360"/>
                </a:moveTo>
                <a:cubicBezTo>
                  <a:pt x="12608" y="6309"/>
                  <a:pt x="13855" y="6066"/>
                  <a:pt x="14971" y="5652"/>
                </a:cubicBezTo>
                <a:cubicBezTo>
                  <a:pt x="15392" y="7019"/>
                  <a:pt x="15655" y="8605"/>
                  <a:pt x="15697" y="10309"/>
                </a:cubicBezTo>
                <a:lnTo>
                  <a:pt x="11291" y="10309"/>
                </a:lnTo>
                <a:cubicBezTo>
                  <a:pt x="11291" y="10309"/>
                  <a:pt x="11291" y="6360"/>
                  <a:pt x="11291" y="6360"/>
                </a:cubicBezTo>
                <a:close/>
                <a:moveTo>
                  <a:pt x="11291" y="1031"/>
                </a:moveTo>
                <a:cubicBezTo>
                  <a:pt x="12654" y="1302"/>
                  <a:pt x="13850" y="2691"/>
                  <a:pt x="14652" y="4731"/>
                </a:cubicBezTo>
                <a:cubicBezTo>
                  <a:pt x="13638" y="5107"/>
                  <a:pt x="12498" y="5329"/>
                  <a:pt x="11291" y="5379"/>
                </a:cubicBezTo>
                <a:cubicBezTo>
                  <a:pt x="11291" y="5379"/>
                  <a:pt x="11291" y="1031"/>
                  <a:pt x="11291" y="1031"/>
                </a:cubicBezTo>
                <a:close/>
                <a:moveTo>
                  <a:pt x="17142" y="3315"/>
                </a:moveTo>
                <a:cubicBezTo>
                  <a:pt x="16665" y="3711"/>
                  <a:pt x="16123" y="4065"/>
                  <a:pt x="15517" y="4361"/>
                </a:cubicBezTo>
                <a:cubicBezTo>
                  <a:pt x="15499" y="4318"/>
                  <a:pt x="15485" y="4271"/>
                  <a:pt x="15467" y="4229"/>
                </a:cubicBezTo>
                <a:cubicBezTo>
                  <a:pt x="15451" y="4190"/>
                  <a:pt x="15436" y="4151"/>
                  <a:pt x="15420" y="4112"/>
                </a:cubicBezTo>
                <a:cubicBezTo>
                  <a:pt x="15116" y="3408"/>
                  <a:pt x="14764" y="2778"/>
                  <a:pt x="14375" y="2231"/>
                </a:cubicBezTo>
                <a:cubicBezTo>
                  <a:pt x="14357" y="2206"/>
                  <a:pt x="14339" y="2181"/>
                  <a:pt x="14321" y="2156"/>
                </a:cubicBezTo>
                <a:cubicBezTo>
                  <a:pt x="14127" y="1890"/>
                  <a:pt x="13925" y="1643"/>
                  <a:pt x="13714" y="1422"/>
                </a:cubicBezTo>
                <a:cubicBezTo>
                  <a:pt x="14989" y="1818"/>
                  <a:pt x="16149" y="2471"/>
                  <a:pt x="17142" y="3315"/>
                </a:cubicBezTo>
                <a:moveTo>
                  <a:pt x="20598" y="10309"/>
                </a:moveTo>
                <a:lnTo>
                  <a:pt x="16673" y="10309"/>
                </a:lnTo>
                <a:cubicBezTo>
                  <a:pt x="16664" y="10027"/>
                  <a:pt x="16660" y="9742"/>
                  <a:pt x="16641" y="9465"/>
                </a:cubicBezTo>
                <a:cubicBezTo>
                  <a:pt x="16632" y="9340"/>
                  <a:pt x="16621" y="9217"/>
                  <a:pt x="16610" y="9093"/>
                </a:cubicBezTo>
                <a:cubicBezTo>
                  <a:pt x="16581" y="8761"/>
                  <a:pt x="16544" y="8434"/>
                  <a:pt x="16499" y="8112"/>
                </a:cubicBezTo>
                <a:cubicBezTo>
                  <a:pt x="16484" y="8005"/>
                  <a:pt x="16471" y="7896"/>
                  <a:pt x="16454" y="7789"/>
                </a:cubicBezTo>
                <a:cubicBezTo>
                  <a:pt x="16320" y="6944"/>
                  <a:pt x="16131" y="6144"/>
                  <a:pt x="15896" y="5397"/>
                </a:cubicBezTo>
                <a:cubicBezTo>
                  <a:pt x="15882" y="5357"/>
                  <a:pt x="15868" y="5317"/>
                  <a:pt x="15855" y="5276"/>
                </a:cubicBezTo>
                <a:cubicBezTo>
                  <a:pt x="16604" y="4918"/>
                  <a:pt x="17270" y="4478"/>
                  <a:pt x="17850" y="3981"/>
                </a:cubicBezTo>
                <a:cubicBezTo>
                  <a:pt x="19450" y="5638"/>
                  <a:pt x="20476" y="7853"/>
                  <a:pt x="20598" y="10309"/>
                </a:cubicBezTo>
                <a:moveTo>
                  <a:pt x="10309" y="5379"/>
                </a:moveTo>
                <a:cubicBezTo>
                  <a:pt x="9101" y="5329"/>
                  <a:pt x="7961" y="5107"/>
                  <a:pt x="6947" y="4731"/>
                </a:cubicBezTo>
                <a:cubicBezTo>
                  <a:pt x="7749" y="2691"/>
                  <a:pt x="8945" y="1302"/>
                  <a:pt x="10309" y="1031"/>
                </a:cubicBezTo>
                <a:cubicBezTo>
                  <a:pt x="10309" y="1031"/>
                  <a:pt x="10309" y="5379"/>
                  <a:pt x="10309" y="5379"/>
                </a:cubicBezTo>
                <a:close/>
                <a:moveTo>
                  <a:pt x="10309" y="10309"/>
                </a:moveTo>
                <a:lnTo>
                  <a:pt x="5903" y="10309"/>
                </a:lnTo>
                <a:cubicBezTo>
                  <a:pt x="5945" y="8605"/>
                  <a:pt x="6207" y="7019"/>
                  <a:pt x="6629" y="5652"/>
                </a:cubicBezTo>
                <a:cubicBezTo>
                  <a:pt x="7745" y="6066"/>
                  <a:pt x="8991" y="6309"/>
                  <a:pt x="10309" y="6360"/>
                </a:cubicBezTo>
                <a:cubicBezTo>
                  <a:pt x="10309" y="6360"/>
                  <a:pt x="10309" y="10309"/>
                  <a:pt x="10309" y="10309"/>
                </a:cubicBezTo>
                <a:close/>
                <a:moveTo>
                  <a:pt x="10309" y="15240"/>
                </a:moveTo>
                <a:cubicBezTo>
                  <a:pt x="8991" y="15291"/>
                  <a:pt x="7745" y="15534"/>
                  <a:pt x="6629" y="15948"/>
                </a:cubicBezTo>
                <a:cubicBezTo>
                  <a:pt x="6207" y="14581"/>
                  <a:pt x="5945" y="12995"/>
                  <a:pt x="5903" y="11291"/>
                </a:cubicBezTo>
                <a:lnTo>
                  <a:pt x="10309" y="11291"/>
                </a:lnTo>
                <a:cubicBezTo>
                  <a:pt x="10309" y="11291"/>
                  <a:pt x="10309" y="15240"/>
                  <a:pt x="10309" y="15240"/>
                </a:cubicBezTo>
                <a:close/>
                <a:moveTo>
                  <a:pt x="10309" y="20569"/>
                </a:moveTo>
                <a:cubicBezTo>
                  <a:pt x="8945" y="20298"/>
                  <a:pt x="7749" y="18909"/>
                  <a:pt x="6947" y="16869"/>
                </a:cubicBezTo>
                <a:cubicBezTo>
                  <a:pt x="7961" y="16493"/>
                  <a:pt x="9101" y="16271"/>
                  <a:pt x="10309" y="16221"/>
                </a:cubicBezTo>
                <a:cubicBezTo>
                  <a:pt x="10309" y="16221"/>
                  <a:pt x="10309" y="20569"/>
                  <a:pt x="10309" y="20569"/>
                </a:cubicBezTo>
                <a:close/>
                <a:moveTo>
                  <a:pt x="4458" y="18285"/>
                </a:moveTo>
                <a:cubicBezTo>
                  <a:pt x="4934" y="17890"/>
                  <a:pt x="5476" y="17535"/>
                  <a:pt x="6083" y="17239"/>
                </a:cubicBezTo>
                <a:cubicBezTo>
                  <a:pt x="6100" y="17282"/>
                  <a:pt x="6115" y="17329"/>
                  <a:pt x="6132" y="17372"/>
                </a:cubicBezTo>
                <a:cubicBezTo>
                  <a:pt x="6149" y="17410"/>
                  <a:pt x="6163" y="17450"/>
                  <a:pt x="6180" y="17488"/>
                </a:cubicBezTo>
                <a:cubicBezTo>
                  <a:pt x="6484" y="18192"/>
                  <a:pt x="6835" y="18822"/>
                  <a:pt x="7224" y="19369"/>
                </a:cubicBezTo>
                <a:cubicBezTo>
                  <a:pt x="7242" y="19394"/>
                  <a:pt x="7261" y="19419"/>
                  <a:pt x="7279" y="19444"/>
                </a:cubicBezTo>
                <a:cubicBezTo>
                  <a:pt x="7472" y="19710"/>
                  <a:pt x="7674" y="19957"/>
                  <a:pt x="7886" y="20178"/>
                </a:cubicBezTo>
                <a:cubicBezTo>
                  <a:pt x="6610" y="19782"/>
                  <a:pt x="5451" y="19129"/>
                  <a:pt x="4458" y="18285"/>
                </a:cubicBezTo>
                <a:moveTo>
                  <a:pt x="1002" y="11291"/>
                </a:moveTo>
                <a:lnTo>
                  <a:pt x="4927" y="11291"/>
                </a:lnTo>
                <a:cubicBezTo>
                  <a:pt x="4935" y="11574"/>
                  <a:pt x="4940" y="11858"/>
                  <a:pt x="4958" y="12135"/>
                </a:cubicBezTo>
                <a:cubicBezTo>
                  <a:pt x="4967" y="12260"/>
                  <a:pt x="4979" y="12383"/>
                  <a:pt x="4989" y="12507"/>
                </a:cubicBezTo>
                <a:cubicBezTo>
                  <a:pt x="5018" y="12839"/>
                  <a:pt x="5055" y="13166"/>
                  <a:pt x="5100" y="13488"/>
                </a:cubicBezTo>
                <a:cubicBezTo>
                  <a:pt x="5116" y="13596"/>
                  <a:pt x="5129" y="13704"/>
                  <a:pt x="5146" y="13811"/>
                </a:cubicBezTo>
                <a:cubicBezTo>
                  <a:pt x="5280" y="14656"/>
                  <a:pt x="5468" y="15456"/>
                  <a:pt x="5704" y="16203"/>
                </a:cubicBezTo>
                <a:cubicBezTo>
                  <a:pt x="5718" y="16244"/>
                  <a:pt x="5731" y="16284"/>
                  <a:pt x="5744" y="16324"/>
                </a:cubicBezTo>
                <a:cubicBezTo>
                  <a:pt x="4996" y="16682"/>
                  <a:pt x="4330" y="17122"/>
                  <a:pt x="3749" y="17620"/>
                </a:cubicBezTo>
                <a:cubicBezTo>
                  <a:pt x="2150" y="15962"/>
                  <a:pt x="1123" y="13747"/>
                  <a:pt x="1002" y="11291"/>
                </a:cubicBezTo>
                <a:moveTo>
                  <a:pt x="3749" y="3981"/>
                </a:moveTo>
                <a:cubicBezTo>
                  <a:pt x="4330" y="4478"/>
                  <a:pt x="4996" y="4918"/>
                  <a:pt x="5744" y="5276"/>
                </a:cubicBezTo>
                <a:cubicBezTo>
                  <a:pt x="5731" y="5317"/>
                  <a:pt x="5718" y="5357"/>
                  <a:pt x="5704" y="5397"/>
                </a:cubicBezTo>
                <a:cubicBezTo>
                  <a:pt x="5469" y="6144"/>
                  <a:pt x="5280" y="6944"/>
                  <a:pt x="5146" y="7789"/>
                </a:cubicBezTo>
                <a:cubicBezTo>
                  <a:pt x="5129" y="7896"/>
                  <a:pt x="5116" y="8005"/>
                  <a:pt x="5100" y="8112"/>
                </a:cubicBezTo>
                <a:cubicBezTo>
                  <a:pt x="5055" y="8434"/>
                  <a:pt x="5018" y="8761"/>
                  <a:pt x="4989" y="9093"/>
                </a:cubicBezTo>
                <a:cubicBezTo>
                  <a:pt x="4979" y="9217"/>
                  <a:pt x="4967" y="9340"/>
                  <a:pt x="4958" y="9465"/>
                </a:cubicBezTo>
                <a:cubicBezTo>
                  <a:pt x="4940" y="9742"/>
                  <a:pt x="4935" y="10027"/>
                  <a:pt x="4927" y="10309"/>
                </a:cubicBezTo>
                <a:lnTo>
                  <a:pt x="1002" y="10309"/>
                </a:lnTo>
                <a:cubicBezTo>
                  <a:pt x="1123" y="7853"/>
                  <a:pt x="2150" y="5638"/>
                  <a:pt x="3749" y="3981"/>
                </a:cubicBezTo>
                <a:moveTo>
                  <a:pt x="7886" y="1422"/>
                </a:moveTo>
                <a:cubicBezTo>
                  <a:pt x="7674" y="1643"/>
                  <a:pt x="7472" y="1890"/>
                  <a:pt x="7279" y="2156"/>
                </a:cubicBezTo>
                <a:cubicBezTo>
                  <a:pt x="7261" y="2181"/>
                  <a:pt x="7242" y="2206"/>
                  <a:pt x="7224" y="2231"/>
                </a:cubicBezTo>
                <a:cubicBezTo>
                  <a:pt x="6835" y="2778"/>
                  <a:pt x="6484" y="3408"/>
                  <a:pt x="6180" y="4112"/>
                </a:cubicBezTo>
                <a:cubicBezTo>
                  <a:pt x="6163" y="4151"/>
                  <a:pt x="6149" y="4190"/>
                  <a:pt x="6132" y="4229"/>
                </a:cubicBezTo>
                <a:cubicBezTo>
                  <a:pt x="6115" y="4271"/>
                  <a:pt x="6100" y="4318"/>
                  <a:pt x="6083" y="4361"/>
                </a:cubicBezTo>
                <a:cubicBezTo>
                  <a:pt x="5476" y="4065"/>
                  <a:pt x="4934" y="3711"/>
                  <a:pt x="4458" y="3315"/>
                </a:cubicBezTo>
                <a:cubicBezTo>
                  <a:pt x="5451" y="2471"/>
                  <a:pt x="6610" y="1818"/>
                  <a:pt x="7886" y="1422"/>
                </a:cubicBezTo>
                <a:moveTo>
                  <a:pt x="10800" y="0"/>
                </a:moveTo>
                <a:cubicBezTo>
                  <a:pt x="4835" y="0"/>
                  <a:pt x="0" y="4835"/>
                  <a:pt x="0" y="10800"/>
                </a:cubicBezTo>
                <a:cubicBezTo>
                  <a:pt x="0" y="16765"/>
                  <a:pt x="4835" y="21600"/>
                  <a:pt x="10800" y="21600"/>
                </a:cubicBezTo>
                <a:cubicBezTo>
                  <a:pt x="16764" y="21600"/>
                  <a:pt x="21600" y="16765"/>
                  <a:pt x="21600" y="10800"/>
                </a:cubicBezTo>
                <a:cubicBezTo>
                  <a:pt x="21600" y="4835"/>
                  <a:pt x="16764" y="0"/>
                  <a:pt x="10800" y="0"/>
                </a:cubicBezTo>
              </a:path>
            </a:pathLst>
          </a:custGeom>
          <a:solidFill>
            <a:schemeClr val="accent2"/>
          </a:solidFill>
          <a:ln w="0">
            <a:noFill/>
          </a:ln>
        </p:spPr>
        <p:style>
          <a:lnRef idx="0">
            <a:scrgbClr r="0" g="0" b="0"/>
          </a:lnRef>
          <a:fillRef idx="0">
            <a:scrgbClr r="0" g="0" b="0"/>
          </a:fillRef>
          <a:effectRef idx="0">
            <a:scrgbClr r="0" g="0" b="0"/>
          </a:effectRef>
          <a:fontRef idx="minor"/>
        </p:style>
        <p:txBody>
          <a:bodyPr lIns="28440" tIns="28440" rIns="28440" bIns="28440" anchor="ctr">
            <a:noAutofit/>
          </a:bodyPr>
          <a:lstStyle/>
          <a:p>
            <a:pPr algn="ctr">
              <a:lnSpc>
                <a:spcPct val="100000"/>
              </a:lnSpc>
              <a:tabLst>
                <a:tab pos="0" algn="l"/>
              </a:tabLst>
            </a:pPr>
            <a:endParaRPr lang="fr-FR" sz="1400" b="0" strike="noStrike" spc="-1">
              <a:solidFill>
                <a:schemeClr val="dk1"/>
              </a:solidFill>
              <a:latin typeface="Calibri"/>
              <a:ea typeface="Calibri"/>
            </a:endParaRPr>
          </a:p>
        </p:txBody>
      </p:sp>
      <p:sp>
        <p:nvSpPr>
          <p:cNvPr id="151" name="Google Shape;147;p22"/>
          <p:cNvSpPr/>
          <p:nvPr/>
        </p:nvSpPr>
        <p:spPr>
          <a:xfrm rot="10800000" flipH="1">
            <a:off x="-360" y="1800"/>
            <a:ext cx="7967160" cy="4051440"/>
          </a:xfrm>
          <a:prstGeom prst="rtTriangle">
            <a:avLst/>
          </a:prstGeom>
          <a:solidFill>
            <a:schemeClr val="dk2"/>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cxnSp>
        <p:nvCxnSpPr>
          <p:cNvPr id="152" name="Google Shape;148;p22"/>
          <p:cNvCxnSpPr/>
          <p:nvPr/>
        </p:nvCxnSpPr>
        <p:spPr>
          <a:xfrm flipV="1">
            <a:off x="0" y="0"/>
            <a:ext cx="4524480" cy="2255040"/>
          </a:xfrm>
          <a:prstGeom prst="straightConnector1">
            <a:avLst/>
          </a:prstGeom>
          <a:ln w="9525">
            <a:solidFill>
              <a:srgbClr val="A5A5A5"/>
            </a:solidFill>
            <a:miter/>
          </a:ln>
        </p:spPr>
      </p:cxnSp>
      <p:cxnSp>
        <p:nvCxnSpPr>
          <p:cNvPr id="153" name="Google Shape;149;p22"/>
          <p:cNvCxnSpPr/>
          <p:nvPr/>
        </p:nvCxnSpPr>
        <p:spPr>
          <a:xfrm flipV="1">
            <a:off x="6752880" y="2943000"/>
            <a:ext cx="2392920" cy="1268640"/>
          </a:xfrm>
          <a:prstGeom prst="straightConnector1">
            <a:avLst/>
          </a:prstGeom>
          <a:ln w="9525">
            <a:solidFill>
              <a:srgbClr val="EAB200"/>
            </a:solidFill>
            <a:miter/>
          </a:ln>
        </p:spPr>
      </p:cxnSp>
      <p:cxnSp>
        <p:nvCxnSpPr>
          <p:cNvPr id="154" name="Google Shape;150;p22"/>
          <p:cNvCxnSpPr/>
          <p:nvPr/>
        </p:nvCxnSpPr>
        <p:spPr>
          <a:xfrm flipV="1">
            <a:off x="-13320" y="3524760"/>
            <a:ext cx="1441440" cy="752760"/>
          </a:xfrm>
          <a:prstGeom prst="straightConnector1">
            <a:avLst/>
          </a:prstGeom>
          <a:ln w="9525">
            <a:solidFill>
              <a:srgbClr val="00194C"/>
            </a:solidFill>
            <a:miter/>
          </a:ln>
        </p:spPr>
      </p:cxnSp>
    </p:spTree>
  </p:cSld>
  <p:clrMap bg1="lt1" tx1="dk1" bg2="lt2" tx2="dk2" accent1="accent1" accent2="accent2" accent3="accent3" accent4="accent4" accent5="accent5" accent6="accent6" hlink="hlink" folHlink="folHlink"/>
  <p:sldLayoutIdLst>
    <p:sldLayoutId id="214748370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24.xml"/><Relationship Id="rId5" Type="http://schemas.openxmlformats.org/officeDocument/2006/relationships/image" Target="../media/image6.png"/><Relationship Id="rId4" Type="http://schemas.openxmlformats.org/officeDocument/2006/relationships/image" Target="../media/image5.jpeg"/></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4.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4.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0.xml"/><Relationship Id="rId1" Type="http://schemas.openxmlformats.org/officeDocument/2006/relationships/slideLayout" Target="../slideLayouts/slideLayout24.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1.xml"/><Relationship Id="rId1" Type="http://schemas.openxmlformats.org/officeDocument/2006/relationships/slideLayout" Target="../slideLayouts/slideLayout24.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4.xml"/><Relationship Id="rId4" Type="http://schemas.openxmlformats.org/officeDocument/2006/relationships/image" Target="../media/image19.jpe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4.xml"/><Relationship Id="rId4" Type="http://schemas.openxmlformats.org/officeDocument/2006/relationships/image" Target="../media/image19.jpe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4.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4.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4.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4.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24.xml"/><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3.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4.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6.xml"/><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4.xml"/></Relationships>
</file>

<file path=ppt/slides/_rels/slide29.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 name="Google Shape;254;p33"/>
          <p:cNvSpPr/>
          <p:nvPr/>
        </p:nvSpPr>
        <p:spPr>
          <a:xfrm rot="16200000">
            <a:off x="2009520" y="1793160"/>
            <a:ext cx="1807920" cy="1558440"/>
          </a:xfrm>
          <a:prstGeom prst="hexagon">
            <a:avLst>
              <a:gd name="adj" fmla="val 25000"/>
              <a:gd name="vf" fmla="val 115470"/>
            </a:avLst>
          </a:prstGeom>
          <a:solidFill>
            <a:schemeClr val="dk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
        <p:nvSpPr>
          <p:cNvPr id="163" name="PlaceHolder 1"/>
          <p:cNvSpPr>
            <a:spLocks noGrp="1"/>
          </p:cNvSpPr>
          <p:nvPr>
            <p:ph type="title"/>
          </p:nvPr>
        </p:nvSpPr>
        <p:spPr>
          <a:xfrm>
            <a:off x="5505480" y="1400680"/>
            <a:ext cx="3638520" cy="1210320"/>
          </a:xfrm>
          <a:prstGeom prst="rect">
            <a:avLst/>
          </a:prstGeom>
          <a:noFill/>
          <a:ln w="0">
            <a:noFill/>
          </a:ln>
        </p:spPr>
        <p:txBody>
          <a:bodyPr lIns="68400" tIns="34200" rIns="68400" bIns="0" anchor="b">
            <a:normAutofit/>
          </a:bodyPr>
          <a:lstStyle/>
          <a:p>
            <a:pPr indent="0">
              <a:lnSpc>
                <a:spcPct val="90000"/>
              </a:lnSpc>
              <a:buNone/>
              <a:tabLst>
                <a:tab pos="0" algn="l"/>
              </a:tabLst>
            </a:pPr>
            <a:r>
              <a:rPr lang="fr-FR" sz="3200" b="1" strike="noStrike" spc="-1" dirty="0">
                <a:solidFill>
                  <a:schemeClr val="accent1"/>
                </a:solidFill>
                <a:latin typeface="Calibri"/>
                <a:ea typeface="Calibri"/>
              </a:rPr>
              <a:t>Analysez les ventes d'une librairie</a:t>
            </a:r>
            <a:endParaRPr lang="fr-FR" sz="4800" b="0" strike="noStrike" spc="-1" dirty="0">
              <a:solidFill>
                <a:srgbClr val="000000"/>
              </a:solidFill>
              <a:latin typeface="Arial"/>
            </a:endParaRPr>
          </a:p>
        </p:txBody>
      </p:sp>
      <p:sp>
        <p:nvSpPr>
          <p:cNvPr id="164" name="PlaceHolder 2"/>
          <p:cNvSpPr>
            <a:spLocks noGrp="1"/>
          </p:cNvSpPr>
          <p:nvPr>
            <p:ph type="subTitle"/>
          </p:nvPr>
        </p:nvSpPr>
        <p:spPr>
          <a:xfrm>
            <a:off x="5680006" y="2800580"/>
            <a:ext cx="3638880" cy="941400"/>
          </a:xfrm>
          <a:prstGeom prst="rect">
            <a:avLst/>
          </a:prstGeom>
          <a:noFill/>
          <a:ln w="0">
            <a:noFill/>
          </a:ln>
        </p:spPr>
        <p:txBody>
          <a:bodyPr lIns="68400" tIns="34200" rIns="68400" bIns="34200" anchor="t">
            <a:noAutofit/>
          </a:bodyPr>
          <a:lstStyle/>
          <a:p>
            <a:pPr indent="0">
              <a:lnSpc>
                <a:spcPct val="90000"/>
              </a:lnSpc>
              <a:buNone/>
              <a:tabLst>
                <a:tab pos="0" algn="l"/>
              </a:tabLst>
            </a:pPr>
            <a:r>
              <a:rPr lang="fr" sz="1800" b="0" strike="noStrike" spc="-1" dirty="0">
                <a:solidFill>
                  <a:schemeClr val="accent6"/>
                </a:solidFill>
                <a:latin typeface="Calibri"/>
                <a:ea typeface="Calibri"/>
              </a:rPr>
              <a:t>Zied Belhocine</a:t>
            </a:r>
            <a:endParaRPr lang="fr-FR" sz="1800" b="0" strike="noStrike" spc="-1" dirty="0">
              <a:solidFill>
                <a:srgbClr val="000000"/>
              </a:solidFill>
              <a:latin typeface="Arial"/>
            </a:endParaRPr>
          </a:p>
        </p:txBody>
      </p:sp>
      <p:pic>
        <p:nvPicPr>
          <p:cNvPr id="166" name="Google Shape;258;p33" descr="https://lh5.googleusercontent.com/TcdnvzxQ7ulQo8GiFwfIKujloK6EfAJv7ikP-EvnfdTVQnROS3WXw6XSx9Cpd73e_l7GCUAnbxroB-qlzG2fvYdCyl-Y5QZ95MpiD-GfDN-4taJyHRqsr3vOZzc3ONTBu52b0HIdUOMeHvdHiA_5tD0"/>
          <p:cNvPicPr/>
          <p:nvPr/>
        </p:nvPicPr>
        <p:blipFill>
          <a:blip r:embed="rId3"/>
          <a:srcRect l="11387" t="12668" r="63938" b="13980"/>
          <a:stretch/>
        </p:blipFill>
        <p:spPr>
          <a:xfrm>
            <a:off x="1979640" y="1607760"/>
            <a:ext cx="1800000" cy="1778040"/>
          </a:xfrm>
          <a:prstGeom prst="rect">
            <a:avLst/>
          </a:prstGeom>
          <a:ln w="0">
            <a:noFill/>
          </a:ln>
        </p:spPr>
      </p:pic>
      <p:pic>
        <p:nvPicPr>
          <p:cNvPr id="3" name="Image 2">
            <a:extLst>
              <a:ext uri="{FF2B5EF4-FFF2-40B4-BE49-F238E27FC236}">
                <a16:creationId xmlns:a16="http://schemas.microsoft.com/office/drawing/2014/main" id="{AEBE486E-4F33-D511-EEB3-E4D09266A500}"/>
              </a:ext>
            </a:extLst>
          </p:cNvPr>
          <p:cNvPicPr>
            <a:picLocks noChangeAspect="1"/>
          </p:cNvPicPr>
          <p:nvPr/>
        </p:nvPicPr>
        <p:blipFill>
          <a:blip r:embed="rId4"/>
          <a:stretch>
            <a:fillRect/>
          </a:stretch>
        </p:blipFill>
        <p:spPr>
          <a:xfrm>
            <a:off x="660130" y="1035057"/>
            <a:ext cx="4735228" cy="31518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PlaceHolder 1"/>
          <p:cNvSpPr>
            <a:spLocks noGrp="1"/>
          </p:cNvSpPr>
          <p:nvPr>
            <p:ph type="title"/>
          </p:nvPr>
        </p:nvSpPr>
        <p:spPr>
          <a:xfrm>
            <a:off x="355433" y="363780"/>
            <a:ext cx="5505120" cy="909720"/>
          </a:xfrm>
          <a:prstGeom prst="rect">
            <a:avLst/>
          </a:prstGeom>
          <a:noFill/>
          <a:ln w="0">
            <a:noFill/>
          </a:ln>
        </p:spPr>
        <p:txBody>
          <a:bodyPr lIns="68400" tIns="34200" rIns="68400" bIns="0" anchor="b">
            <a:normAutofit/>
          </a:bodyPr>
          <a:lstStyle/>
          <a:p>
            <a:pPr indent="0">
              <a:lnSpc>
                <a:spcPct val="90000"/>
              </a:lnSpc>
              <a:buNone/>
              <a:tabLst>
                <a:tab pos="0" algn="l"/>
              </a:tabLst>
            </a:pPr>
            <a:r>
              <a:rPr lang="fr-FR" sz="4800" b="1" spc="-1" dirty="0">
                <a:solidFill>
                  <a:schemeClr val="accent1"/>
                </a:solidFill>
                <a:latin typeface="Calibri"/>
                <a:ea typeface="Calibri"/>
              </a:rPr>
              <a:t>Contexte</a:t>
            </a:r>
            <a:r>
              <a:rPr lang="fr-FR" sz="2000" b="0" dirty="0">
                <a:effectLst/>
              </a:rPr>
              <a:t> </a:t>
            </a:r>
            <a:endParaRPr lang="fr-FR" sz="4800" b="0" strike="noStrike" spc="-1" dirty="0">
              <a:solidFill>
                <a:srgbClr val="000000"/>
              </a:solidFill>
              <a:latin typeface="Arial"/>
            </a:endParaRPr>
          </a:p>
        </p:txBody>
      </p:sp>
      <p:sp>
        <p:nvSpPr>
          <p:cNvPr id="170" name="PlaceHolder 3"/>
          <p:cNvSpPr>
            <a:spLocks noGrp="1"/>
          </p:cNvSpPr>
          <p:nvPr>
            <p:ph/>
          </p:nvPr>
        </p:nvSpPr>
        <p:spPr>
          <a:xfrm>
            <a:off x="355433" y="1569787"/>
            <a:ext cx="3417065" cy="2876641"/>
          </a:xfrm>
          <a:prstGeom prst="rect">
            <a:avLst/>
          </a:prstGeom>
          <a:noFill/>
          <a:ln w="0">
            <a:noFill/>
          </a:ln>
        </p:spPr>
        <p:txBody>
          <a:bodyPr lIns="68400" tIns="34200" rIns="68400" bIns="34200" anchor="t">
            <a:noAutofit/>
          </a:bodyPr>
          <a:lstStyle/>
          <a:p>
            <a:pPr marL="0" indent="0">
              <a:buNone/>
            </a:pPr>
            <a:r>
              <a:rPr lang="fr-FR" sz="1400" b="0" dirty="0">
                <a:effectLst/>
              </a:rPr>
              <a:t>L’entreprise</a:t>
            </a:r>
            <a:r>
              <a:rPr lang="fr-FR" sz="1400" dirty="0"/>
              <a:t> </a:t>
            </a:r>
            <a:r>
              <a:rPr lang="fr-FR" sz="1400" b="0" dirty="0" err="1">
                <a:effectLst/>
              </a:rPr>
              <a:t>Lapage</a:t>
            </a:r>
            <a:r>
              <a:rPr lang="fr-FR" sz="1400" b="0" dirty="0">
                <a:effectLst/>
              </a:rPr>
              <a:t>  a ouvert depuis 2 ans un site de vente en ligne. La structure a besoin d’aide pour mieux comprendre ses données.</a:t>
            </a:r>
            <a:endParaRPr lang="fr-FR" sz="1400" dirty="0"/>
          </a:p>
          <a:p>
            <a:pPr marL="0" indent="0">
              <a:buNone/>
            </a:pPr>
            <a:r>
              <a:rPr lang="fr-FR" sz="1400" dirty="0"/>
              <a:t>Cette analyse va être découpée en deux parties :</a:t>
            </a:r>
          </a:p>
          <a:p>
            <a:pPr marL="0" indent="0">
              <a:buNone/>
            </a:pPr>
            <a:r>
              <a:rPr lang="fr-FR" sz="1400" dirty="0"/>
              <a:t>Une analyse des différents indicateurs de vente.</a:t>
            </a:r>
          </a:p>
          <a:p>
            <a:pPr marL="0" indent="0">
              <a:buNone/>
            </a:pPr>
            <a:r>
              <a:rPr lang="fr-FR" sz="1400" dirty="0"/>
              <a:t>Une analyse plus ciblée sur les clients : l’objectif est de comprendre le comportement de nos clients en ligne, pour pouvoir ensuite comparer avec la connaissance acquise via nos librairies physiques. </a:t>
            </a:r>
          </a:p>
        </p:txBody>
      </p:sp>
      <p:sp>
        <p:nvSpPr>
          <p:cNvPr id="171" name="PlaceHolder 4"/>
          <p:cNvSpPr>
            <a:spLocks noGrp="1"/>
          </p:cNvSpPr>
          <p:nvPr>
            <p:ph type="sldNum" idx="35"/>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chemeClr val="lt2"/>
                </a:solidFill>
                <a:latin typeface="Calibri"/>
                <a:ea typeface="Calibri"/>
              </a:defRPr>
            </a:lvl1pPr>
          </a:lstStyle>
          <a:p>
            <a:pPr indent="0" algn="r">
              <a:lnSpc>
                <a:spcPct val="100000"/>
              </a:lnSpc>
              <a:buNone/>
              <a:tabLst>
                <a:tab pos="0" algn="l"/>
              </a:tabLst>
            </a:pPr>
            <a:fld id="{0FF0DF13-BFF8-4676-8317-FD5ACA345AB7}" type="slidenum">
              <a:rPr lang="fr" sz="900" b="0" strike="noStrike" spc="-1">
                <a:solidFill>
                  <a:schemeClr val="lt2"/>
                </a:solidFill>
                <a:latin typeface="Calibri"/>
                <a:ea typeface="Calibri"/>
              </a:rPr>
              <a:t>2</a:t>
            </a:fld>
            <a:endParaRPr lang="fr-FR" sz="900" b="0" strike="noStrike" spc="-1">
              <a:solidFill>
                <a:srgbClr val="000000"/>
              </a:solidFill>
              <a:latin typeface="Times New Roman"/>
            </a:endParaRPr>
          </a:p>
        </p:txBody>
      </p:sp>
      <p:pic>
        <p:nvPicPr>
          <p:cNvPr id="3" name="Image 2">
            <a:extLst>
              <a:ext uri="{FF2B5EF4-FFF2-40B4-BE49-F238E27FC236}">
                <a16:creationId xmlns:a16="http://schemas.microsoft.com/office/drawing/2014/main" id="{847C87EE-A3D3-4B95-AD59-C760DCABEE22}"/>
              </a:ext>
            </a:extLst>
          </p:cNvPr>
          <p:cNvPicPr>
            <a:picLocks noChangeAspect="1"/>
          </p:cNvPicPr>
          <p:nvPr/>
        </p:nvPicPr>
        <p:blipFill>
          <a:blip r:embed="rId3"/>
          <a:stretch>
            <a:fillRect/>
          </a:stretch>
        </p:blipFill>
        <p:spPr>
          <a:xfrm>
            <a:off x="4259278" y="513478"/>
            <a:ext cx="4101002" cy="410100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PlaceHolder 1"/>
          <p:cNvSpPr>
            <a:spLocks noGrp="1"/>
          </p:cNvSpPr>
          <p:nvPr>
            <p:ph type="title"/>
          </p:nvPr>
        </p:nvSpPr>
        <p:spPr>
          <a:xfrm>
            <a:off x="389160" y="156600"/>
            <a:ext cx="4687920" cy="859320"/>
          </a:xfrm>
          <a:prstGeom prst="rect">
            <a:avLst/>
          </a:prstGeom>
          <a:noFill/>
          <a:ln w="0">
            <a:noFill/>
          </a:ln>
        </p:spPr>
        <p:txBody>
          <a:bodyPr lIns="68400" tIns="34200" rIns="68400" bIns="0" anchor="b">
            <a:normAutofit/>
          </a:bodyPr>
          <a:lstStyle/>
          <a:p>
            <a:pPr indent="0">
              <a:lnSpc>
                <a:spcPct val="90000"/>
              </a:lnSpc>
              <a:buNone/>
              <a:tabLst>
                <a:tab pos="0" algn="l"/>
              </a:tabLst>
            </a:pPr>
            <a:r>
              <a:rPr lang="fr" sz="3300" b="0" strike="noStrike" spc="-1">
                <a:solidFill>
                  <a:schemeClr val="accent1"/>
                </a:solidFill>
                <a:latin typeface="Calibri"/>
                <a:ea typeface="Calibri"/>
              </a:rPr>
              <a:t>Les données initiales</a:t>
            </a:r>
            <a:endParaRPr lang="fr-FR" sz="3300" b="0" strike="noStrike" spc="-1">
              <a:solidFill>
                <a:srgbClr val="000000"/>
              </a:solidFill>
              <a:latin typeface="Arial"/>
            </a:endParaRPr>
          </a:p>
        </p:txBody>
      </p:sp>
      <p:sp>
        <p:nvSpPr>
          <p:cNvPr id="176" name="PlaceHolder 2"/>
          <p:cNvSpPr>
            <a:spLocks noGrp="1"/>
          </p:cNvSpPr>
          <p:nvPr>
            <p:ph/>
          </p:nvPr>
        </p:nvSpPr>
        <p:spPr>
          <a:xfrm>
            <a:off x="1936800" y="1350720"/>
            <a:ext cx="6976800" cy="3034080"/>
          </a:xfrm>
          <a:prstGeom prst="rect">
            <a:avLst/>
          </a:prstGeom>
          <a:noFill/>
          <a:ln w="0">
            <a:noFill/>
          </a:ln>
        </p:spPr>
        <p:txBody>
          <a:bodyPr lIns="68400" tIns="34200" rIns="68400" bIns="34200" anchor="t">
            <a:normAutofit/>
          </a:bodyPr>
          <a:lstStyle/>
          <a:p>
            <a:pPr indent="0">
              <a:lnSpc>
                <a:spcPct val="90000"/>
              </a:lnSpc>
              <a:buNone/>
              <a:tabLst>
                <a:tab pos="0" algn="l"/>
              </a:tabLst>
            </a:pPr>
            <a:r>
              <a:rPr lang="fr-FR" sz="1800" b="0" strike="noStrike" spc="-1" dirty="0">
                <a:solidFill>
                  <a:schemeClr val="dk1"/>
                </a:solidFill>
                <a:latin typeface="Calibri"/>
                <a:ea typeface="Calibri"/>
              </a:rPr>
              <a:t>On dispose de trois fichiers pour nos analyses.</a:t>
            </a:r>
            <a:endParaRPr lang="fr-FR" sz="1800" b="0" strike="noStrike" spc="-1" dirty="0">
              <a:solidFill>
                <a:srgbClr val="000000"/>
              </a:solidFill>
              <a:latin typeface="Arial"/>
            </a:endParaRPr>
          </a:p>
        </p:txBody>
      </p:sp>
      <p:sp>
        <p:nvSpPr>
          <p:cNvPr id="177" name="PlaceHolder 3"/>
          <p:cNvSpPr>
            <a:spLocks noGrp="1"/>
          </p:cNvSpPr>
          <p:nvPr>
            <p:ph type="sldNum" idx="37"/>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EB2AC8A3-BA5A-4A14-B758-4A6447736A1E}" type="slidenum">
              <a:rPr lang="fr" sz="900" b="0" strike="noStrike" spc="-1">
                <a:solidFill>
                  <a:srgbClr val="9E9E9E"/>
                </a:solidFill>
                <a:latin typeface="Calibri"/>
                <a:ea typeface="Calibri"/>
              </a:rPr>
              <a:t>3</a:t>
            </a:fld>
            <a:endParaRPr lang="fr-FR" sz="900" b="0" strike="noStrike" spc="-1">
              <a:solidFill>
                <a:srgbClr val="000000"/>
              </a:solidFill>
              <a:latin typeface="Times New Roman"/>
            </a:endParaRPr>
          </a:p>
        </p:txBody>
      </p:sp>
      <p:sp>
        <p:nvSpPr>
          <p:cNvPr id="181" name="ZoneTexte 2"/>
          <p:cNvSpPr/>
          <p:nvPr/>
        </p:nvSpPr>
        <p:spPr>
          <a:xfrm>
            <a:off x="389160" y="4021920"/>
            <a:ext cx="2385000" cy="27554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fr-FR" sz="1200" b="1" strike="noStrike" spc="-1" dirty="0">
                <a:solidFill>
                  <a:srgbClr val="000000"/>
                </a:solidFill>
                <a:latin typeface="Arial"/>
                <a:ea typeface="Arial"/>
              </a:rPr>
              <a:t>Clients</a:t>
            </a:r>
            <a:endParaRPr lang="fr-FR" sz="1200" b="0" strike="noStrike" spc="-1" dirty="0">
              <a:solidFill>
                <a:srgbClr val="000000"/>
              </a:solidFill>
              <a:latin typeface="Arial"/>
            </a:endParaRPr>
          </a:p>
        </p:txBody>
      </p:sp>
      <p:sp>
        <p:nvSpPr>
          <p:cNvPr id="182" name="ZoneTexte 4"/>
          <p:cNvSpPr/>
          <p:nvPr/>
        </p:nvSpPr>
        <p:spPr>
          <a:xfrm>
            <a:off x="6070320" y="4021920"/>
            <a:ext cx="2385000" cy="27554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fr-FR" sz="1200" b="1" strike="noStrike" spc="-1" dirty="0">
                <a:solidFill>
                  <a:srgbClr val="000000"/>
                </a:solidFill>
                <a:latin typeface="Arial"/>
                <a:ea typeface="Arial"/>
              </a:rPr>
              <a:t>Produits</a:t>
            </a:r>
            <a:endParaRPr lang="fr-FR" sz="1200" b="0" strike="noStrike" spc="-1" dirty="0">
              <a:solidFill>
                <a:srgbClr val="000000"/>
              </a:solidFill>
              <a:latin typeface="Arial"/>
            </a:endParaRPr>
          </a:p>
        </p:txBody>
      </p:sp>
      <p:sp>
        <p:nvSpPr>
          <p:cNvPr id="183" name="ZoneTexte 5"/>
          <p:cNvSpPr/>
          <p:nvPr/>
        </p:nvSpPr>
        <p:spPr>
          <a:xfrm>
            <a:off x="3230640" y="4021920"/>
            <a:ext cx="2385000" cy="27554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fr-FR" sz="1200" b="1" strike="noStrike" spc="-1" dirty="0">
                <a:solidFill>
                  <a:srgbClr val="000000"/>
                </a:solidFill>
                <a:latin typeface="Arial"/>
                <a:ea typeface="Arial"/>
              </a:rPr>
              <a:t>Transactions</a:t>
            </a:r>
            <a:endParaRPr lang="fr-FR" sz="1200" b="0" strike="noStrike" spc="-1" dirty="0">
              <a:solidFill>
                <a:srgbClr val="000000"/>
              </a:solidFill>
              <a:latin typeface="Arial"/>
            </a:endParaRPr>
          </a:p>
        </p:txBody>
      </p:sp>
      <p:pic>
        <p:nvPicPr>
          <p:cNvPr id="1026" name="Picture 2" descr="People - Vecteurs : téléchargez gratuitement des vecteurs de haute qualité  sur Freepik | Freepik">
            <a:extLst>
              <a:ext uri="{FF2B5EF4-FFF2-40B4-BE49-F238E27FC236}">
                <a16:creationId xmlns:a16="http://schemas.microsoft.com/office/drawing/2014/main" id="{7594A3FE-8B10-EE53-09EF-A94675BB66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9160" y="1860305"/>
            <a:ext cx="2523219" cy="216161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ille faisant une transaction de paiement en ligne 9160026 Art vectoriel  chez Vecteezy">
            <a:extLst>
              <a:ext uri="{FF2B5EF4-FFF2-40B4-BE49-F238E27FC236}">
                <a16:creationId xmlns:a16="http://schemas.microsoft.com/office/drawing/2014/main" id="{F71DEDBF-CCF7-929D-6183-21878BD0FEB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27928" y="1866398"/>
            <a:ext cx="2588624" cy="215552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u'est-ce que l'ISBN ?">
            <a:extLst>
              <a:ext uri="{FF2B5EF4-FFF2-40B4-BE49-F238E27FC236}">
                <a16:creationId xmlns:a16="http://schemas.microsoft.com/office/drawing/2014/main" id="{0B212455-48FA-D31A-67F4-E0AC3D0BAE8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595833" y="2083860"/>
            <a:ext cx="3222733" cy="18477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PlaceHolder 3"/>
          <p:cNvSpPr>
            <a:spLocks noGrp="1"/>
          </p:cNvSpPr>
          <p:nvPr>
            <p:ph type="sldNum" idx="37"/>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EB2AC8A3-BA5A-4A14-B758-4A6447736A1E}" type="slidenum">
              <a:rPr lang="fr" sz="900" b="0" strike="noStrike" spc="-1">
                <a:solidFill>
                  <a:srgbClr val="9E9E9E"/>
                </a:solidFill>
                <a:latin typeface="Calibri"/>
                <a:ea typeface="Calibri"/>
              </a:rPr>
              <a:t>4</a:t>
            </a:fld>
            <a:endParaRPr lang="fr-FR" sz="900" b="0" strike="noStrike" spc="-1">
              <a:solidFill>
                <a:srgbClr val="000000"/>
              </a:solidFill>
              <a:latin typeface="Times New Roman"/>
            </a:endParaRPr>
          </a:p>
        </p:txBody>
      </p:sp>
      <p:pic>
        <p:nvPicPr>
          <p:cNvPr id="2050" name="Picture 2" descr="Indicateurs kpis - Vecteurs : téléchargez gratuitement des vecteurs de  haute qualité sur Freepik | Freepik">
            <a:extLst>
              <a:ext uri="{FF2B5EF4-FFF2-40B4-BE49-F238E27FC236}">
                <a16:creationId xmlns:a16="http://schemas.microsoft.com/office/drawing/2014/main" id="{837D3317-EDA7-BBE4-9AFD-ADACC7E516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62862" y="524699"/>
            <a:ext cx="4094102" cy="4094102"/>
          </a:xfrm>
          <a:prstGeom prst="rect">
            <a:avLst/>
          </a:prstGeom>
          <a:noFill/>
          <a:extLst>
            <a:ext uri="{909E8E84-426E-40DD-AFC4-6F175D3DCCD1}">
              <a14:hiddenFill xmlns:a14="http://schemas.microsoft.com/office/drawing/2010/main">
                <a:solidFill>
                  <a:srgbClr val="FFFFFF"/>
                </a:solidFill>
              </a14:hiddenFill>
            </a:ext>
          </a:extLst>
        </p:spPr>
      </p:pic>
      <p:sp>
        <p:nvSpPr>
          <p:cNvPr id="4" name="ZoneTexte 3">
            <a:extLst>
              <a:ext uri="{FF2B5EF4-FFF2-40B4-BE49-F238E27FC236}">
                <a16:creationId xmlns:a16="http://schemas.microsoft.com/office/drawing/2014/main" id="{FB3DFA4E-6B68-1FD7-9A58-975A2A2EFDB2}"/>
              </a:ext>
            </a:extLst>
          </p:cNvPr>
          <p:cNvSpPr txBox="1"/>
          <p:nvPr/>
        </p:nvSpPr>
        <p:spPr>
          <a:xfrm>
            <a:off x="1097281" y="1002089"/>
            <a:ext cx="3087644" cy="3139321"/>
          </a:xfrm>
          <a:prstGeom prst="rect">
            <a:avLst/>
          </a:prstGeom>
          <a:noFill/>
        </p:spPr>
        <p:txBody>
          <a:bodyPr wrap="square">
            <a:spAutoFit/>
          </a:bodyPr>
          <a:lstStyle/>
          <a:p>
            <a:r>
              <a:rPr lang="fr-FR" sz="6600" b="1" spc="-1" dirty="0">
                <a:solidFill>
                  <a:schemeClr val="accent1"/>
                </a:solidFill>
                <a:latin typeface="Calibri"/>
                <a:ea typeface="Calibri"/>
              </a:rPr>
              <a:t>Les chiffres clés</a:t>
            </a:r>
            <a:endParaRPr lang="fr-FR" sz="6600" dirty="0"/>
          </a:p>
        </p:txBody>
      </p:sp>
    </p:spTree>
    <p:extLst>
      <p:ext uri="{BB962C8B-B14F-4D97-AF65-F5344CB8AC3E}">
        <p14:creationId xmlns:p14="http://schemas.microsoft.com/office/powerpoint/2010/main" val="3996286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 sz="3300" b="0" strike="noStrike" spc="-1" dirty="0">
                <a:solidFill>
                  <a:schemeClr val="accent1"/>
                </a:solidFill>
                <a:latin typeface="Calibri"/>
                <a:ea typeface="Calibri"/>
              </a:rPr>
              <a:t>Chiffres clés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5</a:t>
            </a:fld>
            <a:endParaRPr lang="fr-FR" sz="900" b="0" strike="noStrike" spc="-1">
              <a:solidFill>
                <a:srgbClr val="000000"/>
              </a:solidFill>
              <a:latin typeface="Times New Roman"/>
            </a:endParaRPr>
          </a:p>
        </p:txBody>
      </p:sp>
      <p:pic>
        <p:nvPicPr>
          <p:cNvPr id="3" name="Image 2">
            <a:extLst>
              <a:ext uri="{FF2B5EF4-FFF2-40B4-BE49-F238E27FC236}">
                <a16:creationId xmlns:a16="http://schemas.microsoft.com/office/drawing/2014/main" id="{E91C7E76-CD70-A0E4-7801-F15F0D62827E}"/>
              </a:ext>
            </a:extLst>
          </p:cNvPr>
          <p:cNvPicPr>
            <a:picLocks noChangeAspect="1"/>
          </p:cNvPicPr>
          <p:nvPr/>
        </p:nvPicPr>
        <p:blipFill>
          <a:blip r:embed="rId3"/>
          <a:stretch>
            <a:fillRect/>
          </a:stretch>
        </p:blipFill>
        <p:spPr>
          <a:xfrm>
            <a:off x="1752695" y="952665"/>
            <a:ext cx="4852930" cy="3483189"/>
          </a:xfrm>
          <a:prstGeom prst="rect">
            <a:avLst/>
          </a:prstGeom>
        </p:spPr>
      </p:pic>
      <p:sp>
        <p:nvSpPr>
          <p:cNvPr id="4" name="ZoneTexte 3">
            <a:extLst>
              <a:ext uri="{FF2B5EF4-FFF2-40B4-BE49-F238E27FC236}">
                <a16:creationId xmlns:a16="http://schemas.microsoft.com/office/drawing/2014/main" id="{BE53C53C-990F-A56A-71FB-0B9AAB8D4248}"/>
              </a:ext>
            </a:extLst>
          </p:cNvPr>
          <p:cNvSpPr txBox="1"/>
          <p:nvPr/>
        </p:nvSpPr>
        <p:spPr>
          <a:xfrm>
            <a:off x="1945843" y="4566614"/>
            <a:ext cx="4938147" cy="369332"/>
          </a:xfrm>
          <a:prstGeom prst="rect">
            <a:avLst/>
          </a:prstGeom>
          <a:noFill/>
        </p:spPr>
        <p:txBody>
          <a:bodyPr wrap="none" rtlCol="0">
            <a:spAutoFit/>
          </a:bodyPr>
          <a:lstStyle/>
          <a:p>
            <a:r>
              <a:rPr lang="fr-FR" dirty="0"/>
              <a:t>CA total depuis l’ouverture du site : 11,8 M 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 sz="3300" b="0" strike="noStrike" spc="-1" dirty="0">
                <a:solidFill>
                  <a:schemeClr val="accent1"/>
                </a:solidFill>
                <a:latin typeface="Calibri"/>
                <a:ea typeface="Calibri"/>
              </a:rPr>
              <a:t>Chiffres clés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6</a:t>
            </a:fld>
            <a:endParaRPr lang="fr-FR" sz="900" b="0" strike="noStrike" spc="-1">
              <a:solidFill>
                <a:srgbClr val="000000"/>
              </a:solidFill>
              <a:latin typeface="Times New Roman"/>
            </a:endParaRPr>
          </a:p>
        </p:txBody>
      </p:sp>
      <p:pic>
        <p:nvPicPr>
          <p:cNvPr id="4" name="Image 3">
            <a:extLst>
              <a:ext uri="{FF2B5EF4-FFF2-40B4-BE49-F238E27FC236}">
                <a16:creationId xmlns:a16="http://schemas.microsoft.com/office/drawing/2014/main" id="{B9ABF84B-4660-5E2E-6706-9479E3D00622}"/>
              </a:ext>
            </a:extLst>
          </p:cNvPr>
          <p:cNvPicPr>
            <a:picLocks noChangeAspect="1"/>
          </p:cNvPicPr>
          <p:nvPr/>
        </p:nvPicPr>
        <p:blipFill>
          <a:blip r:embed="rId3"/>
          <a:stretch>
            <a:fillRect/>
          </a:stretch>
        </p:blipFill>
        <p:spPr>
          <a:xfrm>
            <a:off x="1447057" y="775564"/>
            <a:ext cx="5858567" cy="4237869"/>
          </a:xfrm>
          <a:prstGeom prst="rect">
            <a:avLst/>
          </a:prstGeom>
        </p:spPr>
      </p:pic>
    </p:spTree>
    <p:extLst>
      <p:ext uri="{BB962C8B-B14F-4D97-AF65-F5344CB8AC3E}">
        <p14:creationId xmlns:p14="http://schemas.microsoft.com/office/powerpoint/2010/main" val="39291748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FR" sz="3300" b="0" strike="noStrike" spc="-1" dirty="0">
                <a:solidFill>
                  <a:srgbClr val="000000"/>
                </a:solidFill>
                <a:latin typeface="Arial"/>
              </a:rPr>
              <a:t>Tops vs Flops</a:t>
            </a: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7</a:t>
            </a:fld>
            <a:endParaRPr lang="fr-FR" sz="900" b="0" strike="noStrike" spc="-1">
              <a:solidFill>
                <a:srgbClr val="000000"/>
              </a:solidFill>
              <a:latin typeface="Times New Roman"/>
            </a:endParaRPr>
          </a:p>
        </p:txBody>
      </p:sp>
      <p:pic>
        <p:nvPicPr>
          <p:cNvPr id="8" name="Image 7">
            <a:extLst>
              <a:ext uri="{FF2B5EF4-FFF2-40B4-BE49-F238E27FC236}">
                <a16:creationId xmlns:a16="http://schemas.microsoft.com/office/drawing/2014/main" id="{B0BBD00C-7D16-B406-4E07-5A827B87E542}"/>
              </a:ext>
            </a:extLst>
          </p:cNvPr>
          <p:cNvPicPr>
            <a:picLocks noChangeAspect="1"/>
          </p:cNvPicPr>
          <p:nvPr/>
        </p:nvPicPr>
        <p:blipFill>
          <a:blip r:embed="rId3"/>
          <a:stretch>
            <a:fillRect/>
          </a:stretch>
        </p:blipFill>
        <p:spPr>
          <a:xfrm>
            <a:off x="96354" y="1522404"/>
            <a:ext cx="4234168" cy="2673184"/>
          </a:xfrm>
          <a:prstGeom prst="rect">
            <a:avLst/>
          </a:prstGeom>
        </p:spPr>
      </p:pic>
      <p:pic>
        <p:nvPicPr>
          <p:cNvPr id="10" name="Image 9">
            <a:extLst>
              <a:ext uri="{FF2B5EF4-FFF2-40B4-BE49-F238E27FC236}">
                <a16:creationId xmlns:a16="http://schemas.microsoft.com/office/drawing/2014/main" id="{FB4A21D8-3037-2BB2-7BA6-103ECD6BC554}"/>
              </a:ext>
            </a:extLst>
          </p:cNvPr>
          <p:cNvPicPr>
            <a:picLocks noChangeAspect="1"/>
          </p:cNvPicPr>
          <p:nvPr/>
        </p:nvPicPr>
        <p:blipFill>
          <a:blip r:embed="rId4"/>
          <a:stretch>
            <a:fillRect/>
          </a:stretch>
        </p:blipFill>
        <p:spPr>
          <a:xfrm>
            <a:off x="4691064" y="1543971"/>
            <a:ext cx="4103454" cy="2630050"/>
          </a:xfrm>
          <a:prstGeom prst="rect">
            <a:avLst/>
          </a:prstGeom>
        </p:spPr>
      </p:pic>
    </p:spTree>
    <p:extLst>
      <p:ext uri="{BB962C8B-B14F-4D97-AF65-F5344CB8AC3E}">
        <p14:creationId xmlns:p14="http://schemas.microsoft.com/office/powerpoint/2010/main" val="36646005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6895254"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FR" sz="3300" b="0" strike="noStrike" spc="-1" dirty="0">
                <a:solidFill>
                  <a:srgbClr val="000000"/>
                </a:solidFill>
                <a:latin typeface="Arial"/>
              </a:rPr>
              <a:t>Zoom sur les catégories de produits</a:t>
            </a: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8</a:t>
            </a:fld>
            <a:endParaRPr lang="fr-FR" sz="900" b="0" strike="noStrike" spc="-1">
              <a:solidFill>
                <a:srgbClr val="000000"/>
              </a:solidFill>
              <a:latin typeface="Times New Roman"/>
            </a:endParaRPr>
          </a:p>
        </p:txBody>
      </p:sp>
      <p:pic>
        <p:nvPicPr>
          <p:cNvPr id="3" name="Image 2">
            <a:extLst>
              <a:ext uri="{FF2B5EF4-FFF2-40B4-BE49-F238E27FC236}">
                <a16:creationId xmlns:a16="http://schemas.microsoft.com/office/drawing/2014/main" id="{FAD8FC5C-7C6A-D729-6F7D-2FDC737D6D7B}"/>
              </a:ext>
            </a:extLst>
          </p:cNvPr>
          <p:cNvPicPr>
            <a:picLocks noChangeAspect="1"/>
          </p:cNvPicPr>
          <p:nvPr/>
        </p:nvPicPr>
        <p:blipFill>
          <a:blip r:embed="rId3"/>
          <a:stretch>
            <a:fillRect/>
          </a:stretch>
        </p:blipFill>
        <p:spPr>
          <a:xfrm>
            <a:off x="1273523" y="910827"/>
            <a:ext cx="5963056" cy="3922875"/>
          </a:xfrm>
          <a:prstGeom prst="rect">
            <a:avLst/>
          </a:prstGeom>
        </p:spPr>
      </p:pic>
    </p:spTree>
    <p:extLst>
      <p:ext uri="{BB962C8B-B14F-4D97-AF65-F5344CB8AC3E}">
        <p14:creationId xmlns:p14="http://schemas.microsoft.com/office/powerpoint/2010/main" val="39325521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6521834" cy="508853"/>
          </a:xfrm>
          <a:prstGeom prst="rect">
            <a:avLst/>
          </a:prstGeom>
          <a:noFill/>
          <a:ln w="0">
            <a:noFill/>
          </a:ln>
        </p:spPr>
        <p:txBody>
          <a:bodyPr lIns="68400" tIns="34200" rIns="68400" bIns="0" anchor="b">
            <a:normAutofit fontScale="90000"/>
          </a:bodyPr>
          <a:lstStyle/>
          <a:p>
            <a:pPr indent="0">
              <a:lnSpc>
                <a:spcPct val="90000"/>
              </a:lnSpc>
              <a:buNone/>
              <a:tabLst>
                <a:tab pos="0" algn="l"/>
              </a:tabLst>
            </a:pPr>
            <a:r>
              <a:rPr lang="fr-FR" sz="3300" b="0" strike="noStrike" spc="-1" dirty="0">
                <a:solidFill>
                  <a:srgbClr val="000000"/>
                </a:solidFill>
                <a:latin typeface="Arial"/>
              </a:rPr>
              <a:t>Zoom sur les catégories de produits</a:t>
            </a: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9</a:t>
            </a:fld>
            <a:endParaRPr lang="fr-FR" sz="900" b="0" strike="noStrike" spc="-1">
              <a:solidFill>
                <a:srgbClr val="000000"/>
              </a:solidFill>
              <a:latin typeface="Times New Roman"/>
            </a:endParaRPr>
          </a:p>
        </p:txBody>
      </p:sp>
      <p:pic>
        <p:nvPicPr>
          <p:cNvPr id="9" name="Image 8">
            <a:extLst>
              <a:ext uri="{FF2B5EF4-FFF2-40B4-BE49-F238E27FC236}">
                <a16:creationId xmlns:a16="http://schemas.microsoft.com/office/drawing/2014/main" id="{75962965-1AA3-2D82-C826-37B283DAD9AC}"/>
              </a:ext>
            </a:extLst>
          </p:cNvPr>
          <p:cNvPicPr>
            <a:picLocks noChangeAspect="1"/>
          </p:cNvPicPr>
          <p:nvPr/>
        </p:nvPicPr>
        <p:blipFill>
          <a:blip r:embed="rId3"/>
          <a:stretch>
            <a:fillRect/>
          </a:stretch>
        </p:blipFill>
        <p:spPr>
          <a:xfrm>
            <a:off x="176215" y="1776138"/>
            <a:ext cx="4055186" cy="2587010"/>
          </a:xfrm>
          <a:prstGeom prst="rect">
            <a:avLst/>
          </a:prstGeom>
        </p:spPr>
      </p:pic>
      <p:pic>
        <p:nvPicPr>
          <p:cNvPr id="11" name="Image 10">
            <a:extLst>
              <a:ext uri="{FF2B5EF4-FFF2-40B4-BE49-F238E27FC236}">
                <a16:creationId xmlns:a16="http://schemas.microsoft.com/office/drawing/2014/main" id="{1F371271-D216-BBA0-81AD-2AF56F221231}"/>
              </a:ext>
            </a:extLst>
          </p:cNvPr>
          <p:cNvPicPr>
            <a:picLocks noChangeAspect="1"/>
          </p:cNvPicPr>
          <p:nvPr/>
        </p:nvPicPr>
        <p:blipFill>
          <a:blip r:embed="rId4"/>
          <a:stretch>
            <a:fillRect/>
          </a:stretch>
        </p:blipFill>
        <p:spPr>
          <a:xfrm>
            <a:off x="4566524" y="1776138"/>
            <a:ext cx="4012699" cy="2587010"/>
          </a:xfrm>
          <a:prstGeom prst="rect">
            <a:avLst/>
          </a:prstGeom>
        </p:spPr>
      </p:pic>
    </p:spTree>
    <p:extLst>
      <p:ext uri="{BB962C8B-B14F-4D97-AF65-F5344CB8AC3E}">
        <p14:creationId xmlns:p14="http://schemas.microsoft.com/office/powerpoint/2010/main" val="882699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PlaceHolder 3"/>
          <p:cNvSpPr>
            <a:spLocks noGrp="1"/>
          </p:cNvSpPr>
          <p:nvPr>
            <p:ph type="sldNum" idx="37"/>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EB2AC8A3-BA5A-4A14-B758-4A6447736A1E}" type="slidenum">
              <a:rPr lang="fr" sz="900" b="0" strike="noStrike" spc="-1">
                <a:solidFill>
                  <a:srgbClr val="9E9E9E"/>
                </a:solidFill>
                <a:latin typeface="Calibri"/>
                <a:ea typeface="Calibri"/>
              </a:rPr>
              <a:t>10</a:t>
            </a:fld>
            <a:endParaRPr lang="fr-FR" sz="900" b="0" strike="noStrike" spc="-1">
              <a:solidFill>
                <a:srgbClr val="000000"/>
              </a:solidFill>
              <a:latin typeface="Times New Roman"/>
            </a:endParaRPr>
          </a:p>
        </p:txBody>
      </p:sp>
      <p:sp>
        <p:nvSpPr>
          <p:cNvPr id="4" name="ZoneTexte 3">
            <a:extLst>
              <a:ext uri="{FF2B5EF4-FFF2-40B4-BE49-F238E27FC236}">
                <a16:creationId xmlns:a16="http://schemas.microsoft.com/office/drawing/2014/main" id="{FB3DFA4E-6B68-1FD7-9A58-975A2A2EFDB2}"/>
              </a:ext>
            </a:extLst>
          </p:cNvPr>
          <p:cNvSpPr txBox="1"/>
          <p:nvPr/>
        </p:nvSpPr>
        <p:spPr>
          <a:xfrm>
            <a:off x="1141765" y="1353021"/>
            <a:ext cx="3087644" cy="2123658"/>
          </a:xfrm>
          <a:prstGeom prst="rect">
            <a:avLst/>
          </a:prstGeom>
          <a:noFill/>
        </p:spPr>
        <p:txBody>
          <a:bodyPr wrap="square">
            <a:spAutoFit/>
          </a:bodyPr>
          <a:lstStyle/>
          <a:p>
            <a:r>
              <a:rPr lang="fr-FR" sz="4400" b="1" spc="-1" dirty="0">
                <a:solidFill>
                  <a:schemeClr val="accent1"/>
                </a:solidFill>
                <a:latin typeface="Calibri"/>
                <a:ea typeface="Calibri"/>
              </a:rPr>
              <a:t>À quoi ressemblent nos clients ?</a:t>
            </a:r>
            <a:endParaRPr lang="fr-FR" sz="4400" dirty="0"/>
          </a:p>
        </p:txBody>
      </p:sp>
      <p:pic>
        <p:nvPicPr>
          <p:cNvPr id="5124" name="Picture 4" descr="Les failles de son entreprise en employant des clients mystères">
            <a:extLst>
              <a:ext uri="{FF2B5EF4-FFF2-40B4-BE49-F238E27FC236}">
                <a16:creationId xmlns:a16="http://schemas.microsoft.com/office/drawing/2014/main" id="{B86619C4-E7B2-BC4D-7459-7C138E60FE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52328" y="1250900"/>
            <a:ext cx="4395284" cy="25158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42915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 sz="3300" b="0" strike="noStrike" spc="-1" dirty="0">
                <a:solidFill>
                  <a:schemeClr val="accent1"/>
                </a:solidFill>
                <a:latin typeface="Calibri"/>
                <a:ea typeface="Calibri"/>
              </a:rPr>
              <a:t>Mieux connaître nos clients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11</a:t>
            </a:fld>
            <a:endParaRPr lang="fr-FR" sz="900" b="0" strike="noStrike" spc="-1">
              <a:solidFill>
                <a:srgbClr val="000000"/>
              </a:solidFill>
              <a:latin typeface="Times New Roman"/>
            </a:endParaRPr>
          </a:p>
        </p:txBody>
      </p:sp>
      <p:pic>
        <p:nvPicPr>
          <p:cNvPr id="4100" name="Picture 4" descr="Definition: What is Business to Consumer (B2C)?">
            <a:extLst>
              <a:ext uri="{FF2B5EF4-FFF2-40B4-BE49-F238E27FC236}">
                <a16:creationId xmlns:a16="http://schemas.microsoft.com/office/drawing/2014/main" id="{FC80DE73-0653-FF76-8D6D-688E18BCE7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45948" y="1891405"/>
            <a:ext cx="2350283" cy="1360690"/>
          </a:xfrm>
          <a:prstGeom prst="rect">
            <a:avLst/>
          </a:prstGeom>
          <a:noFill/>
          <a:extLst>
            <a:ext uri="{909E8E84-426E-40DD-AFC4-6F175D3DCCD1}">
              <a14:hiddenFill xmlns:a14="http://schemas.microsoft.com/office/drawing/2010/main">
                <a:solidFill>
                  <a:srgbClr val="FFFFFF"/>
                </a:solidFill>
              </a14:hiddenFill>
            </a:ext>
          </a:extLst>
        </p:spPr>
      </p:pic>
      <p:sp>
        <p:nvSpPr>
          <p:cNvPr id="4" name="ZoneTexte 3">
            <a:extLst>
              <a:ext uri="{FF2B5EF4-FFF2-40B4-BE49-F238E27FC236}">
                <a16:creationId xmlns:a16="http://schemas.microsoft.com/office/drawing/2014/main" id="{48620688-C0EF-35A3-EB44-6C1602CA6EE5}"/>
              </a:ext>
            </a:extLst>
          </p:cNvPr>
          <p:cNvSpPr txBox="1"/>
          <p:nvPr/>
        </p:nvSpPr>
        <p:spPr>
          <a:xfrm>
            <a:off x="819303" y="4511921"/>
            <a:ext cx="7443063" cy="369332"/>
          </a:xfrm>
          <a:prstGeom prst="rect">
            <a:avLst/>
          </a:prstGeom>
          <a:noFill/>
        </p:spPr>
        <p:txBody>
          <a:bodyPr wrap="none" rtlCol="0">
            <a:spAutoFit/>
          </a:bodyPr>
          <a:lstStyle/>
          <a:p>
            <a:r>
              <a:rPr lang="fr-FR" dirty="0"/>
              <a:t>Une grande majorité de clients B2C qui dépensent en moyenne 1276 €.</a:t>
            </a:r>
          </a:p>
        </p:txBody>
      </p:sp>
      <p:pic>
        <p:nvPicPr>
          <p:cNvPr id="6" name="Image 5">
            <a:extLst>
              <a:ext uri="{FF2B5EF4-FFF2-40B4-BE49-F238E27FC236}">
                <a16:creationId xmlns:a16="http://schemas.microsoft.com/office/drawing/2014/main" id="{E6D78455-EDF7-DAF7-43A9-685CB6AD8111}"/>
              </a:ext>
            </a:extLst>
          </p:cNvPr>
          <p:cNvPicPr>
            <a:picLocks noChangeAspect="1"/>
          </p:cNvPicPr>
          <p:nvPr/>
        </p:nvPicPr>
        <p:blipFill>
          <a:blip r:embed="rId4"/>
          <a:stretch>
            <a:fillRect/>
          </a:stretch>
        </p:blipFill>
        <p:spPr>
          <a:xfrm>
            <a:off x="270662" y="967267"/>
            <a:ext cx="6278952" cy="3420344"/>
          </a:xfrm>
          <a:prstGeom prst="rect">
            <a:avLst/>
          </a:prstGeom>
        </p:spPr>
      </p:pic>
    </p:spTree>
    <p:extLst>
      <p:ext uri="{BB962C8B-B14F-4D97-AF65-F5344CB8AC3E}">
        <p14:creationId xmlns:p14="http://schemas.microsoft.com/office/powerpoint/2010/main" val="1818921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 sz="3300" b="0" strike="noStrike" spc="-1" dirty="0">
                <a:solidFill>
                  <a:schemeClr val="accent1"/>
                </a:solidFill>
                <a:latin typeface="Calibri"/>
                <a:ea typeface="Calibri"/>
              </a:rPr>
              <a:t>Mieux connaître nos clients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12</a:t>
            </a:fld>
            <a:endParaRPr lang="fr-FR" sz="900" b="0" strike="noStrike" spc="-1">
              <a:solidFill>
                <a:srgbClr val="000000"/>
              </a:solidFill>
              <a:latin typeface="Times New Roman"/>
            </a:endParaRPr>
          </a:p>
        </p:txBody>
      </p:sp>
      <p:pic>
        <p:nvPicPr>
          <p:cNvPr id="3" name="Image 2">
            <a:extLst>
              <a:ext uri="{FF2B5EF4-FFF2-40B4-BE49-F238E27FC236}">
                <a16:creationId xmlns:a16="http://schemas.microsoft.com/office/drawing/2014/main" id="{A3BE8840-8978-0E90-2912-A935C9C5BEF1}"/>
              </a:ext>
            </a:extLst>
          </p:cNvPr>
          <p:cNvPicPr>
            <a:picLocks noChangeAspect="1"/>
          </p:cNvPicPr>
          <p:nvPr/>
        </p:nvPicPr>
        <p:blipFill>
          <a:blip r:embed="rId3"/>
          <a:stretch>
            <a:fillRect/>
          </a:stretch>
        </p:blipFill>
        <p:spPr>
          <a:xfrm>
            <a:off x="459185" y="1068629"/>
            <a:ext cx="5986763" cy="3474834"/>
          </a:xfrm>
          <a:prstGeom prst="rect">
            <a:avLst/>
          </a:prstGeom>
        </p:spPr>
      </p:pic>
      <p:pic>
        <p:nvPicPr>
          <p:cNvPr id="6150" name="Picture 6" descr="Images de B2b – Téléchargement gratuit sur Freepik">
            <a:extLst>
              <a:ext uri="{FF2B5EF4-FFF2-40B4-BE49-F238E27FC236}">
                <a16:creationId xmlns:a16="http://schemas.microsoft.com/office/drawing/2014/main" id="{FBFE389C-E630-994B-574E-C3526CD631A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14617" y="2073142"/>
            <a:ext cx="2200199" cy="1465808"/>
          </a:xfrm>
          <a:prstGeom prst="rect">
            <a:avLst/>
          </a:prstGeom>
          <a:noFill/>
          <a:extLst>
            <a:ext uri="{909E8E84-426E-40DD-AFC4-6F175D3DCCD1}">
              <a14:hiddenFill xmlns:a14="http://schemas.microsoft.com/office/drawing/2010/main">
                <a:solidFill>
                  <a:srgbClr val="FFFFFF"/>
                </a:solidFill>
              </a14:hiddenFill>
            </a:ext>
          </a:extLst>
        </p:spPr>
      </p:pic>
      <p:sp>
        <p:nvSpPr>
          <p:cNvPr id="9" name="ZoneTexte 8">
            <a:extLst>
              <a:ext uri="{FF2B5EF4-FFF2-40B4-BE49-F238E27FC236}">
                <a16:creationId xmlns:a16="http://schemas.microsoft.com/office/drawing/2014/main" id="{B89BB96A-1630-07F7-7C9E-AA6F744AC3CC}"/>
              </a:ext>
            </a:extLst>
          </p:cNvPr>
          <p:cNvSpPr txBox="1"/>
          <p:nvPr/>
        </p:nvSpPr>
        <p:spPr>
          <a:xfrm>
            <a:off x="819303" y="4511921"/>
            <a:ext cx="7597016" cy="369332"/>
          </a:xfrm>
          <a:prstGeom prst="rect">
            <a:avLst/>
          </a:prstGeom>
          <a:noFill/>
        </p:spPr>
        <p:txBody>
          <a:bodyPr wrap="none" rtlCol="0">
            <a:spAutoFit/>
          </a:bodyPr>
          <a:lstStyle/>
          <a:p>
            <a:r>
              <a:rPr lang="fr-FR" dirty="0"/>
              <a:t>4 clients B2B qui dépensent au total ~900k € ! (7,43% de notre CA total)</a:t>
            </a:r>
          </a:p>
        </p:txBody>
      </p:sp>
    </p:spTree>
    <p:extLst>
      <p:ext uri="{BB962C8B-B14F-4D97-AF65-F5344CB8AC3E}">
        <p14:creationId xmlns:p14="http://schemas.microsoft.com/office/powerpoint/2010/main" val="29038338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 sz="3300" b="0" strike="noStrike" spc="-1" dirty="0">
                <a:solidFill>
                  <a:schemeClr val="accent1"/>
                </a:solidFill>
                <a:latin typeface="Calibri"/>
                <a:ea typeface="Calibri"/>
              </a:rPr>
              <a:t>Mieux connaître nos clients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13</a:t>
            </a:fld>
            <a:endParaRPr lang="fr-FR" sz="900" b="0" strike="noStrike" spc="-1">
              <a:solidFill>
                <a:srgbClr val="000000"/>
              </a:solidFill>
              <a:latin typeface="Times New Roman"/>
            </a:endParaRPr>
          </a:p>
        </p:txBody>
      </p:sp>
      <p:pic>
        <p:nvPicPr>
          <p:cNvPr id="3" name="Image 2">
            <a:extLst>
              <a:ext uri="{FF2B5EF4-FFF2-40B4-BE49-F238E27FC236}">
                <a16:creationId xmlns:a16="http://schemas.microsoft.com/office/drawing/2014/main" id="{CCA7C546-37ED-E0F2-2CEE-DBC8C6D781C7}"/>
              </a:ext>
            </a:extLst>
          </p:cNvPr>
          <p:cNvPicPr>
            <a:picLocks noChangeAspect="1"/>
          </p:cNvPicPr>
          <p:nvPr/>
        </p:nvPicPr>
        <p:blipFill>
          <a:blip r:embed="rId3"/>
          <a:stretch>
            <a:fillRect/>
          </a:stretch>
        </p:blipFill>
        <p:spPr>
          <a:xfrm>
            <a:off x="364207" y="966816"/>
            <a:ext cx="6218865" cy="3562321"/>
          </a:xfrm>
          <a:prstGeom prst="rect">
            <a:avLst/>
          </a:prstGeom>
        </p:spPr>
      </p:pic>
      <p:pic>
        <p:nvPicPr>
          <p:cNvPr id="4" name="Picture 6" descr="Images de B2b – Téléchargement gratuit sur Freepik">
            <a:extLst>
              <a:ext uri="{FF2B5EF4-FFF2-40B4-BE49-F238E27FC236}">
                <a16:creationId xmlns:a16="http://schemas.microsoft.com/office/drawing/2014/main" id="{FEB0B4AF-56E2-EADC-8C3B-5344D8A2300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13401" y="2174993"/>
            <a:ext cx="2200199" cy="1465808"/>
          </a:xfrm>
          <a:prstGeom prst="rect">
            <a:avLst/>
          </a:prstGeom>
          <a:noFill/>
          <a:extLst>
            <a:ext uri="{909E8E84-426E-40DD-AFC4-6F175D3DCCD1}">
              <a14:hiddenFill xmlns:a14="http://schemas.microsoft.com/office/drawing/2010/main">
                <a:solidFill>
                  <a:srgbClr val="FFFFFF"/>
                </a:solidFill>
              </a14:hiddenFill>
            </a:ext>
          </a:extLst>
        </p:spPr>
      </p:pic>
      <p:sp>
        <p:nvSpPr>
          <p:cNvPr id="5" name="ZoneTexte 4">
            <a:extLst>
              <a:ext uri="{FF2B5EF4-FFF2-40B4-BE49-F238E27FC236}">
                <a16:creationId xmlns:a16="http://schemas.microsoft.com/office/drawing/2014/main" id="{B6607407-04A7-AC50-0384-1250CC7A9EF0}"/>
              </a:ext>
            </a:extLst>
          </p:cNvPr>
          <p:cNvSpPr txBox="1"/>
          <p:nvPr/>
        </p:nvSpPr>
        <p:spPr>
          <a:xfrm>
            <a:off x="819303" y="4511921"/>
            <a:ext cx="6519734" cy="369332"/>
          </a:xfrm>
          <a:prstGeom prst="rect">
            <a:avLst/>
          </a:prstGeom>
          <a:noFill/>
        </p:spPr>
        <p:txBody>
          <a:bodyPr wrap="none" rtlCol="0">
            <a:spAutoFit/>
          </a:bodyPr>
          <a:lstStyle/>
          <a:p>
            <a:r>
              <a:rPr lang="fr-FR" dirty="0"/>
              <a:t>De plus, ce sont des clients réguliers (achètent tous les mois).</a:t>
            </a:r>
          </a:p>
        </p:txBody>
      </p:sp>
    </p:spTree>
    <p:extLst>
      <p:ext uri="{BB962C8B-B14F-4D97-AF65-F5344CB8AC3E}">
        <p14:creationId xmlns:p14="http://schemas.microsoft.com/office/powerpoint/2010/main" val="3520887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 sz="3300" b="0" strike="noStrike" spc="-1" dirty="0">
                <a:solidFill>
                  <a:schemeClr val="accent1"/>
                </a:solidFill>
                <a:latin typeface="Calibri"/>
                <a:ea typeface="Calibri"/>
              </a:rPr>
              <a:t>Mieux connaître nos clients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14</a:t>
            </a:fld>
            <a:endParaRPr lang="fr-FR" sz="900" b="0" strike="noStrike" spc="-1">
              <a:solidFill>
                <a:srgbClr val="000000"/>
              </a:solidFill>
              <a:latin typeface="Times New Roman"/>
            </a:endParaRPr>
          </a:p>
        </p:txBody>
      </p:sp>
      <p:pic>
        <p:nvPicPr>
          <p:cNvPr id="3" name="Image 2">
            <a:extLst>
              <a:ext uri="{FF2B5EF4-FFF2-40B4-BE49-F238E27FC236}">
                <a16:creationId xmlns:a16="http://schemas.microsoft.com/office/drawing/2014/main" id="{16D9D14C-8F5C-DA1B-EF5B-CAB59FD136D4}"/>
              </a:ext>
            </a:extLst>
          </p:cNvPr>
          <p:cNvPicPr>
            <a:picLocks noChangeAspect="1"/>
          </p:cNvPicPr>
          <p:nvPr/>
        </p:nvPicPr>
        <p:blipFill>
          <a:blip r:embed="rId3"/>
          <a:stretch>
            <a:fillRect/>
          </a:stretch>
        </p:blipFill>
        <p:spPr>
          <a:xfrm>
            <a:off x="601335" y="917789"/>
            <a:ext cx="3649765" cy="3692907"/>
          </a:xfrm>
          <a:prstGeom prst="rect">
            <a:avLst/>
          </a:prstGeom>
        </p:spPr>
      </p:pic>
      <p:pic>
        <p:nvPicPr>
          <p:cNvPr id="7" name="Image 6">
            <a:extLst>
              <a:ext uri="{FF2B5EF4-FFF2-40B4-BE49-F238E27FC236}">
                <a16:creationId xmlns:a16="http://schemas.microsoft.com/office/drawing/2014/main" id="{D05BAC7A-076F-D3A4-3E59-C42AE8EC35F9}"/>
              </a:ext>
            </a:extLst>
          </p:cNvPr>
          <p:cNvPicPr>
            <a:picLocks noChangeAspect="1"/>
          </p:cNvPicPr>
          <p:nvPr/>
        </p:nvPicPr>
        <p:blipFill>
          <a:blip r:embed="rId4"/>
          <a:stretch>
            <a:fillRect/>
          </a:stretch>
        </p:blipFill>
        <p:spPr>
          <a:xfrm>
            <a:off x="4465383" y="917788"/>
            <a:ext cx="3649765" cy="3692907"/>
          </a:xfrm>
          <a:prstGeom prst="rect">
            <a:avLst/>
          </a:prstGeom>
        </p:spPr>
      </p:pic>
    </p:spTree>
    <p:extLst>
      <p:ext uri="{BB962C8B-B14F-4D97-AF65-F5344CB8AC3E}">
        <p14:creationId xmlns:p14="http://schemas.microsoft.com/office/powerpoint/2010/main" val="3765293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 sz="3300" b="0" strike="noStrike" spc="-1" dirty="0">
                <a:solidFill>
                  <a:schemeClr val="accent1"/>
                </a:solidFill>
                <a:latin typeface="Calibri"/>
                <a:ea typeface="Calibri"/>
              </a:rPr>
              <a:t>Mieux connaître nos clients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15</a:t>
            </a:fld>
            <a:endParaRPr lang="fr-FR" sz="900" b="0" strike="noStrike" spc="-1">
              <a:solidFill>
                <a:srgbClr val="000000"/>
              </a:solidFill>
              <a:latin typeface="Times New Roman"/>
            </a:endParaRPr>
          </a:p>
        </p:txBody>
      </p:sp>
      <p:pic>
        <p:nvPicPr>
          <p:cNvPr id="3" name="Image 2">
            <a:extLst>
              <a:ext uri="{FF2B5EF4-FFF2-40B4-BE49-F238E27FC236}">
                <a16:creationId xmlns:a16="http://schemas.microsoft.com/office/drawing/2014/main" id="{533AC32A-2DA2-014F-C7E8-7201544E888B}"/>
              </a:ext>
            </a:extLst>
          </p:cNvPr>
          <p:cNvPicPr>
            <a:picLocks noChangeAspect="1"/>
          </p:cNvPicPr>
          <p:nvPr/>
        </p:nvPicPr>
        <p:blipFill>
          <a:blip r:embed="rId3"/>
          <a:stretch>
            <a:fillRect/>
          </a:stretch>
        </p:blipFill>
        <p:spPr>
          <a:xfrm>
            <a:off x="863412" y="1048883"/>
            <a:ext cx="6581049" cy="3556622"/>
          </a:xfrm>
          <a:prstGeom prst="rect">
            <a:avLst/>
          </a:prstGeom>
        </p:spPr>
      </p:pic>
    </p:spTree>
    <p:extLst>
      <p:ext uri="{BB962C8B-B14F-4D97-AF65-F5344CB8AC3E}">
        <p14:creationId xmlns:p14="http://schemas.microsoft.com/office/powerpoint/2010/main" val="15409179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 sz="3300" b="0" strike="noStrike" spc="-1" dirty="0">
                <a:solidFill>
                  <a:schemeClr val="accent1"/>
                </a:solidFill>
                <a:latin typeface="Calibri"/>
                <a:ea typeface="Calibri"/>
              </a:rPr>
              <a:t>Mieux connaître nos clients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16</a:t>
            </a:fld>
            <a:endParaRPr lang="fr-FR" sz="900" b="0" strike="noStrike" spc="-1">
              <a:solidFill>
                <a:srgbClr val="000000"/>
              </a:solidFill>
              <a:latin typeface="Times New Roman"/>
            </a:endParaRPr>
          </a:p>
        </p:txBody>
      </p:sp>
      <p:pic>
        <p:nvPicPr>
          <p:cNvPr id="5" name="Image 4">
            <a:extLst>
              <a:ext uri="{FF2B5EF4-FFF2-40B4-BE49-F238E27FC236}">
                <a16:creationId xmlns:a16="http://schemas.microsoft.com/office/drawing/2014/main" id="{0B52C12D-E29F-6359-172C-AC2C9468198E}"/>
              </a:ext>
            </a:extLst>
          </p:cNvPr>
          <p:cNvPicPr>
            <a:picLocks noChangeAspect="1"/>
          </p:cNvPicPr>
          <p:nvPr/>
        </p:nvPicPr>
        <p:blipFill>
          <a:blip r:embed="rId3"/>
          <a:stretch>
            <a:fillRect/>
          </a:stretch>
        </p:blipFill>
        <p:spPr>
          <a:xfrm>
            <a:off x="1115366" y="1090911"/>
            <a:ext cx="6319701" cy="3459736"/>
          </a:xfrm>
          <a:prstGeom prst="rect">
            <a:avLst/>
          </a:prstGeom>
        </p:spPr>
      </p:pic>
    </p:spTree>
    <p:extLst>
      <p:ext uri="{BB962C8B-B14F-4D97-AF65-F5344CB8AC3E}">
        <p14:creationId xmlns:p14="http://schemas.microsoft.com/office/powerpoint/2010/main" val="23378188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 sz="3300" b="0" strike="noStrike" spc="-1" dirty="0">
                <a:solidFill>
                  <a:schemeClr val="accent1"/>
                </a:solidFill>
                <a:latin typeface="Calibri"/>
                <a:ea typeface="Calibri"/>
              </a:rPr>
              <a:t>Mieux connaître nos clients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17</a:t>
            </a:fld>
            <a:endParaRPr lang="fr-FR" sz="900" b="0" strike="noStrike" spc="-1">
              <a:solidFill>
                <a:srgbClr val="000000"/>
              </a:solidFill>
              <a:latin typeface="Times New Roman"/>
            </a:endParaRPr>
          </a:p>
        </p:txBody>
      </p:sp>
      <p:pic>
        <p:nvPicPr>
          <p:cNvPr id="3" name="Image 2">
            <a:extLst>
              <a:ext uri="{FF2B5EF4-FFF2-40B4-BE49-F238E27FC236}">
                <a16:creationId xmlns:a16="http://schemas.microsoft.com/office/drawing/2014/main" id="{3CA7F4F5-E99D-FF9C-F782-A95D3C3388E8}"/>
              </a:ext>
            </a:extLst>
          </p:cNvPr>
          <p:cNvPicPr>
            <a:picLocks noChangeAspect="1"/>
          </p:cNvPicPr>
          <p:nvPr/>
        </p:nvPicPr>
        <p:blipFill>
          <a:blip r:embed="rId3"/>
          <a:stretch>
            <a:fillRect/>
          </a:stretch>
        </p:blipFill>
        <p:spPr>
          <a:xfrm>
            <a:off x="784319" y="859101"/>
            <a:ext cx="6882380" cy="3908019"/>
          </a:xfrm>
          <a:prstGeom prst="rect">
            <a:avLst/>
          </a:prstGeom>
        </p:spPr>
      </p:pic>
    </p:spTree>
    <p:extLst>
      <p:ext uri="{BB962C8B-B14F-4D97-AF65-F5344CB8AC3E}">
        <p14:creationId xmlns:p14="http://schemas.microsoft.com/office/powerpoint/2010/main" val="2267595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 7">
            <a:extLst>
              <a:ext uri="{FF2B5EF4-FFF2-40B4-BE49-F238E27FC236}">
                <a16:creationId xmlns:a16="http://schemas.microsoft.com/office/drawing/2014/main" id="{1CC65FDF-2738-C5FB-2A9F-9AEBD61B3E6A}"/>
              </a:ext>
            </a:extLst>
          </p:cNvPr>
          <p:cNvPicPr>
            <a:picLocks noChangeAspect="1"/>
          </p:cNvPicPr>
          <p:nvPr/>
        </p:nvPicPr>
        <p:blipFill>
          <a:blip r:embed="rId3"/>
          <a:stretch>
            <a:fillRect/>
          </a:stretch>
        </p:blipFill>
        <p:spPr>
          <a:xfrm>
            <a:off x="281777" y="1320807"/>
            <a:ext cx="5600039" cy="3182952"/>
          </a:xfrm>
          <a:prstGeom prst="rect">
            <a:avLst/>
          </a:prstGeom>
        </p:spPr>
      </p:pic>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 sz="3300" b="0" strike="noStrike" spc="-1" dirty="0">
                <a:solidFill>
                  <a:schemeClr val="accent1"/>
                </a:solidFill>
                <a:latin typeface="Calibri"/>
                <a:ea typeface="Calibri"/>
              </a:rPr>
              <a:t>Mieux connaître nos clients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18</a:t>
            </a:fld>
            <a:endParaRPr lang="fr-FR" sz="900" b="0" strike="noStrike" spc="-1">
              <a:solidFill>
                <a:srgbClr val="000000"/>
              </a:solidFill>
              <a:latin typeface="Times New Roman"/>
            </a:endParaRPr>
          </a:p>
        </p:txBody>
      </p:sp>
      <p:pic>
        <p:nvPicPr>
          <p:cNvPr id="12" name="Image 11">
            <a:extLst>
              <a:ext uri="{FF2B5EF4-FFF2-40B4-BE49-F238E27FC236}">
                <a16:creationId xmlns:a16="http://schemas.microsoft.com/office/drawing/2014/main" id="{CF5D0298-DA0E-98C7-8E73-345CD0C7944D}"/>
              </a:ext>
            </a:extLst>
          </p:cNvPr>
          <p:cNvPicPr>
            <a:picLocks noChangeAspect="1"/>
          </p:cNvPicPr>
          <p:nvPr/>
        </p:nvPicPr>
        <p:blipFill>
          <a:blip r:embed="rId4"/>
          <a:stretch>
            <a:fillRect/>
          </a:stretch>
        </p:blipFill>
        <p:spPr>
          <a:xfrm>
            <a:off x="6129366" y="1476978"/>
            <a:ext cx="2545076" cy="2633113"/>
          </a:xfrm>
          <a:prstGeom prst="rect">
            <a:avLst/>
          </a:prstGeom>
        </p:spPr>
      </p:pic>
    </p:spTree>
    <p:extLst>
      <p:ext uri="{BB962C8B-B14F-4D97-AF65-F5344CB8AC3E}">
        <p14:creationId xmlns:p14="http://schemas.microsoft.com/office/powerpoint/2010/main" val="27111657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PlaceHolder 3"/>
          <p:cNvSpPr>
            <a:spLocks noGrp="1"/>
          </p:cNvSpPr>
          <p:nvPr>
            <p:ph type="sldNum" idx="37"/>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EB2AC8A3-BA5A-4A14-B758-4A6447736A1E}" type="slidenum">
              <a:rPr lang="fr" sz="900" b="0" strike="noStrike" spc="-1">
                <a:solidFill>
                  <a:srgbClr val="9E9E9E"/>
                </a:solidFill>
                <a:latin typeface="Calibri"/>
                <a:ea typeface="Calibri"/>
              </a:rPr>
              <a:t>19</a:t>
            </a:fld>
            <a:endParaRPr lang="fr-FR" sz="900" b="0" strike="noStrike" spc="-1">
              <a:solidFill>
                <a:srgbClr val="000000"/>
              </a:solidFill>
              <a:latin typeface="Times New Roman"/>
            </a:endParaRPr>
          </a:p>
        </p:txBody>
      </p:sp>
      <p:sp>
        <p:nvSpPr>
          <p:cNvPr id="4" name="ZoneTexte 3">
            <a:extLst>
              <a:ext uri="{FF2B5EF4-FFF2-40B4-BE49-F238E27FC236}">
                <a16:creationId xmlns:a16="http://schemas.microsoft.com/office/drawing/2014/main" id="{FB3DFA4E-6B68-1FD7-9A58-975A2A2EFDB2}"/>
              </a:ext>
            </a:extLst>
          </p:cNvPr>
          <p:cNvSpPr txBox="1"/>
          <p:nvPr/>
        </p:nvSpPr>
        <p:spPr>
          <a:xfrm>
            <a:off x="1141765" y="1353021"/>
            <a:ext cx="3087644" cy="2800767"/>
          </a:xfrm>
          <a:prstGeom prst="rect">
            <a:avLst/>
          </a:prstGeom>
          <a:noFill/>
        </p:spPr>
        <p:txBody>
          <a:bodyPr wrap="square">
            <a:spAutoFit/>
          </a:bodyPr>
          <a:lstStyle/>
          <a:p>
            <a:r>
              <a:rPr lang="fr-FR" sz="4400" b="1" spc="-1" dirty="0">
                <a:solidFill>
                  <a:schemeClr val="accent1"/>
                </a:solidFill>
                <a:latin typeface="Calibri"/>
                <a:ea typeface="Calibri"/>
              </a:rPr>
              <a:t>Les relations entre nos clients et leurs achats</a:t>
            </a:r>
            <a:endParaRPr lang="fr-FR" sz="4400" dirty="0"/>
          </a:p>
        </p:txBody>
      </p:sp>
      <p:pic>
        <p:nvPicPr>
          <p:cNvPr id="3074" name="Picture 2" descr="Concept de grande facture illustration de vecteur. Illustration du  conception - 235060478">
            <a:extLst>
              <a:ext uri="{FF2B5EF4-FFF2-40B4-BE49-F238E27FC236}">
                <a16:creationId xmlns:a16="http://schemas.microsoft.com/office/drawing/2014/main" id="{9630C8D5-5610-1240-67DB-6EF4041064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94887" y="1209682"/>
            <a:ext cx="4464974" cy="28575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48434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1" y="266711"/>
            <a:ext cx="7258711" cy="1013449"/>
          </a:xfrm>
          <a:prstGeom prst="rect">
            <a:avLst/>
          </a:prstGeom>
          <a:noFill/>
          <a:ln w="0">
            <a:noFill/>
          </a:ln>
        </p:spPr>
        <p:txBody>
          <a:bodyPr lIns="68400" tIns="34200" rIns="68400" bIns="0" anchor="b">
            <a:normAutofit/>
          </a:bodyPr>
          <a:lstStyle/>
          <a:p>
            <a:pPr indent="0">
              <a:lnSpc>
                <a:spcPct val="90000"/>
              </a:lnSpc>
              <a:buNone/>
              <a:tabLst>
                <a:tab pos="0" algn="l"/>
              </a:tabLst>
            </a:pPr>
            <a:r>
              <a:rPr lang="fr-FR" sz="3300" b="0" strike="noStrike" spc="-1" dirty="0">
                <a:solidFill>
                  <a:schemeClr val="accent1"/>
                </a:solidFill>
                <a:latin typeface="Calibri"/>
                <a:ea typeface="Calibri"/>
              </a:rPr>
              <a:t> Corrélation entre le genre d’un client et les catégories des livres achetés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20</a:t>
            </a:fld>
            <a:endParaRPr lang="fr-FR" sz="900" b="0" strike="noStrike" spc="-1">
              <a:solidFill>
                <a:srgbClr val="000000"/>
              </a:solidFill>
              <a:latin typeface="Times New Roman"/>
            </a:endParaRPr>
          </a:p>
        </p:txBody>
      </p:sp>
      <p:pic>
        <p:nvPicPr>
          <p:cNvPr id="6" name="Image 5">
            <a:extLst>
              <a:ext uri="{FF2B5EF4-FFF2-40B4-BE49-F238E27FC236}">
                <a16:creationId xmlns:a16="http://schemas.microsoft.com/office/drawing/2014/main" id="{B65DAC75-12F2-A35E-EB79-97390515B103}"/>
              </a:ext>
            </a:extLst>
          </p:cNvPr>
          <p:cNvPicPr>
            <a:picLocks noChangeAspect="1"/>
          </p:cNvPicPr>
          <p:nvPr/>
        </p:nvPicPr>
        <p:blipFill>
          <a:blip r:embed="rId3"/>
          <a:stretch>
            <a:fillRect/>
          </a:stretch>
        </p:blipFill>
        <p:spPr>
          <a:xfrm>
            <a:off x="1507920" y="1413628"/>
            <a:ext cx="5090390" cy="2705658"/>
          </a:xfrm>
          <a:prstGeom prst="rect">
            <a:avLst/>
          </a:prstGeom>
        </p:spPr>
      </p:pic>
      <p:sp>
        <p:nvSpPr>
          <p:cNvPr id="7" name="ZoneTexte 6">
            <a:extLst>
              <a:ext uri="{FF2B5EF4-FFF2-40B4-BE49-F238E27FC236}">
                <a16:creationId xmlns:a16="http://schemas.microsoft.com/office/drawing/2014/main" id="{18BB0707-9C2D-8D3A-DA11-F0C3EF253AEB}"/>
              </a:ext>
            </a:extLst>
          </p:cNvPr>
          <p:cNvSpPr txBox="1"/>
          <p:nvPr/>
        </p:nvSpPr>
        <p:spPr>
          <a:xfrm>
            <a:off x="1228777" y="4256869"/>
            <a:ext cx="6686446" cy="646331"/>
          </a:xfrm>
          <a:prstGeom prst="rect">
            <a:avLst/>
          </a:prstGeom>
          <a:noFill/>
        </p:spPr>
        <p:txBody>
          <a:bodyPr wrap="none" rtlCol="0">
            <a:spAutoFit/>
          </a:bodyPr>
          <a:lstStyle/>
          <a:p>
            <a:pPr algn="ctr"/>
            <a:r>
              <a:rPr lang="fr-FR" dirty="0"/>
              <a:t>Visuellement, il n’y a pas de lien. </a:t>
            </a:r>
          </a:p>
          <a:p>
            <a:pPr algn="ctr"/>
            <a:r>
              <a:rPr lang="fr-FR" dirty="0"/>
              <a:t>Statistiquement, il y en a un mais il est à une échelle très faible.</a:t>
            </a:r>
          </a:p>
        </p:txBody>
      </p:sp>
    </p:spTree>
    <p:extLst>
      <p:ext uri="{BB962C8B-B14F-4D97-AF65-F5344CB8AC3E}">
        <p14:creationId xmlns:p14="http://schemas.microsoft.com/office/powerpoint/2010/main" val="1102441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1" y="266711"/>
            <a:ext cx="7258711" cy="1013449"/>
          </a:xfrm>
          <a:prstGeom prst="rect">
            <a:avLst/>
          </a:prstGeom>
          <a:noFill/>
          <a:ln w="0">
            <a:noFill/>
          </a:ln>
        </p:spPr>
        <p:txBody>
          <a:bodyPr lIns="68400" tIns="34200" rIns="68400" bIns="0" anchor="b">
            <a:normAutofit/>
          </a:bodyPr>
          <a:lstStyle/>
          <a:p>
            <a:pPr indent="0">
              <a:lnSpc>
                <a:spcPct val="90000"/>
              </a:lnSpc>
              <a:buNone/>
              <a:tabLst>
                <a:tab pos="0" algn="l"/>
              </a:tabLst>
            </a:pPr>
            <a:r>
              <a:rPr lang="fr-FR" sz="3300" spc="-1" dirty="0">
                <a:solidFill>
                  <a:schemeClr val="accent1"/>
                </a:solidFill>
                <a:latin typeface="Calibri"/>
                <a:ea typeface="Calibri"/>
              </a:rPr>
              <a:t>L</a:t>
            </a:r>
            <a:r>
              <a:rPr lang="fr-FR" sz="3300" b="0" strike="noStrike" spc="-1" dirty="0">
                <a:solidFill>
                  <a:schemeClr val="accent1"/>
                </a:solidFill>
                <a:latin typeface="Calibri"/>
                <a:ea typeface="Calibri"/>
              </a:rPr>
              <a:t>ien entre l'âge des clients et le montant total des achats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21</a:t>
            </a:fld>
            <a:endParaRPr lang="fr-FR" sz="900" b="0" strike="noStrike" spc="-1">
              <a:solidFill>
                <a:srgbClr val="000000"/>
              </a:solidFill>
              <a:latin typeface="Times New Roman"/>
            </a:endParaRPr>
          </a:p>
        </p:txBody>
      </p:sp>
      <p:pic>
        <p:nvPicPr>
          <p:cNvPr id="3" name="Image 2">
            <a:extLst>
              <a:ext uri="{FF2B5EF4-FFF2-40B4-BE49-F238E27FC236}">
                <a16:creationId xmlns:a16="http://schemas.microsoft.com/office/drawing/2014/main" id="{165CEB13-56B9-B465-7E9C-48C94A85D52B}"/>
              </a:ext>
            </a:extLst>
          </p:cNvPr>
          <p:cNvPicPr>
            <a:picLocks noChangeAspect="1"/>
          </p:cNvPicPr>
          <p:nvPr/>
        </p:nvPicPr>
        <p:blipFill>
          <a:blip r:embed="rId3"/>
          <a:stretch>
            <a:fillRect/>
          </a:stretch>
        </p:blipFill>
        <p:spPr>
          <a:xfrm>
            <a:off x="2068750" y="1303704"/>
            <a:ext cx="4813125" cy="3070539"/>
          </a:xfrm>
          <a:prstGeom prst="rect">
            <a:avLst/>
          </a:prstGeom>
        </p:spPr>
      </p:pic>
      <p:sp>
        <p:nvSpPr>
          <p:cNvPr id="4" name="ZoneTexte 3">
            <a:extLst>
              <a:ext uri="{FF2B5EF4-FFF2-40B4-BE49-F238E27FC236}">
                <a16:creationId xmlns:a16="http://schemas.microsoft.com/office/drawing/2014/main" id="{7299DC45-3FA1-3FEF-8807-E755CD8E6E9E}"/>
              </a:ext>
            </a:extLst>
          </p:cNvPr>
          <p:cNvSpPr txBox="1"/>
          <p:nvPr/>
        </p:nvSpPr>
        <p:spPr>
          <a:xfrm>
            <a:off x="2068753" y="4397788"/>
            <a:ext cx="5006500" cy="369332"/>
          </a:xfrm>
          <a:prstGeom prst="rect">
            <a:avLst/>
          </a:prstGeom>
          <a:noFill/>
        </p:spPr>
        <p:txBody>
          <a:bodyPr wrap="none" rtlCol="0">
            <a:spAutoFit/>
          </a:bodyPr>
          <a:lstStyle/>
          <a:p>
            <a:pPr algn="ctr"/>
            <a:r>
              <a:rPr lang="fr-FR" dirty="0"/>
              <a:t>Plus les clients sont âgés, moins ils dépensent.</a:t>
            </a:r>
          </a:p>
        </p:txBody>
      </p:sp>
    </p:spTree>
    <p:extLst>
      <p:ext uri="{BB962C8B-B14F-4D97-AF65-F5344CB8AC3E}">
        <p14:creationId xmlns:p14="http://schemas.microsoft.com/office/powerpoint/2010/main" val="12458351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1" y="266711"/>
            <a:ext cx="7258711" cy="1013449"/>
          </a:xfrm>
          <a:prstGeom prst="rect">
            <a:avLst/>
          </a:prstGeom>
          <a:noFill/>
          <a:ln w="0">
            <a:noFill/>
          </a:ln>
        </p:spPr>
        <p:txBody>
          <a:bodyPr lIns="68400" tIns="34200" rIns="68400" bIns="0" anchor="b">
            <a:normAutofit/>
          </a:bodyPr>
          <a:lstStyle/>
          <a:p>
            <a:pPr indent="0">
              <a:lnSpc>
                <a:spcPct val="90000"/>
              </a:lnSpc>
              <a:buNone/>
              <a:tabLst>
                <a:tab pos="0" algn="l"/>
              </a:tabLst>
            </a:pPr>
            <a:r>
              <a:rPr lang="fr-FR" sz="3300" spc="-1" dirty="0">
                <a:solidFill>
                  <a:schemeClr val="accent1"/>
                </a:solidFill>
                <a:latin typeface="Calibri"/>
                <a:ea typeface="Calibri"/>
              </a:rPr>
              <a:t>L</a:t>
            </a:r>
            <a:r>
              <a:rPr lang="fr-FR" sz="3300" b="0" strike="noStrike" spc="-1" dirty="0">
                <a:solidFill>
                  <a:schemeClr val="accent1"/>
                </a:solidFill>
                <a:latin typeface="Calibri"/>
                <a:ea typeface="Calibri"/>
              </a:rPr>
              <a:t>ien entre l'âge des clients et la fréquence d’achat</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22</a:t>
            </a:fld>
            <a:endParaRPr lang="fr-FR" sz="900" b="0" strike="noStrike" spc="-1">
              <a:solidFill>
                <a:srgbClr val="000000"/>
              </a:solidFill>
              <a:latin typeface="Times New Roman"/>
            </a:endParaRPr>
          </a:p>
        </p:txBody>
      </p:sp>
      <p:sp>
        <p:nvSpPr>
          <p:cNvPr id="4" name="ZoneTexte 3">
            <a:extLst>
              <a:ext uri="{FF2B5EF4-FFF2-40B4-BE49-F238E27FC236}">
                <a16:creationId xmlns:a16="http://schemas.microsoft.com/office/drawing/2014/main" id="{7299DC45-3FA1-3FEF-8807-E755CD8E6E9E}"/>
              </a:ext>
            </a:extLst>
          </p:cNvPr>
          <p:cNvSpPr txBox="1"/>
          <p:nvPr/>
        </p:nvSpPr>
        <p:spPr>
          <a:xfrm>
            <a:off x="869708" y="4397788"/>
            <a:ext cx="7404591" cy="369332"/>
          </a:xfrm>
          <a:prstGeom prst="rect">
            <a:avLst/>
          </a:prstGeom>
          <a:noFill/>
        </p:spPr>
        <p:txBody>
          <a:bodyPr wrap="none" rtlCol="0">
            <a:spAutoFit/>
          </a:bodyPr>
          <a:lstStyle/>
          <a:p>
            <a:pPr algn="ctr"/>
            <a:r>
              <a:rPr lang="fr-FR" dirty="0"/>
              <a:t>On peut croire que plus les clients sont âgés, plus ils achètent souvent.</a:t>
            </a:r>
          </a:p>
        </p:txBody>
      </p:sp>
      <p:pic>
        <p:nvPicPr>
          <p:cNvPr id="5" name="Image 4">
            <a:extLst>
              <a:ext uri="{FF2B5EF4-FFF2-40B4-BE49-F238E27FC236}">
                <a16:creationId xmlns:a16="http://schemas.microsoft.com/office/drawing/2014/main" id="{562A2191-0F53-E4EF-55BF-1008822F8568}"/>
              </a:ext>
            </a:extLst>
          </p:cNvPr>
          <p:cNvPicPr>
            <a:picLocks noChangeAspect="1"/>
          </p:cNvPicPr>
          <p:nvPr/>
        </p:nvPicPr>
        <p:blipFill>
          <a:blip r:embed="rId3"/>
          <a:stretch>
            <a:fillRect/>
          </a:stretch>
        </p:blipFill>
        <p:spPr>
          <a:xfrm>
            <a:off x="1907522" y="1355712"/>
            <a:ext cx="5328956" cy="2966524"/>
          </a:xfrm>
          <a:prstGeom prst="rect">
            <a:avLst/>
          </a:prstGeom>
        </p:spPr>
      </p:pic>
    </p:spTree>
    <p:extLst>
      <p:ext uri="{BB962C8B-B14F-4D97-AF65-F5344CB8AC3E}">
        <p14:creationId xmlns:p14="http://schemas.microsoft.com/office/powerpoint/2010/main" val="27409898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1" y="266711"/>
            <a:ext cx="7258711" cy="1013449"/>
          </a:xfrm>
          <a:prstGeom prst="rect">
            <a:avLst/>
          </a:prstGeom>
          <a:noFill/>
          <a:ln w="0">
            <a:noFill/>
          </a:ln>
        </p:spPr>
        <p:txBody>
          <a:bodyPr lIns="68400" tIns="34200" rIns="68400" bIns="0" anchor="b">
            <a:normAutofit/>
          </a:bodyPr>
          <a:lstStyle/>
          <a:p>
            <a:pPr indent="0">
              <a:lnSpc>
                <a:spcPct val="90000"/>
              </a:lnSpc>
              <a:buNone/>
              <a:tabLst>
                <a:tab pos="0" algn="l"/>
              </a:tabLst>
            </a:pPr>
            <a:r>
              <a:rPr lang="fr-FR" sz="3300" spc="-1" dirty="0">
                <a:solidFill>
                  <a:schemeClr val="accent1"/>
                </a:solidFill>
                <a:latin typeface="Calibri"/>
                <a:ea typeface="Calibri"/>
              </a:rPr>
              <a:t>L</a:t>
            </a:r>
            <a:r>
              <a:rPr lang="fr-FR" sz="3300" b="0" strike="noStrike" spc="-1" dirty="0">
                <a:solidFill>
                  <a:schemeClr val="accent1"/>
                </a:solidFill>
                <a:latin typeface="Calibri"/>
                <a:ea typeface="Calibri"/>
              </a:rPr>
              <a:t>ien entre l'âge des clients et la fréquence d’achat</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23</a:t>
            </a:fld>
            <a:endParaRPr lang="fr-FR" sz="900" b="0" strike="noStrike" spc="-1">
              <a:solidFill>
                <a:srgbClr val="000000"/>
              </a:solidFill>
              <a:latin typeface="Times New Roman"/>
            </a:endParaRPr>
          </a:p>
        </p:txBody>
      </p:sp>
      <p:sp>
        <p:nvSpPr>
          <p:cNvPr id="4" name="ZoneTexte 3">
            <a:extLst>
              <a:ext uri="{FF2B5EF4-FFF2-40B4-BE49-F238E27FC236}">
                <a16:creationId xmlns:a16="http://schemas.microsoft.com/office/drawing/2014/main" id="{7299DC45-3FA1-3FEF-8807-E755CD8E6E9E}"/>
              </a:ext>
            </a:extLst>
          </p:cNvPr>
          <p:cNvSpPr txBox="1"/>
          <p:nvPr/>
        </p:nvSpPr>
        <p:spPr>
          <a:xfrm>
            <a:off x="2857441" y="4397788"/>
            <a:ext cx="3429144" cy="646331"/>
          </a:xfrm>
          <a:prstGeom prst="rect">
            <a:avLst/>
          </a:prstGeom>
          <a:noFill/>
        </p:spPr>
        <p:txBody>
          <a:bodyPr wrap="none" rtlCol="0">
            <a:spAutoFit/>
          </a:bodyPr>
          <a:lstStyle/>
          <a:p>
            <a:pPr algn="ctr"/>
            <a:r>
              <a:rPr lang="fr-FR" dirty="0"/>
              <a:t>En réalité, c’est plus compliqué!</a:t>
            </a:r>
          </a:p>
          <a:p>
            <a:pPr algn="ctr"/>
            <a:endParaRPr lang="fr-FR" dirty="0"/>
          </a:p>
        </p:txBody>
      </p:sp>
      <p:pic>
        <p:nvPicPr>
          <p:cNvPr id="3" name="Image 2">
            <a:extLst>
              <a:ext uri="{FF2B5EF4-FFF2-40B4-BE49-F238E27FC236}">
                <a16:creationId xmlns:a16="http://schemas.microsoft.com/office/drawing/2014/main" id="{1E3E2D1F-D016-0411-2889-BA742A6A85C3}"/>
              </a:ext>
            </a:extLst>
          </p:cNvPr>
          <p:cNvPicPr>
            <a:picLocks noChangeAspect="1"/>
          </p:cNvPicPr>
          <p:nvPr/>
        </p:nvPicPr>
        <p:blipFill>
          <a:blip r:embed="rId3"/>
          <a:stretch>
            <a:fillRect/>
          </a:stretch>
        </p:blipFill>
        <p:spPr>
          <a:xfrm>
            <a:off x="1761583" y="1280160"/>
            <a:ext cx="5620834" cy="3117628"/>
          </a:xfrm>
          <a:prstGeom prst="rect">
            <a:avLst/>
          </a:prstGeom>
        </p:spPr>
      </p:pic>
    </p:spTree>
    <p:extLst>
      <p:ext uri="{BB962C8B-B14F-4D97-AF65-F5344CB8AC3E}">
        <p14:creationId xmlns:p14="http://schemas.microsoft.com/office/powerpoint/2010/main" val="22499887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1" y="266711"/>
            <a:ext cx="7258711" cy="1013449"/>
          </a:xfrm>
          <a:prstGeom prst="rect">
            <a:avLst/>
          </a:prstGeom>
          <a:noFill/>
          <a:ln w="0">
            <a:noFill/>
          </a:ln>
        </p:spPr>
        <p:txBody>
          <a:bodyPr lIns="68400" tIns="34200" rIns="68400" bIns="0" anchor="b">
            <a:normAutofit/>
          </a:bodyPr>
          <a:lstStyle/>
          <a:p>
            <a:pPr indent="0">
              <a:lnSpc>
                <a:spcPct val="90000"/>
              </a:lnSpc>
              <a:buNone/>
              <a:tabLst>
                <a:tab pos="0" algn="l"/>
              </a:tabLst>
            </a:pPr>
            <a:r>
              <a:rPr lang="fr-FR" sz="3300" spc="-1" dirty="0">
                <a:solidFill>
                  <a:schemeClr val="accent1"/>
                </a:solidFill>
                <a:latin typeface="Calibri"/>
                <a:ea typeface="Calibri"/>
              </a:rPr>
              <a:t>L</a:t>
            </a:r>
            <a:r>
              <a:rPr lang="fr-FR" sz="3300" b="0" strike="noStrike" spc="-1" dirty="0">
                <a:solidFill>
                  <a:schemeClr val="accent1"/>
                </a:solidFill>
                <a:latin typeface="Calibri"/>
                <a:ea typeface="Calibri"/>
              </a:rPr>
              <a:t>ien entre l'âge des clients et la taille du panier moyen</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24</a:t>
            </a:fld>
            <a:endParaRPr lang="fr-FR" sz="900" b="0" strike="noStrike" spc="-1">
              <a:solidFill>
                <a:srgbClr val="000000"/>
              </a:solidFill>
              <a:latin typeface="Times New Roman"/>
            </a:endParaRPr>
          </a:p>
        </p:txBody>
      </p:sp>
      <p:sp>
        <p:nvSpPr>
          <p:cNvPr id="4" name="ZoneTexte 3">
            <a:extLst>
              <a:ext uri="{FF2B5EF4-FFF2-40B4-BE49-F238E27FC236}">
                <a16:creationId xmlns:a16="http://schemas.microsoft.com/office/drawing/2014/main" id="{7299DC45-3FA1-3FEF-8807-E755CD8E6E9E}"/>
              </a:ext>
            </a:extLst>
          </p:cNvPr>
          <p:cNvSpPr txBox="1"/>
          <p:nvPr/>
        </p:nvSpPr>
        <p:spPr>
          <a:xfrm>
            <a:off x="1459637" y="4397788"/>
            <a:ext cx="6224782" cy="646331"/>
          </a:xfrm>
          <a:prstGeom prst="rect">
            <a:avLst/>
          </a:prstGeom>
          <a:noFill/>
        </p:spPr>
        <p:txBody>
          <a:bodyPr wrap="none" rtlCol="0">
            <a:spAutoFit/>
          </a:bodyPr>
          <a:lstStyle/>
          <a:p>
            <a:pPr algn="ctr"/>
            <a:r>
              <a:rPr lang="fr-FR" dirty="0"/>
              <a:t>Deux catégories ont des paniers plus élevés que les autres</a:t>
            </a:r>
          </a:p>
          <a:p>
            <a:pPr algn="ctr"/>
            <a:endParaRPr lang="fr-FR" dirty="0"/>
          </a:p>
        </p:txBody>
      </p:sp>
      <p:pic>
        <p:nvPicPr>
          <p:cNvPr id="5" name="Image 4">
            <a:extLst>
              <a:ext uri="{FF2B5EF4-FFF2-40B4-BE49-F238E27FC236}">
                <a16:creationId xmlns:a16="http://schemas.microsoft.com/office/drawing/2014/main" id="{103C83E1-2AA6-E456-4438-A397E6672BA0}"/>
              </a:ext>
            </a:extLst>
          </p:cNvPr>
          <p:cNvPicPr>
            <a:picLocks noChangeAspect="1"/>
          </p:cNvPicPr>
          <p:nvPr/>
        </p:nvPicPr>
        <p:blipFill>
          <a:blip r:embed="rId3"/>
          <a:stretch>
            <a:fillRect/>
          </a:stretch>
        </p:blipFill>
        <p:spPr>
          <a:xfrm>
            <a:off x="1398282" y="1309800"/>
            <a:ext cx="5749427" cy="3091939"/>
          </a:xfrm>
          <a:prstGeom prst="rect">
            <a:avLst/>
          </a:prstGeom>
        </p:spPr>
      </p:pic>
    </p:spTree>
    <p:extLst>
      <p:ext uri="{BB962C8B-B14F-4D97-AF65-F5344CB8AC3E}">
        <p14:creationId xmlns:p14="http://schemas.microsoft.com/office/powerpoint/2010/main" val="37118465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1" y="266711"/>
            <a:ext cx="7258711" cy="1013449"/>
          </a:xfrm>
          <a:prstGeom prst="rect">
            <a:avLst/>
          </a:prstGeom>
          <a:noFill/>
          <a:ln w="0">
            <a:noFill/>
          </a:ln>
        </p:spPr>
        <p:txBody>
          <a:bodyPr lIns="68400" tIns="34200" rIns="68400" bIns="0" anchor="b">
            <a:normAutofit fontScale="90000"/>
          </a:bodyPr>
          <a:lstStyle/>
          <a:p>
            <a:pPr indent="0">
              <a:lnSpc>
                <a:spcPct val="90000"/>
              </a:lnSpc>
              <a:buNone/>
              <a:tabLst>
                <a:tab pos="0" algn="l"/>
              </a:tabLst>
            </a:pPr>
            <a:r>
              <a:rPr lang="fr-FR" sz="3300" spc="-1" dirty="0">
                <a:solidFill>
                  <a:schemeClr val="accent1"/>
                </a:solidFill>
                <a:latin typeface="Calibri"/>
                <a:ea typeface="Calibri"/>
              </a:rPr>
              <a:t>Lien entre l'âge des clients et la catégorie des</a:t>
            </a:r>
            <a:br>
              <a:rPr lang="fr-FR" sz="3300" spc="-1" dirty="0">
                <a:solidFill>
                  <a:schemeClr val="accent1"/>
                </a:solidFill>
                <a:latin typeface="Calibri"/>
                <a:ea typeface="Calibri"/>
              </a:rPr>
            </a:br>
            <a:r>
              <a:rPr lang="fr-FR" sz="3300" spc="-1" dirty="0">
                <a:solidFill>
                  <a:schemeClr val="accent1"/>
                </a:solidFill>
                <a:latin typeface="Calibri"/>
                <a:ea typeface="Calibri"/>
              </a:rPr>
              <a:t>livres achetés.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25</a:t>
            </a:fld>
            <a:endParaRPr lang="fr-FR" sz="900" b="0" strike="noStrike" spc="-1">
              <a:solidFill>
                <a:srgbClr val="000000"/>
              </a:solidFill>
              <a:latin typeface="Times New Roman"/>
            </a:endParaRPr>
          </a:p>
        </p:txBody>
      </p:sp>
      <p:sp>
        <p:nvSpPr>
          <p:cNvPr id="4" name="ZoneTexte 3">
            <a:extLst>
              <a:ext uri="{FF2B5EF4-FFF2-40B4-BE49-F238E27FC236}">
                <a16:creationId xmlns:a16="http://schemas.microsoft.com/office/drawing/2014/main" id="{7299DC45-3FA1-3FEF-8807-E755CD8E6E9E}"/>
              </a:ext>
            </a:extLst>
          </p:cNvPr>
          <p:cNvSpPr txBox="1"/>
          <p:nvPr/>
        </p:nvSpPr>
        <p:spPr>
          <a:xfrm>
            <a:off x="1523729" y="4443954"/>
            <a:ext cx="6096541" cy="646331"/>
          </a:xfrm>
          <a:prstGeom prst="rect">
            <a:avLst/>
          </a:prstGeom>
          <a:noFill/>
        </p:spPr>
        <p:txBody>
          <a:bodyPr wrap="none" rtlCol="0">
            <a:spAutoFit/>
          </a:bodyPr>
          <a:lstStyle/>
          <a:p>
            <a:pPr algn="ctr"/>
            <a:r>
              <a:rPr lang="fr-FR" dirty="0"/>
              <a:t>Des catégories plébiscitées par certaines tranches d’âge. </a:t>
            </a:r>
          </a:p>
          <a:p>
            <a:pPr algn="ctr"/>
            <a:endParaRPr lang="fr-FR" dirty="0"/>
          </a:p>
        </p:txBody>
      </p:sp>
      <p:pic>
        <p:nvPicPr>
          <p:cNvPr id="11" name="Image 10">
            <a:extLst>
              <a:ext uri="{FF2B5EF4-FFF2-40B4-BE49-F238E27FC236}">
                <a16:creationId xmlns:a16="http://schemas.microsoft.com/office/drawing/2014/main" id="{C117D793-D210-3209-683E-2A246B58AB87}"/>
              </a:ext>
            </a:extLst>
          </p:cNvPr>
          <p:cNvPicPr>
            <a:picLocks noChangeAspect="1"/>
          </p:cNvPicPr>
          <p:nvPr/>
        </p:nvPicPr>
        <p:blipFill>
          <a:blip r:embed="rId3"/>
          <a:stretch>
            <a:fillRect/>
          </a:stretch>
        </p:blipFill>
        <p:spPr>
          <a:xfrm>
            <a:off x="1623975" y="1403984"/>
            <a:ext cx="5486400" cy="2916146"/>
          </a:xfrm>
          <a:prstGeom prst="rect">
            <a:avLst/>
          </a:prstGeom>
        </p:spPr>
      </p:pic>
    </p:spTree>
    <p:extLst>
      <p:ext uri="{BB962C8B-B14F-4D97-AF65-F5344CB8AC3E}">
        <p14:creationId xmlns:p14="http://schemas.microsoft.com/office/powerpoint/2010/main" val="18500058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1" y="266711"/>
            <a:ext cx="7258711" cy="1013449"/>
          </a:xfrm>
          <a:prstGeom prst="rect">
            <a:avLst/>
          </a:prstGeom>
          <a:noFill/>
          <a:ln w="0">
            <a:noFill/>
          </a:ln>
        </p:spPr>
        <p:txBody>
          <a:bodyPr lIns="68400" tIns="34200" rIns="68400" bIns="0" anchor="b">
            <a:normAutofit fontScale="90000"/>
          </a:bodyPr>
          <a:lstStyle/>
          <a:p>
            <a:pPr indent="0">
              <a:lnSpc>
                <a:spcPct val="90000"/>
              </a:lnSpc>
              <a:buNone/>
              <a:tabLst>
                <a:tab pos="0" algn="l"/>
              </a:tabLst>
            </a:pPr>
            <a:r>
              <a:rPr lang="fr-FR" sz="3300" spc="-1" dirty="0">
                <a:solidFill>
                  <a:schemeClr val="accent1"/>
                </a:solidFill>
                <a:latin typeface="Calibri"/>
                <a:ea typeface="Calibri"/>
              </a:rPr>
              <a:t>Lien entre l'âge des clients et la catégorie des</a:t>
            </a:r>
            <a:br>
              <a:rPr lang="fr-FR" sz="3300" spc="-1" dirty="0">
                <a:solidFill>
                  <a:schemeClr val="accent1"/>
                </a:solidFill>
                <a:latin typeface="Calibri"/>
                <a:ea typeface="Calibri"/>
              </a:rPr>
            </a:br>
            <a:r>
              <a:rPr lang="fr-FR" sz="3300" spc="-1" dirty="0">
                <a:solidFill>
                  <a:schemeClr val="accent1"/>
                </a:solidFill>
                <a:latin typeface="Calibri"/>
                <a:ea typeface="Calibri"/>
              </a:rPr>
              <a:t>livres achetés.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26</a:t>
            </a:fld>
            <a:endParaRPr lang="fr-FR" sz="900" b="0" strike="noStrike" spc="-1">
              <a:solidFill>
                <a:srgbClr val="000000"/>
              </a:solidFill>
              <a:latin typeface="Times New Roman"/>
            </a:endParaRPr>
          </a:p>
        </p:txBody>
      </p:sp>
      <p:sp>
        <p:nvSpPr>
          <p:cNvPr id="4" name="ZoneTexte 3">
            <a:extLst>
              <a:ext uri="{FF2B5EF4-FFF2-40B4-BE49-F238E27FC236}">
                <a16:creationId xmlns:a16="http://schemas.microsoft.com/office/drawing/2014/main" id="{7299DC45-3FA1-3FEF-8807-E755CD8E6E9E}"/>
              </a:ext>
            </a:extLst>
          </p:cNvPr>
          <p:cNvSpPr txBox="1"/>
          <p:nvPr/>
        </p:nvSpPr>
        <p:spPr>
          <a:xfrm>
            <a:off x="1523729" y="4443954"/>
            <a:ext cx="6096541" cy="646331"/>
          </a:xfrm>
          <a:prstGeom prst="rect">
            <a:avLst/>
          </a:prstGeom>
          <a:noFill/>
        </p:spPr>
        <p:txBody>
          <a:bodyPr wrap="none" rtlCol="0">
            <a:spAutoFit/>
          </a:bodyPr>
          <a:lstStyle/>
          <a:p>
            <a:pPr algn="ctr"/>
            <a:r>
              <a:rPr lang="fr-FR" dirty="0"/>
              <a:t>Des catégories plébiscitées par certaines tranches d’âge. </a:t>
            </a:r>
          </a:p>
          <a:p>
            <a:pPr algn="ctr"/>
            <a:endParaRPr lang="fr-FR" dirty="0"/>
          </a:p>
        </p:txBody>
      </p:sp>
      <p:pic>
        <p:nvPicPr>
          <p:cNvPr id="9" name="Image 8">
            <a:extLst>
              <a:ext uri="{FF2B5EF4-FFF2-40B4-BE49-F238E27FC236}">
                <a16:creationId xmlns:a16="http://schemas.microsoft.com/office/drawing/2014/main" id="{DCC7D2F2-90C0-6652-AE47-3CAE5ABC5437}"/>
              </a:ext>
            </a:extLst>
          </p:cNvPr>
          <p:cNvPicPr>
            <a:picLocks noChangeAspect="1"/>
          </p:cNvPicPr>
          <p:nvPr/>
        </p:nvPicPr>
        <p:blipFill>
          <a:blip r:embed="rId3"/>
          <a:stretch>
            <a:fillRect/>
          </a:stretch>
        </p:blipFill>
        <p:spPr>
          <a:xfrm>
            <a:off x="1791374" y="1339797"/>
            <a:ext cx="5561249" cy="3044520"/>
          </a:xfrm>
          <a:prstGeom prst="rect">
            <a:avLst/>
          </a:prstGeom>
        </p:spPr>
      </p:pic>
    </p:spTree>
    <p:extLst>
      <p:ext uri="{BB962C8B-B14F-4D97-AF65-F5344CB8AC3E}">
        <p14:creationId xmlns:p14="http://schemas.microsoft.com/office/powerpoint/2010/main" val="1214562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FR" sz="3300" spc="-1" dirty="0">
                <a:solidFill>
                  <a:schemeClr val="accent1"/>
                </a:solidFill>
                <a:latin typeface="Calibri"/>
                <a:ea typeface="Calibri"/>
              </a:rPr>
              <a:t>R</a:t>
            </a:r>
            <a:r>
              <a:rPr lang="fr-FR" sz="3300" b="0" strike="noStrike" spc="-1" dirty="0">
                <a:solidFill>
                  <a:schemeClr val="accent1"/>
                </a:solidFill>
                <a:latin typeface="Calibri"/>
                <a:ea typeface="Calibri"/>
              </a:rPr>
              <a:t>isques liés aux tests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27</a:t>
            </a:fld>
            <a:endParaRPr lang="fr-FR" sz="900" b="0" strike="noStrike" spc="-1">
              <a:solidFill>
                <a:srgbClr val="000000"/>
              </a:solidFill>
              <a:latin typeface="Times New Roman"/>
            </a:endParaRPr>
          </a:p>
        </p:txBody>
      </p:sp>
      <p:sp>
        <p:nvSpPr>
          <p:cNvPr id="3" name="ZoneTexte 2">
            <a:extLst>
              <a:ext uri="{FF2B5EF4-FFF2-40B4-BE49-F238E27FC236}">
                <a16:creationId xmlns:a16="http://schemas.microsoft.com/office/drawing/2014/main" id="{D87F7EC1-DC9F-141A-793D-34226CF79941}"/>
              </a:ext>
            </a:extLst>
          </p:cNvPr>
          <p:cNvSpPr txBox="1"/>
          <p:nvPr/>
        </p:nvSpPr>
        <p:spPr>
          <a:xfrm>
            <a:off x="855879" y="1063580"/>
            <a:ext cx="6920179" cy="2585323"/>
          </a:xfrm>
          <a:prstGeom prst="rect">
            <a:avLst/>
          </a:prstGeom>
          <a:noFill/>
        </p:spPr>
        <p:txBody>
          <a:bodyPr wrap="square">
            <a:spAutoFit/>
          </a:bodyPr>
          <a:lstStyle/>
          <a:p>
            <a:pPr>
              <a:lnSpc>
                <a:spcPct val="90000"/>
              </a:lnSpc>
              <a:spcBef>
                <a:spcPct val="0"/>
              </a:spcBef>
              <a:tabLst>
                <a:tab pos="0" algn="l"/>
              </a:tabLst>
            </a:pPr>
            <a:r>
              <a:rPr lang="fr-FR" sz="2000" spc="-1" dirty="0">
                <a:solidFill>
                  <a:schemeClr val="accent1"/>
                </a:solidFill>
                <a:latin typeface="Calibri"/>
                <a:ea typeface="Calibri"/>
                <a:cs typeface="+mj-cs"/>
              </a:rPr>
              <a:t>Les données clients utilisées étaient limitées aux informations recueillies à partir de 2021, ce qui peut ne pas représenter les tendances à long terme ou les changements de comportements qui se développent sur plusieurs années.</a:t>
            </a:r>
          </a:p>
          <a:p>
            <a:pPr>
              <a:lnSpc>
                <a:spcPct val="90000"/>
              </a:lnSpc>
              <a:spcBef>
                <a:spcPct val="0"/>
              </a:spcBef>
              <a:tabLst>
                <a:tab pos="0" algn="l"/>
              </a:tabLst>
            </a:pPr>
            <a:endParaRPr lang="fr-FR" sz="2000" spc="-1" dirty="0">
              <a:solidFill>
                <a:schemeClr val="accent1"/>
              </a:solidFill>
              <a:latin typeface="Calibri"/>
              <a:ea typeface="Calibri"/>
              <a:cs typeface="+mj-cs"/>
            </a:endParaRPr>
          </a:p>
          <a:p>
            <a:pPr>
              <a:lnSpc>
                <a:spcPct val="90000"/>
              </a:lnSpc>
              <a:spcBef>
                <a:spcPct val="0"/>
              </a:spcBef>
              <a:tabLst>
                <a:tab pos="0" algn="l"/>
              </a:tabLst>
            </a:pPr>
            <a:r>
              <a:rPr lang="fr-FR" sz="2000" spc="-1" dirty="0">
                <a:solidFill>
                  <a:schemeClr val="accent1"/>
                </a:solidFill>
                <a:latin typeface="Calibri"/>
                <a:ea typeface="Calibri"/>
                <a:cs typeface="+mj-cs"/>
              </a:rPr>
              <a:t>En outre, bien que des efforts aient été déployés pour nettoyer les données, incluant le traitement des valeurs manquantes et la suppression des doublons, il reste un risque d'erreurs résiduelles qui pourraient affecter les analyses.</a:t>
            </a:r>
          </a:p>
        </p:txBody>
      </p:sp>
    </p:spTree>
    <p:extLst>
      <p:ext uri="{BB962C8B-B14F-4D97-AF65-F5344CB8AC3E}">
        <p14:creationId xmlns:p14="http://schemas.microsoft.com/office/powerpoint/2010/main" val="26240985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501332" y="266711"/>
            <a:ext cx="5944616" cy="508853"/>
          </a:xfrm>
          <a:prstGeom prst="rect">
            <a:avLst/>
          </a:prstGeom>
          <a:noFill/>
          <a:ln w="0">
            <a:noFill/>
          </a:ln>
        </p:spPr>
        <p:txBody>
          <a:bodyPr lIns="68400" tIns="34200" rIns="68400" bIns="0" anchor="b">
            <a:normAutofit/>
          </a:bodyPr>
          <a:lstStyle/>
          <a:p>
            <a:pPr indent="0">
              <a:lnSpc>
                <a:spcPct val="90000"/>
              </a:lnSpc>
              <a:buNone/>
              <a:tabLst>
                <a:tab pos="0" algn="l"/>
              </a:tabLst>
            </a:pPr>
            <a:r>
              <a:rPr lang="fr-FR" sz="3300" spc="-1" dirty="0">
                <a:solidFill>
                  <a:schemeClr val="accent1"/>
                </a:solidFill>
                <a:latin typeface="Calibri"/>
                <a:ea typeface="Calibri"/>
              </a:rPr>
              <a:t>Recommandations</a:t>
            </a:r>
            <a:endParaRPr lang="fr-FR" sz="3300" b="0" strike="noStrike" spc="-1" dirty="0">
              <a:solidFill>
                <a:srgbClr val="000000"/>
              </a:solidFill>
              <a:latin typeface="Arial"/>
            </a:endParaRPr>
          </a:p>
        </p:txBody>
      </p:sp>
      <p:sp>
        <p:nvSpPr>
          <p:cNvPr id="187" name="PlaceHolder 4"/>
          <p:cNvSpPr>
            <a:spLocks noGrp="1"/>
          </p:cNvSpPr>
          <p:nvPr>
            <p:ph type="sldNum" idx="39"/>
          </p:nvPr>
        </p:nvSpPr>
        <p:spPr>
          <a:xfrm>
            <a:off x="8360280" y="4767120"/>
            <a:ext cx="553320" cy="272160"/>
          </a:xfrm>
          <a:prstGeom prst="rect">
            <a:avLst/>
          </a:prstGeom>
          <a:noFill/>
          <a:ln w="0">
            <a:noFill/>
          </a:ln>
        </p:spPr>
        <p:txBody>
          <a:bodyPr lIns="68400" tIns="34200" rIns="68400" bIns="34200" anchor="ctr">
            <a:noAutofit/>
          </a:bodyPr>
          <a:lstStyle>
            <a:lvl1pPr indent="0" algn="r">
              <a:lnSpc>
                <a:spcPct val="100000"/>
              </a:lnSpc>
              <a:buNone/>
              <a:tabLst>
                <a:tab pos="0" algn="l"/>
              </a:tabLst>
              <a:defRPr lang="fr" sz="900" b="0" strike="noStrike" spc="-1">
                <a:solidFill>
                  <a:srgbClr val="9E9E9E"/>
                </a:solidFill>
                <a:latin typeface="Calibri"/>
                <a:ea typeface="Calibri"/>
              </a:defRPr>
            </a:lvl1pPr>
          </a:lstStyle>
          <a:p>
            <a:pPr indent="0" algn="r">
              <a:lnSpc>
                <a:spcPct val="100000"/>
              </a:lnSpc>
              <a:buNone/>
              <a:tabLst>
                <a:tab pos="0" algn="l"/>
              </a:tabLst>
            </a:pPr>
            <a:fld id="{91F83ADE-8A0D-40FD-A42E-40132AF6C1E4}" type="slidenum">
              <a:rPr lang="fr" sz="900" b="0" strike="noStrike" spc="-1">
                <a:solidFill>
                  <a:srgbClr val="9E9E9E"/>
                </a:solidFill>
                <a:latin typeface="Calibri"/>
                <a:ea typeface="Calibri"/>
              </a:rPr>
              <a:t>28</a:t>
            </a:fld>
            <a:endParaRPr lang="fr-FR" sz="900" b="0" strike="noStrike" spc="-1">
              <a:solidFill>
                <a:srgbClr val="000000"/>
              </a:solidFill>
              <a:latin typeface="Times New Roman"/>
            </a:endParaRPr>
          </a:p>
        </p:txBody>
      </p:sp>
      <p:sp>
        <p:nvSpPr>
          <p:cNvPr id="3" name="ZoneTexte 2">
            <a:extLst>
              <a:ext uri="{FF2B5EF4-FFF2-40B4-BE49-F238E27FC236}">
                <a16:creationId xmlns:a16="http://schemas.microsoft.com/office/drawing/2014/main" id="{D87F7EC1-DC9F-141A-793D-34226CF79941}"/>
              </a:ext>
            </a:extLst>
          </p:cNvPr>
          <p:cNvSpPr txBox="1"/>
          <p:nvPr/>
        </p:nvSpPr>
        <p:spPr>
          <a:xfrm>
            <a:off x="855879" y="1063580"/>
            <a:ext cx="6920179" cy="2308324"/>
          </a:xfrm>
          <a:prstGeom prst="rect">
            <a:avLst/>
          </a:prstGeom>
          <a:noFill/>
        </p:spPr>
        <p:txBody>
          <a:bodyPr wrap="square">
            <a:spAutoFit/>
          </a:bodyPr>
          <a:lstStyle/>
          <a:p>
            <a:pPr marL="342900" indent="-342900">
              <a:lnSpc>
                <a:spcPct val="90000"/>
              </a:lnSpc>
              <a:spcBef>
                <a:spcPct val="0"/>
              </a:spcBef>
              <a:buFontTx/>
              <a:buChar char="-"/>
              <a:tabLst>
                <a:tab pos="0" algn="l"/>
              </a:tabLst>
            </a:pPr>
            <a:r>
              <a:rPr lang="fr-FR" sz="2000" spc="-1" dirty="0" err="1">
                <a:solidFill>
                  <a:schemeClr val="accent1"/>
                </a:solidFill>
                <a:latin typeface="Calibri"/>
                <a:ea typeface="Calibri"/>
                <a:cs typeface="+mj-cs"/>
              </a:rPr>
              <a:t>Dvper</a:t>
            </a:r>
            <a:r>
              <a:rPr lang="fr-FR" sz="2000" spc="-1" dirty="0">
                <a:solidFill>
                  <a:schemeClr val="accent1"/>
                </a:solidFill>
                <a:latin typeface="Calibri"/>
                <a:ea typeface="Calibri"/>
                <a:cs typeface="+mj-cs"/>
              </a:rPr>
              <a:t> B2B</a:t>
            </a:r>
          </a:p>
          <a:p>
            <a:pPr marL="342900" indent="-342900">
              <a:lnSpc>
                <a:spcPct val="90000"/>
              </a:lnSpc>
              <a:spcBef>
                <a:spcPct val="0"/>
              </a:spcBef>
              <a:buFontTx/>
              <a:buChar char="-"/>
              <a:tabLst>
                <a:tab pos="0" algn="l"/>
              </a:tabLst>
            </a:pPr>
            <a:endParaRPr lang="fr-FR" sz="2000" spc="-1" dirty="0">
              <a:solidFill>
                <a:schemeClr val="accent1"/>
              </a:solidFill>
              <a:latin typeface="Calibri"/>
              <a:ea typeface="Calibri"/>
              <a:cs typeface="+mj-cs"/>
            </a:endParaRPr>
          </a:p>
          <a:p>
            <a:pPr marL="342900" indent="-342900">
              <a:lnSpc>
                <a:spcPct val="90000"/>
              </a:lnSpc>
              <a:spcBef>
                <a:spcPct val="0"/>
              </a:spcBef>
              <a:buFontTx/>
              <a:buChar char="-"/>
              <a:tabLst>
                <a:tab pos="0" algn="l"/>
              </a:tabLst>
            </a:pPr>
            <a:r>
              <a:rPr lang="fr-FR" sz="2000" spc="-1" dirty="0">
                <a:solidFill>
                  <a:schemeClr val="accent1"/>
                </a:solidFill>
                <a:latin typeface="Calibri"/>
                <a:ea typeface="Calibri"/>
                <a:cs typeface="+mj-cs"/>
              </a:rPr>
              <a:t>Promouvoir la catégorie 2 auprès des 31-50.</a:t>
            </a:r>
          </a:p>
          <a:p>
            <a:pPr marL="342900" indent="-342900">
              <a:lnSpc>
                <a:spcPct val="90000"/>
              </a:lnSpc>
              <a:spcBef>
                <a:spcPct val="0"/>
              </a:spcBef>
              <a:buFontTx/>
              <a:buChar char="-"/>
              <a:tabLst>
                <a:tab pos="0" algn="l"/>
              </a:tabLst>
            </a:pPr>
            <a:endParaRPr lang="fr-FR" sz="2000" spc="-1" dirty="0">
              <a:solidFill>
                <a:schemeClr val="accent1"/>
              </a:solidFill>
              <a:latin typeface="Calibri"/>
              <a:ea typeface="Calibri"/>
              <a:cs typeface="+mj-cs"/>
            </a:endParaRPr>
          </a:p>
          <a:p>
            <a:pPr marL="342900" indent="-342900">
              <a:lnSpc>
                <a:spcPct val="90000"/>
              </a:lnSpc>
              <a:spcBef>
                <a:spcPct val="0"/>
              </a:spcBef>
              <a:buFontTx/>
              <a:buChar char="-"/>
              <a:tabLst>
                <a:tab pos="0" algn="l"/>
              </a:tabLst>
            </a:pPr>
            <a:r>
              <a:rPr lang="fr-FR" sz="2000" spc="-1" dirty="0">
                <a:solidFill>
                  <a:schemeClr val="accent1"/>
                </a:solidFill>
                <a:latin typeface="Calibri"/>
                <a:ea typeface="Calibri"/>
                <a:cs typeface="+mj-cs"/>
              </a:rPr>
              <a:t>Favoriser des achats plus fréquents chez les plus jeunes.</a:t>
            </a:r>
          </a:p>
          <a:p>
            <a:pPr marL="342900" indent="-342900">
              <a:lnSpc>
                <a:spcPct val="90000"/>
              </a:lnSpc>
              <a:spcBef>
                <a:spcPct val="0"/>
              </a:spcBef>
              <a:buFontTx/>
              <a:buChar char="-"/>
              <a:tabLst>
                <a:tab pos="0" algn="l"/>
              </a:tabLst>
            </a:pPr>
            <a:endParaRPr lang="fr-FR" sz="2000" spc="-1" dirty="0">
              <a:solidFill>
                <a:schemeClr val="accent1"/>
              </a:solidFill>
              <a:latin typeface="Calibri"/>
              <a:ea typeface="Calibri"/>
              <a:cs typeface="+mj-cs"/>
            </a:endParaRPr>
          </a:p>
          <a:p>
            <a:pPr marL="342900" indent="-342900">
              <a:lnSpc>
                <a:spcPct val="90000"/>
              </a:lnSpc>
              <a:spcBef>
                <a:spcPct val="0"/>
              </a:spcBef>
              <a:buFontTx/>
              <a:buChar char="-"/>
              <a:tabLst>
                <a:tab pos="0" algn="l"/>
              </a:tabLst>
            </a:pPr>
            <a:r>
              <a:rPr lang="fr-FR" sz="2000" spc="-1" dirty="0">
                <a:solidFill>
                  <a:schemeClr val="accent1"/>
                </a:solidFill>
                <a:latin typeface="Calibri"/>
                <a:ea typeface="Calibri"/>
                <a:cs typeface="+mj-cs"/>
              </a:rPr>
              <a:t>Rendre le site plus accessible aux personnes âgées et conquérir leur part de marché.</a:t>
            </a:r>
          </a:p>
        </p:txBody>
      </p:sp>
    </p:spTree>
    <p:extLst>
      <p:ext uri="{BB962C8B-B14F-4D97-AF65-F5344CB8AC3E}">
        <p14:creationId xmlns:p14="http://schemas.microsoft.com/office/powerpoint/2010/main" val="6185520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 name="Google Shape;352;p43"/>
          <p:cNvSpPr/>
          <p:nvPr/>
        </p:nvSpPr>
        <p:spPr>
          <a:xfrm rot="16200000">
            <a:off x="2009520" y="1793160"/>
            <a:ext cx="1807920" cy="1558440"/>
          </a:xfrm>
          <a:prstGeom prst="hexagon">
            <a:avLst>
              <a:gd name="adj" fmla="val 25000"/>
              <a:gd name="vf" fmla="val 115470"/>
            </a:avLst>
          </a:prstGeom>
          <a:solidFill>
            <a:schemeClr val="dk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gn="ctr">
              <a:lnSpc>
                <a:spcPct val="100000"/>
              </a:lnSpc>
              <a:tabLst>
                <a:tab pos="0" algn="l"/>
              </a:tabLst>
            </a:pPr>
            <a:endParaRPr lang="fr-FR" sz="1400" b="0" strike="noStrike" spc="-1">
              <a:solidFill>
                <a:schemeClr val="lt1"/>
              </a:solidFill>
              <a:latin typeface="Calibri"/>
              <a:ea typeface="Calibri"/>
            </a:endParaRPr>
          </a:p>
        </p:txBody>
      </p:sp>
      <p:sp>
        <p:nvSpPr>
          <p:cNvPr id="288" name="PlaceHolder 1"/>
          <p:cNvSpPr>
            <a:spLocks noGrp="1"/>
          </p:cNvSpPr>
          <p:nvPr>
            <p:ph type="title"/>
          </p:nvPr>
        </p:nvSpPr>
        <p:spPr>
          <a:xfrm>
            <a:off x="4781880" y="1504440"/>
            <a:ext cx="3638520" cy="1210320"/>
          </a:xfrm>
          <a:prstGeom prst="rect">
            <a:avLst/>
          </a:prstGeom>
          <a:noFill/>
          <a:ln w="0">
            <a:noFill/>
          </a:ln>
        </p:spPr>
        <p:txBody>
          <a:bodyPr lIns="68400" tIns="34200" rIns="68400" bIns="0" anchor="b">
            <a:normAutofit/>
          </a:bodyPr>
          <a:lstStyle/>
          <a:p>
            <a:pPr indent="0">
              <a:lnSpc>
                <a:spcPct val="90000"/>
              </a:lnSpc>
              <a:buNone/>
              <a:tabLst>
                <a:tab pos="0" algn="l"/>
              </a:tabLst>
            </a:pPr>
            <a:r>
              <a:rPr lang="fr" sz="3200" b="1" strike="noStrike" spc="-1">
                <a:solidFill>
                  <a:schemeClr val="accent1"/>
                </a:solidFill>
                <a:latin typeface="Calibri"/>
                <a:ea typeface="Calibri"/>
              </a:rPr>
              <a:t>Merci !</a:t>
            </a:r>
            <a:endParaRPr lang="fr-FR" sz="3200" b="0" strike="noStrike" spc="-1">
              <a:solidFill>
                <a:srgbClr val="000000"/>
              </a:solidFill>
              <a:latin typeface="Arial"/>
            </a:endParaRPr>
          </a:p>
        </p:txBody>
      </p:sp>
      <p:pic>
        <p:nvPicPr>
          <p:cNvPr id="7170" name="Picture 2" descr="Images de Livre illustration – Téléchargement gratuit sur Freepik">
            <a:extLst>
              <a:ext uri="{FF2B5EF4-FFF2-40B4-BE49-F238E27FC236}">
                <a16:creationId xmlns:a16="http://schemas.microsoft.com/office/drawing/2014/main" id="{B9793F01-30A3-AF31-C01B-FB9D996648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7328" y="816812"/>
            <a:ext cx="3639060" cy="363906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6.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7.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8.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9.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0.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2.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3.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4.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5.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6.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7.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8.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9.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0.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1.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2.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3.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4.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5.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6.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7.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8.xml><?xml version="1.0" encoding="utf-8"?>
<a:theme xmlns:a="http://schemas.openxmlformats.org/drawingml/2006/main" name="Thème Office">
  <a:themeElements>
    <a:clrScheme name="Custom 14">
      <a:dk1>
        <a:srgbClr val="3F3F3F"/>
      </a:dk1>
      <a:lt1>
        <a:srgbClr val="FFFFFF"/>
      </a:lt1>
      <a:dk2>
        <a:srgbClr val="F2F2F2"/>
      </a:dk2>
      <a:lt2>
        <a:srgbClr val="A5A5A5"/>
      </a:lt2>
      <a:accent1>
        <a:srgbClr val="00194C"/>
      </a:accent1>
      <a:accent2>
        <a:srgbClr val="EAB200"/>
      </a:accent2>
      <a:accent3>
        <a:srgbClr val="F2F2F2"/>
      </a:accent3>
      <a:accent4>
        <a:srgbClr val="954F72"/>
      </a:accent4>
      <a:accent5>
        <a:srgbClr val="00843B"/>
      </a:accent5>
      <a:accent6>
        <a:srgbClr val="014067"/>
      </a:accent6>
      <a:hlink>
        <a:srgbClr val="00194C"/>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9.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1072</TotalTime>
  <Words>840</Words>
  <Application>Microsoft Office PowerPoint</Application>
  <PresentationFormat>Affichage à l'écran (16:9)</PresentationFormat>
  <Paragraphs>174</Paragraphs>
  <Slides>29</Slides>
  <Notes>29</Notes>
  <HiddenSlides>0</HiddenSlides>
  <MMClips>0</MMClips>
  <ScaleCrop>false</ScaleCrop>
  <HeadingPairs>
    <vt:vector size="6" baseType="variant">
      <vt:variant>
        <vt:lpstr>Polices utilisées</vt:lpstr>
      </vt:variant>
      <vt:variant>
        <vt:i4>7</vt:i4>
      </vt:variant>
      <vt:variant>
        <vt:lpstr>Thème</vt:lpstr>
      </vt:variant>
      <vt:variant>
        <vt:i4>28</vt:i4>
      </vt:variant>
      <vt:variant>
        <vt:lpstr>Titres des diapositives</vt:lpstr>
      </vt:variant>
      <vt:variant>
        <vt:i4>29</vt:i4>
      </vt:variant>
    </vt:vector>
  </HeadingPairs>
  <TitlesOfParts>
    <vt:vector size="64" baseType="lpstr">
      <vt:lpstr>Arial</vt:lpstr>
      <vt:lpstr>Arial Black</vt:lpstr>
      <vt:lpstr>Calibri</vt:lpstr>
      <vt:lpstr>Consolas</vt:lpstr>
      <vt:lpstr>Symbol</vt:lpstr>
      <vt:lpstr>Times New Roman</vt:lpstr>
      <vt:lpstr>Wingdings</vt:lpstr>
      <vt:lpstr>Simple Light</vt:lpstr>
      <vt:lpstr>Simple Light</vt:lpstr>
      <vt:lpstr>Simple Light</vt:lpstr>
      <vt:lpstr>Simple Light</vt:lpstr>
      <vt:lpstr>Simple Light</vt:lpstr>
      <vt:lpstr>Simple Light</vt:lpstr>
      <vt:lpstr>Simple Light</vt:lpstr>
      <vt:lpstr>Simple Light</vt:lpstr>
      <vt:lpstr>Simple Light</vt:lpstr>
      <vt:lpstr>Simple Light</vt:lpstr>
      <vt:lpstr>Simple Light</vt:lpstr>
      <vt:lpstr>Thème Office</vt:lpstr>
      <vt:lpstr>Thème Office</vt:lpstr>
      <vt:lpstr>Thème Office</vt:lpstr>
      <vt:lpstr>Thème Office</vt:lpstr>
      <vt:lpstr>Thème Office</vt:lpstr>
      <vt:lpstr>Thème Office</vt:lpstr>
      <vt:lpstr>Thème Office</vt:lpstr>
      <vt:lpstr>Thème Office</vt:lpstr>
      <vt:lpstr>Thème Office</vt:lpstr>
      <vt:lpstr>Thème Office</vt:lpstr>
      <vt:lpstr>Thème Office</vt:lpstr>
      <vt:lpstr>Thème Office</vt:lpstr>
      <vt:lpstr>Thème Office</vt:lpstr>
      <vt:lpstr>Thème Office</vt:lpstr>
      <vt:lpstr>Thème Office</vt:lpstr>
      <vt:lpstr>Thème Office</vt:lpstr>
      <vt:lpstr>Thème Office</vt:lpstr>
      <vt:lpstr>Analysez les ventes d'une librairie</vt:lpstr>
      <vt:lpstr>Contexte </vt:lpstr>
      <vt:lpstr>Les données initiales</vt:lpstr>
      <vt:lpstr>Présentation PowerPoint</vt:lpstr>
      <vt:lpstr>Chiffres clés</vt:lpstr>
      <vt:lpstr>Chiffres clés</vt:lpstr>
      <vt:lpstr>Tops vs Flops</vt:lpstr>
      <vt:lpstr>Zoom sur les catégories de produits</vt:lpstr>
      <vt:lpstr>Zoom sur les catégories de produits</vt:lpstr>
      <vt:lpstr>Présentation PowerPoint</vt:lpstr>
      <vt:lpstr>Mieux connaître nos clients</vt:lpstr>
      <vt:lpstr>Mieux connaître nos clients</vt:lpstr>
      <vt:lpstr>Mieux connaître nos clients</vt:lpstr>
      <vt:lpstr>Mieux connaître nos clients</vt:lpstr>
      <vt:lpstr>Mieux connaître nos clients</vt:lpstr>
      <vt:lpstr>Mieux connaître nos clients</vt:lpstr>
      <vt:lpstr>Mieux connaître nos clients</vt:lpstr>
      <vt:lpstr>Mieux connaître nos clients</vt:lpstr>
      <vt:lpstr>Présentation PowerPoint</vt:lpstr>
      <vt:lpstr> Corrélation entre le genre d’un client et les catégories des livres achetés</vt:lpstr>
      <vt:lpstr>Lien entre l'âge des clients et le montant total des achats</vt:lpstr>
      <vt:lpstr>Lien entre l'âge des clients et la fréquence d’achat</vt:lpstr>
      <vt:lpstr>Lien entre l'âge des clients et la fréquence d’achat</vt:lpstr>
      <vt:lpstr>Lien entre l'âge des clients et la taille du panier moyen</vt:lpstr>
      <vt:lpstr>Lien entre l'âge des clients et la catégorie des livres achetés.</vt:lpstr>
      <vt:lpstr>Lien entre l'âge des clients et la catégorie des livres achetés.</vt:lpstr>
      <vt:lpstr>Risques liés aux tests</vt:lpstr>
      <vt:lpstr>Recommandations</vt:lpstr>
      <vt:lpstr>Merci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Zied Belhocine</dc:creator>
  <dc:description/>
  <cp:lastModifiedBy>Zied Belhocine</cp:lastModifiedBy>
  <cp:revision>16</cp:revision>
  <dcterms:modified xsi:type="dcterms:W3CDTF">2026-04-30T11:28:57Z</dcterms:modified>
  <dc:language>fr-FR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22</vt:i4>
  </property>
  <property fmtid="{D5CDD505-2E9C-101B-9397-08002B2CF9AE}" pid="3" name="PresentationFormat">
    <vt:lpwstr>Affichage à l'écran (16:9)</vt:lpwstr>
  </property>
  <property fmtid="{D5CDD505-2E9C-101B-9397-08002B2CF9AE}" pid="4" name="Slides">
    <vt:i4>22</vt:i4>
  </property>
</Properties>
</file>