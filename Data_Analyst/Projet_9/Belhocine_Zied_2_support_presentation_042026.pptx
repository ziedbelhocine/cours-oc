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8.xml" ContentType="application/vnd.openxmlformats-officedocument.presentationml.slideMaster+xml"/>
  <Override PartName="/ppt/slideMasters/slideMaster7.xml" ContentType="application/vnd.openxmlformats-officedocument.presentationml.slideMaster+xml"/>
  <Override PartName="/ppt/slideMasters/slideMaster6.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3.xml" ContentType="application/vnd.openxmlformats-officedocument.presentationml.slideMaster+xml"/>
  <Override PartName="/ppt/slideMasters/slideMaster28.xml" ContentType="application/vnd.openxmlformats-officedocument.presentationml.slideMaster+xml"/>
  <Override PartName="/ppt/slideMasters/slideMaster2.xml" ContentType="application/vnd.openxmlformats-officedocument.presentationml.slideMaster+xml"/>
  <Override PartName="/ppt/slideMasters/slideMaster27.xml" ContentType="application/vnd.openxmlformats-officedocument.presentationml.slideMaster+xml"/>
  <Override PartName="/ppt/slideMasters/slideMaster13.xml" ContentType="application/vnd.openxmlformats-officedocument.presentationml.slideMaster+xml"/>
  <Override PartName="/ppt/slideMasters/slideMaster25.xml" ContentType="application/vnd.openxmlformats-officedocument.presentationml.slideMaster+xml"/>
  <Override PartName="/ppt/slideMasters/slideMaster24.xml" ContentType="application/vnd.openxmlformats-officedocument.presentationml.slideMaster+xml"/>
  <Override PartName="/ppt/slideMasters/slideMaster23.xml" ContentType="application/vnd.openxmlformats-officedocument.presentationml.slideMaster+xml"/>
  <Override PartName="/ppt/slideMasters/slideMaster22.xml" ContentType="application/vnd.openxmlformats-officedocument.presentationml.slideMaster+xml"/>
  <Override PartName="/ppt/slideMasters/slideMaster21.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18.xml" ContentType="application/vnd.openxmlformats-officedocument.presentationml.slideMaster+xml"/>
  <Override PartName="/ppt/slideMasters/slideMaster17.xml" ContentType="application/vnd.openxmlformats-officedocument.presentationml.slideMaster+xml"/>
  <Override PartName="/ppt/slideMasters/slideMaster16.xml" ContentType="application/vnd.openxmlformats-officedocument.presentationml.slideMaster+xml"/>
  <Override PartName="/ppt/slideMasters/slideMaster15.xml" ContentType="application/vnd.openxmlformats-officedocument.presentationml.slideMaster+xml"/>
  <Override PartName="/ppt/slideMasters/_rels/slideMaster26.xml.rels" ContentType="application/vnd.openxmlformats-package.relationships+xml"/>
  <Override PartName="/ppt/slideMasters/_rels/slideMaster14.xml.rels" ContentType="application/vnd.openxmlformats-package.relationships+xml"/>
  <Override PartName="/ppt/slideMasters/_rels/slideMaster3.xml.rels" ContentType="application/vnd.openxmlformats-package.relationships+xml"/>
  <Override PartName="/ppt/slideMasters/_rels/slideMaster15.xml.rels" ContentType="application/vnd.openxmlformats-package.relationships+xml"/>
  <Override PartName="/ppt/slideMasters/_rels/slideMaster4.xml.rels" ContentType="application/vnd.openxmlformats-package.relationships+xml"/>
  <Override PartName="/ppt/slideMasters/_rels/slideMaster16.xml.rels" ContentType="application/vnd.openxmlformats-package.relationships+xml"/>
  <Override PartName="/ppt/slideMasters/_rels/slideMaster5.xml.rels" ContentType="application/vnd.openxmlformats-package.relationships+xml"/>
  <Override PartName="/ppt/slideMasters/_rels/slideMaster17.xml.rels" ContentType="application/vnd.openxmlformats-package.relationships+xml"/>
  <Override PartName="/ppt/slideMasters/_rels/slideMaster6.xml.rels" ContentType="application/vnd.openxmlformats-package.relationships+xml"/>
  <Override PartName="/ppt/slideMasters/_rels/slideMaster18.xml.rels" ContentType="application/vnd.openxmlformats-package.relationships+xml"/>
  <Override PartName="/ppt/slideMasters/_rels/slideMaster20.xml.rels" ContentType="application/vnd.openxmlformats-package.relationships+xml"/>
  <Override PartName="/ppt/slideMasters/_rels/slideMaster7.xml.rels" ContentType="application/vnd.openxmlformats-package.relationships+xml"/>
  <Override PartName="/ppt/slideMasters/_rels/slideMaster19.xml.rels" ContentType="application/vnd.openxmlformats-package.relationships+xml"/>
  <Override PartName="/ppt/slideMasters/_rels/slideMaster21.xml.rels" ContentType="application/vnd.openxmlformats-package.relationships+xml"/>
  <Override PartName="/ppt/slideMasters/_rels/slideMaster8.xml.rels" ContentType="application/vnd.openxmlformats-package.relationships+xml"/>
  <Override PartName="/ppt/slideMasters/_rels/slideMaster11.xml.rels" ContentType="application/vnd.openxmlformats-package.relationships+xml"/>
  <Override PartName="/ppt/slideMasters/_rels/slideMaster23.xml.rels" ContentType="application/vnd.openxmlformats-package.relationships+xml"/>
  <Override PartName="/ppt/slideMasters/_rels/slideMaster10.xml.rels" ContentType="application/vnd.openxmlformats-package.relationships+xml"/>
  <Override PartName="/ppt/slideMasters/_rels/slideMaster28.xml.rels" ContentType="application/vnd.openxmlformats-package.relationships+xml"/>
  <Override PartName="/ppt/slideMasters/_rels/slideMaster27.xml.rels" ContentType="application/vnd.openxmlformats-package.relationships+xml"/>
  <Override PartName="/ppt/slideMasters/_rels/slideMaster22.xml.rels" ContentType="application/vnd.openxmlformats-package.relationships+xml"/>
  <Override PartName="/ppt/slideMasters/_rels/slideMaster9.xml.rels" ContentType="application/vnd.openxmlformats-package.relationships+xml"/>
  <Override PartName="/ppt/slideMasters/_rels/slideMaster2.xml.rels" ContentType="application/vnd.openxmlformats-package.relationships+xml"/>
  <Override PartName="/ppt/slideMasters/_rels/slideMaster13.xml.rels" ContentType="application/vnd.openxmlformats-package.relationships+xml"/>
  <Override PartName="/ppt/slideMasters/_rels/slideMaster25.xml.rels" ContentType="application/vnd.openxmlformats-package.relationships+xml"/>
  <Override PartName="/ppt/slideMasters/_rels/slideMaster24.xml.rels" ContentType="application/vnd.openxmlformats-package.relationships+xml"/>
  <Override PartName="/ppt/slideMasters/_rels/slideMaster12.xml.rels" ContentType="application/vnd.openxmlformats-package.relationships+xml"/>
  <Override PartName="/ppt/slideMasters/_rels/slideMaster1.xml.rels" ContentType="application/vnd.openxmlformats-package.relationships+xml"/>
  <Override PartName="/ppt/slideMasters/slideMaster14.xml" ContentType="application/vnd.openxmlformats-officedocument.presentationml.slideMaster+xml"/>
  <Override PartName="/ppt/slideMasters/slideMaster1.xml" ContentType="application/vnd.openxmlformats-officedocument.presentationml.slideMaster+xml"/>
  <Override PartName="/ppt/slideMasters/slideMaster26.xml" ContentType="application/vnd.openxmlformats-officedocument.presentationml.slideMaster+xml"/>
  <Override PartName="/ppt/presProps.xml" ContentType="application/vnd.openxmlformats-officedocument.presentationml.presProps+xml"/>
  <Override PartName="/ppt/theme/theme10.xml" ContentType="application/vnd.openxmlformats-officedocument.theme+xml"/>
  <Override PartName="/ppt/theme/theme9.xml" ContentType="application/vnd.openxmlformats-officedocument.theme+xml"/>
  <Override PartName="/ppt/theme/theme8.xml" ContentType="application/vnd.openxmlformats-officedocument.theme+xml"/>
  <Override PartName="/ppt/theme/theme7.xml" ContentType="application/vnd.openxmlformats-officedocument.theme+xml"/>
  <Override PartName="/ppt/theme/theme6.xml" ContentType="application/vnd.openxmlformats-officedocument.theme+xml"/>
  <Override PartName="/ppt/theme/theme5.xml" ContentType="application/vnd.openxmlformats-officedocument.theme+xml"/>
  <Override PartName="/ppt/theme/theme4.xml" ContentType="application/vnd.openxmlformats-officedocument.theme+xml"/>
  <Override PartName="/ppt/theme/theme13.xml" ContentType="application/vnd.openxmlformats-officedocument.theme+xml"/>
  <Override PartName="/ppt/theme/theme3.xml" ContentType="application/vnd.openxmlformats-officedocument.theme+xml"/>
  <Override PartName="/ppt/theme/theme12.xml" ContentType="application/vnd.openxmlformats-officedocument.theme+xml"/>
  <Override PartName="/ppt/theme/theme2.xml" ContentType="application/vnd.openxmlformats-officedocument.theme+xml"/>
  <Override PartName="/ppt/theme/theme11.xml" ContentType="application/vnd.openxmlformats-officedocument.theme+xml"/>
  <Override PartName="/ppt/theme/theme1.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29.xml" ContentType="application/vnd.openxmlformats-officedocument.theme+xml"/>
  <Override PartName="/ppt/theme/theme17.xml" ContentType="application/vnd.openxmlformats-officedocument.theme+xml"/>
  <Override PartName="/ppt/theme/theme28.xml" ContentType="application/vnd.openxmlformats-officedocument.theme+xml"/>
  <Override PartName="/ppt/theme/theme27.xml" ContentType="application/vnd.openxmlformats-officedocument.theme+xml"/>
  <Override PartName="/ppt/theme/theme26.xml" ContentType="application/vnd.openxmlformats-officedocument.theme+xml"/>
  <Override PartName="/ppt/theme/theme25.xml" ContentType="application/vnd.openxmlformats-officedocument.theme+xml"/>
  <Override PartName="/ppt/theme/theme24.xml" ContentType="application/vnd.openxmlformats-officedocument.theme+xml"/>
  <Override PartName="/ppt/theme/theme23.xml" ContentType="application/vnd.openxmlformats-officedocument.theme+xml"/>
  <Override PartName="/ppt/theme/theme22.xml" ContentType="application/vnd.openxmlformats-officedocument.theme+xml"/>
  <Override PartName="/ppt/theme/theme21.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18.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28.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27.xml" ContentType="application/vnd.openxmlformats-officedocument.presentationml.slideLayout+xml"/>
  <Override PartName="/ppt/slideLayouts/slideLayout4.xml" ContentType="application/vnd.openxmlformats-officedocument.presentationml.slideLayout+xml"/>
  <Override PartName="/ppt/slideLayouts/slideLayout26.xml" ContentType="application/vnd.openxmlformats-officedocument.presentationml.slideLayout+xml"/>
  <Override PartName="/ppt/slideLayouts/_rels/slideLayout24.xml.rels" ContentType="application/vnd.openxmlformats-package.relationships+xml"/>
  <Override PartName="/ppt/slideLayouts/_rels/slideLayout4.xml.rels" ContentType="application/vnd.openxmlformats-package.relationships+xml"/>
  <Override PartName="/ppt/slideLayouts/_rels/slideLayout23.xml.rels" ContentType="application/vnd.openxmlformats-package.relationships+xml"/>
  <Override PartName="/ppt/slideLayouts/_rels/slideLayout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20.xml.rels" ContentType="application/vnd.openxmlformats-package.relationships+xml"/>
  <Override PartName="/ppt/slideLayouts/_rels/slideLayout19.xml.rels" ContentType="application/vnd.openxmlformats-package.relationships+xml"/>
  <Override PartName="/ppt/slideLayouts/_rels/slideLayout1.xml.rels" ContentType="application/vnd.openxmlformats-package.relationships+xml"/>
  <Override PartName="/ppt/slideLayouts/_rels/slideLayout21.xml.rels" ContentType="application/vnd.openxmlformats-package.relationships+xml"/>
  <Override PartName="/ppt/slideLayouts/_rels/slideLayout2.xml.rels" ContentType="application/vnd.openxmlformats-package.relationships+xml"/>
  <Override PartName="/ppt/slideLayouts/_rels/slideLayout22.xml.rels" ContentType="application/vnd.openxmlformats-package.relationships+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25.xml.rels" ContentType="application/vnd.openxmlformats-package.relationships+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8.xml.rels" ContentType="application/vnd.openxmlformats-package.relationships+xml"/>
  <Override PartName="/ppt/slideLayouts/_rels/slideLayout28.xml.rels" ContentType="application/vnd.openxmlformats-package.relationships+xml"/>
  <Override PartName="/ppt/slideLayouts/_rels/slideLayout10.xml.rels" ContentType="application/vnd.openxmlformats-package.relationships+xml"/>
  <Override PartName="/ppt/slideLayouts/_rels/slideLayout7.xml.rels" ContentType="application/vnd.openxmlformats-package.relationships+xml"/>
  <Override PartName="/ppt/slideLayouts/_rels/slideLayout27.xml.rels" ContentType="application/vnd.openxmlformats-package.relationships+xml"/>
  <Override PartName="/ppt/slideLayouts/_rels/slideLayout6.xml.rels" ContentType="application/vnd.openxmlformats-package.relationships+xml"/>
  <Override PartName="/ppt/slideLayouts/_rels/slideLayout26.xml.rels" ContentType="application/vnd.openxmlformats-package.relationships+xml"/>
  <Override PartName="/ppt/slideLayouts/slideLayout3.xml" ContentType="application/vnd.openxmlformats-officedocument.presentationml.slideLayout+xml"/>
  <Override PartName="/ppt/slideLayouts/slideLayout25.xml" ContentType="application/vnd.openxmlformats-officedocument.presentationml.slideLayout+xml"/>
  <Override PartName="/ppt/slideLayouts/slideLayout22.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29.jpeg" ContentType="image/jpeg"/>
  <Override PartName="/ppt/media/image28.png" ContentType="image/png"/>
  <Override PartName="/ppt/media/image7.jpeg" ContentType="image/jpeg"/>
  <Override PartName="/ppt/media/image27.png" ContentType="image/png"/>
  <Override PartName="/ppt/media/image26.png" ContentType="image/png"/>
  <Override PartName="/ppt/media/image24.png" ContentType="image/png"/>
  <Override PartName="/ppt/media/image23.png" ContentType="image/png"/>
  <Override PartName="/ppt/media/image16.jpeg" ContentType="image/jpeg"/>
  <Override PartName="/ppt/media/image17.png" ContentType="image/png"/>
  <Override PartName="/ppt/media/image8.png" ContentType="image/png"/>
  <Override PartName="/ppt/media/image11.png" ContentType="image/png"/>
  <Override PartName="/ppt/media/image5.jpeg" ContentType="image/jpeg"/>
  <Override PartName="/ppt/media/image18.png" ContentType="image/png"/>
  <Override PartName="/ppt/media/image9.png" ContentType="image/png"/>
  <Override PartName="/ppt/media/image20.png" ContentType="image/png"/>
  <Override PartName="/ppt/media/image30.png" ContentType="image/png"/>
  <Override PartName="/ppt/media/image35.png" ContentType="image/png"/>
  <Override PartName="/ppt/media/image3.png" ContentType="image/png"/>
  <Override PartName="/ppt/media/image12.png" ContentType="image/png"/>
  <Override PartName="/ppt/media/image31.png" ContentType="image/png"/>
  <Override PartName="/ppt/media/image32.png" ContentType="image/png"/>
  <Override PartName="/ppt/media/image36.png" ContentType="image/png"/>
  <Override PartName="/ppt/media/image19.jpeg" ContentType="image/jpeg"/>
  <Override PartName="/ppt/media/image2.png" ContentType="image/png"/>
  <Override PartName="/ppt/media/image34.png" ContentType="image/png"/>
  <Override PartName="/ppt/media/image10.png" ContentType="image/png"/>
  <Override PartName="/ppt/media/image1.png" ContentType="image/png"/>
  <Override PartName="/ppt/media/image33.png" ContentType="image/png"/>
  <Override PartName="/ppt/media/image6.png" ContentType="image/png"/>
  <Override PartName="/ppt/media/image4.jpeg" ContentType="image/jpeg"/>
  <Override PartName="/ppt/media/image37.jpeg" ContentType="image/jpeg"/>
  <Override PartName="/ppt/media/image25.png" ContentType="image/png"/>
  <Override PartName="/ppt/media/image14.png" ContentType="image/png"/>
  <Override PartName="/ppt/media/image15.jpeg" ContentType="image/jpeg"/>
  <Override PartName="/ppt/media/image13.png" ContentType="image/png"/>
  <Override PartName="/ppt/media/image21.png" ContentType="image/png"/>
  <Override PartName="/ppt/media/image22.png" ContentType="image/png"/>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4.xml.rels" ContentType="application/vnd.openxmlformats-package.relationships+xml"/>
  <Override PartName="/ppt/slides/_rels/slide26.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29.xml.rels" ContentType="application/vnd.openxmlformats-package.relationships+xml"/>
  <Override PartName="/ppt/slides/_rels/slide4.xml.rels" ContentType="application/vnd.openxmlformats-package.relationships+xml"/>
  <Override PartName="/ppt/slides/_rels/slide21.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25.xml.rels" ContentType="application/vnd.openxmlformats-package.relationships+xml"/>
  <Override PartName="/ppt/slides/_rels/slide12.xml.rels" ContentType="application/vnd.openxmlformats-package.relationships+xml"/>
  <Override PartName="/ppt/slides/_rels/slide24.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23.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slide20.xml" ContentType="application/vnd.openxmlformats-officedocument.presentationml.slide+xml"/>
  <Override PartName="/ppt/slides/slide18.xml" ContentType="application/vnd.openxmlformats-officedocument.presentationml.slide+xml"/>
  <Override PartName="/ppt/slides/slide26.xml" ContentType="application/vnd.openxmlformats-officedocument.presentationml.slide+xml"/>
  <Override PartName="/ppt/slides/slide1.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24.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25.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notesSlides/_rels/notesSlide15.xml.rels" ContentType="application/vnd.openxmlformats-package.relationships+xml"/>
  <Override PartName="/ppt/notesSlides/_rels/notesSlide2.xml.rels" ContentType="application/vnd.openxmlformats-package.relationships+xml"/>
  <Override PartName="/ppt/notesSlides/_rels/notesSlide16.xml.rels" ContentType="application/vnd.openxmlformats-package.relationships+xml"/>
  <Override PartName="/ppt/notesSlides/_rels/notesSlide3.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8.xml.rels" ContentType="application/vnd.openxmlformats-package.relationships+xml"/>
  <Override PartName="/ppt/notesSlides/_rels/notesSlide20.xml.rels" ContentType="application/vnd.openxmlformats-package.relationships+xml"/>
  <Override PartName="/ppt/notesSlides/_rels/notesSlide5.xml.rels" ContentType="application/vnd.openxmlformats-package.relationships+xml"/>
  <Override PartName="/ppt/notesSlides/_rels/notesSlide19.xml.rels" ContentType="application/vnd.openxmlformats-package.relationships+xml"/>
  <Override PartName="/ppt/notesSlides/_rels/notesSlide21.xml.rels" ContentType="application/vnd.openxmlformats-package.relationships+xml"/>
  <Override PartName="/ppt/notesSlides/_rels/notesSlide6.xml.rels" ContentType="application/vnd.openxmlformats-package.relationships+xml"/>
  <Override PartName="/ppt/notesSlides/_rels/notesSlide22.xml.rels" ContentType="application/vnd.openxmlformats-package.relationships+xml"/>
  <Override PartName="/ppt/notesSlides/_rels/notesSlide7.xml.rels" ContentType="application/vnd.openxmlformats-package.relationships+xml"/>
  <Override PartName="/ppt/notesSlides/_rels/notesSlide23.xml.rels" ContentType="application/vnd.openxmlformats-package.relationships+xml"/>
  <Override PartName="/ppt/notesSlides/_rels/notesSlide8.xml.rels" ContentType="application/vnd.openxmlformats-package.relationships+xml"/>
  <Override PartName="/ppt/notesSlides/_rels/notesSlide13.xml.rels" ContentType="application/vnd.openxmlformats-package.relationships+xml"/>
  <Override PartName="/ppt/notesSlides/_rels/notesSlide25.xml.rels" ContentType="application/vnd.openxmlformats-package.relationships+xml"/>
  <Override PartName="/ppt/notesSlides/_rels/notesSlide12.xml.rels" ContentType="application/vnd.openxmlformats-package.relationships+xml"/>
  <Override PartName="/ppt/notesSlides/_rels/notesSlide11.xml.rels" ContentType="application/vnd.openxmlformats-package.relationships+xml"/>
  <Override PartName="/ppt/notesSlides/_rels/notesSlide10.xml.rels" ContentType="application/vnd.openxmlformats-package.relationships+xml"/>
  <Override PartName="/ppt/notesSlides/_rels/notesSlide29.xml.rels" ContentType="application/vnd.openxmlformats-package.relationships+xml"/>
  <Override PartName="/ppt/notesSlides/_rels/notesSlide28.xml.rels" ContentType="application/vnd.openxmlformats-package.relationships+xml"/>
  <Override PartName="/ppt/notesSlides/_rels/notesSlide24.xml.rels" ContentType="application/vnd.openxmlformats-package.relationships+xml"/>
  <Override PartName="/ppt/notesSlides/_rels/notesSlide9.xml.rels" ContentType="application/vnd.openxmlformats-package.relationships+xml"/>
  <Override PartName="/ppt/notesSlides/_rels/notesSlide27.xml.rels" ContentType="application/vnd.openxmlformats-package.relationships+xml"/>
  <Override PartName="/ppt/notesSlides/_rels/notesSlide26.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14.xml" ContentType="application/vnd.openxmlformats-officedocument.presentationml.notesSlide+xml"/>
  <Override PartName="/ppt/notesSlides/notesSlide27.xml" ContentType="application/vnd.openxmlformats-officedocument.presentationml.notesSlide+xml"/>
  <Override PartName="/ppt/notesSlides/notesSlide1.xml" ContentType="application/vnd.openxmlformats-officedocument.presentationml.notesSlide+xml"/>
  <Override PartName="/ppt/notesSlides/notesSlide28.xml" ContentType="application/vnd.openxmlformats-officedocument.presentationml.notesSlide+xml"/>
  <Override PartName="/ppt/notesSlides/notesSlide2.xml" ContentType="application/vnd.openxmlformats-officedocument.presentationml.notesSlide+xml"/>
  <Override PartName="/ppt/notesSlides/notesSlide29.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21.xml" ContentType="application/vnd.openxmlformats-officedocument.presentationml.notesSlide+xml"/>
  <Override PartName="/ppt/notesSlides/notesSlide4.xml" ContentType="application/vnd.openxmlformats-officedocument.presentationml.notesSlide+xml"/>
  <Override PartName="/ppt/notesSlides/notesSlide22.xml" ContentType="application/vnd.openxmlformats-officedocument.presentationml.notesSlide+xml"/>
  <Override PartName="/ppt/notesSlides/notesSlide5.xml" ContentType="application/vnd.openxmlformats-officedocument.presentationml.notesSlide+xml"/>
  <Override PartName="/ppt/notesSlides/notesSlide23.xml" ContentType="application/vnd.openxmlformats-officedocument.presentationml.notesSlide+xml"/>
  <Override PartName="/ppt/notesSlides/notesSlide6.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25.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notesSlide26.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 id="2147483682" r:id="rId19"/>
    <p:sldMasterId id="2147483684" r:id="rId20"/>
    <p:sldMasterId id="2147483686" r:id="rId21"/>
    <p:sldMasterId id="2147483688" r:id="rId22"/>
    <p:sldMasterId id="2147483690" r:id="rId23"/>
    <p:sldMasterId id="2147483692" r:id="rId24"/>
    <p:sldMasterId id="2147483694" r:id="rId25"/>
    <p:sldMasterId id="2147483696" r:id="rId26"/>
    <p:sldMasterId id="2147483698" r:id="rId27"/>
    <p:sldMasterId id="2147483700" r:id="rId28"/>
    <p:sldMasterId id="2147483702" r:id="rId29"/>
  </p:sldMasterIdLst>
  <p:notesMasterIdLst>
    <p:notesMasterId r:id="rId30"/>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slideMaster" Target="slideMasters/slideMaster22.xml"/><Relationship Id="rId24" Type="http://schemas.openxmlformats.org/officeDocument/2006/relationships/slideMaster" Target="slideMasters/slideMaster23.xml"/><Relationship Id="rId25" Type="http://schemas.openxmlformats.org/officeDocument/2006/relationships/slideMaster" Target="slideMasters/slideMaster24.xml"/><Relationship Id="rId26" Type="http://schemas.openxmlformats.org/officeDocument/2006/relationships/slideMaster" Target="slideMasters/slideMaster25.xml"/><Relationship Id="rId27" Type="http://schemas.openxmlformats.org/officeDocument/2006/relationships/slideMaster" Target="slideMasters/slideMaster26.xml"/><Relationship Id="rId28" Type="http://schemas.openxmlformats.org/officeDocument/2006/relationships/slideMaster" Target="slideMasters/slideMaster27.xml"/><Relationship Id="rId29" Type="http://schemas.openxmlformats.org/officeDocument/2006/relationships/slideMaster" Target="slideMasters/slideMaster28.xml"/><Relationship Id="rId30" Type="http://schemas.openxmlformats.org/officeDocument/2006/relationships/notesMaster" Target="notesMasters/notesMaster1.xml"/><Relationship Id="rId31" Type="http://schemas.openxmlformats.org/officeDocument/2006/relationships/slide" Target="slides/slide1.xml"/><Relationship Id="rId32" Type="http://schemas.openxmlformats.org/officeDocument/2006/relationships/slide" Target="slides/slide2.xml"/><Relationship Id="rId33" Type="http://schemas.openxmlformats.org/officeDocument/2006/relationships/slide" Target="slides/slide3.xml"/><Relationship Id="rId34" Type="http://schemas.openxmlformats.org/officeDocument/2006/relationships/slide" Target="slides/slide4.xml"/><Relationship Id="rId35" Type="http://schemas.openxmlformats.org/officeDocument/2006/relationships/slide" Target="slides/slide5.xml"/><Relationship Id="rId36" Type="http://schemas.openxmlformats.org/officeDocument/2006/relationships/slide" Target="slides/slide6.xml"/><Relationship Id="rId37" Type="http://schemas.openxmlformats.org/officeDocument/2006/relationships/slide" Target="slides/slide7.xml"/><Relationship Id="rId38" Type="http://schemas.openxmlformats.org/officeDocument/2006/relationships/slide" Target="slides/slide8.xml"/><Relationship Id="rId39" Type="http://schemas.openxmlformats.org/officeDocument/2006/relationships/slide" Target="slides/slide9.xml"/><Relationship Id="rId40" Type="http://schemas.openxmlformats.org/officeDocument/2006/relationships/slide" Target="slides/slide10.xml"/><Relationship Id="rId41" Type="http://schemas.openxmlformats.org/officeDocument/2006/relationships/slide" Target="slides/slide11.xml"/><Relationship Id="rId42" Type="http://schemas.openxmlformats.org/officeDocument/2006/relationships/slide" Target="slides/slide12.xml"/><Relationship Id="rId43" Type="http://schemas.openxmlformats.org/officeDocument/2006/relationships/slide" Target="slides/slide13.xml"/><Relationship Id="rId44" Type="http://schemas.openxmlformats.org/officeDocument/2006/relationships/slide" Target="slides/slide14.xml"/><Relationship Id="rId45" Type="http://schemas.openxmlformats.org/officeDocument/2006/relationships/slide" Target="slides/slide15.xml"/><Relationship Id="rId46" Type="http://schemas.openxmlformats.org/officeDocument/2006/relationships/slide" Target="slides/slide16.xml"/><Relationship Id="rId47" Type="http://schemas.openxmlformats.org/officeDocument/2006/relationships/slide" Target="slides/slide17.xml"/><Relationship Id="rId48" Type="http://schemas.openxmlformats.org/officeDocument/2006/relationships/slide" Target="slides/slide18.xml"/><Relationship Id="rId49" Type="http://schemas.openxmlformats.org/officeDocument/2006/relationships/slide" Target="slides/slide19.xml"/><Relationship Id="rId50" Type="http://schemas.openxmlformats.org/officeDocument/2006/relationships/slide" Target="slides/slide20.xml"/><Relationship Id="rId51" Type="http://schemas.openxmlformats.org/officeDocument/2006/relationships/slide" Target="slides/slide21.xml"/><Relationship Id="rId52" Type="http://schemas.openxmlformats.org/officeDocument/2006/relationships/slide" Target="slides/slide22.xml"/><Relationship Id="rId53" Type="http://schemas.openxmlformats.org/officeDocument/2006/relationships/slide" Target="slides/slide23.xml"/><Relationship Id="rId54" Type="http://schemas.openxmlformats.org/officeDocument/2006/relationships/slide" Target="slides/slide24.xml"/><Relationship Id="rId55" Type="http://schemas.openxmlformats.org/officeDocument/2006/relationships/slide" Target="slides/slide25.xml"/><Relationship Id="rId56" Type="http://schemas.openxmlformats.org/officeDocument/2006/relationships/slide" Target="slides/slide26.xml"/><Relationship Id="rId57" Type="http://schemas.openxmlformats.org/officeDocument/2006/relationships/slide" Target="slides/slide27.xml"/><Relationship Id="rId58" Type="http://schemas.openxmlformats.org/officeDocument/2006/relationships/slide" Target="slides/slide28.xml"/><Relationship Id="rId59" Type="http://schemas.openxmlformats.org/officeDocument/2006/relationships/slide" Target="slides/slide29.xml"/><Relationship Id="rId60"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9.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PlaceHolder 1"/>
          <p:cNvSpPr>
            <a:spLocks noGrp="1"/>
          </p:cNvSpPr>
          <p:nvPr>
            <p:ph type="sldImg"/>
          </p:nvPr>
        </p:nvSpPr>
        <p:spPr>
          <a:xfrm>
            <a:off x="0" y="812520"/>
            <a:ext cx="0" cy="0"/>
          </a:xfrm>
          <a:prstGeom prst="rect">
            <a:avLst/>
          </a:prstGeom>
          <a:noFill/>
          <a:ln w="0">
            <a:noFill/>
          </a:ln>
        </p:spPr>
        <p:txBody>
          <a:bodyPr lIns="0" rIns="0" tIns="0" bIns="0" anchor="ctr">
            <a:noAutofit/>
          </a:bodyPr>
          <a:p>
            <a:r>
              <a:rPr b="0" lang="fr-FR" sz="1800" spc="-1" strike="noStrike">
                <a:solidFill>
                  <a:schemeClr val="dk1"/>
                </a:solidFill>
                <a:latin typeface="Arial"/>
              </a:rPr>
              <a:t>Cliquez pour déplacer la diapo</a:t>
            </a:r>
            <a:endParaRPr b="0" lang="fr-FR" sz="1800" spc="-1" strike="noStrike">
              <a:solidFill>
                <a:schemeClr val="dk1"/>
              </a:solidFill>
              <a:latin typeface="Arial"/>
            </a:endParaRPr>
          </a:p>
        </p:txBody>
      </p:sp>
      <p:sp>
        <p:nvSpPr>
          <p:cNvPr id="13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fr-FR" sz="2000" spc="-1" strike="noStrike">
                <a:solidFill>
                  <a:srgbClr val="000000"/>
                </a:solidFill>
                <a:latin typeface="Arial"/>
              </a:rPr>
              <a:t>Cliquez pour modifier le format des notes</a:t>
            </a:r>
            <a:endParaRPr b="0" lang="fr-FR" sz="2000" spc="-1" strike="noStrike">
              <a:solidFill>
                <a:srgbClr val="000000"/>
              </a:solidFill>
              <a:latin typeface="Arial"/>
            </a:endParaRPr>
          </a:p>
        </p:txBody>
      </p:sp>
      <p:sp>
        <p:nvSpPr>
          <p:cNvPr id="138"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fr-FR" sz="1400" spc="-1" strike="noStrike">
                <a:solidFill>
                  <a:srgbClr val="000000"/>
                </a:solidFill>
                <a:latin typeface="Times New Roman"/>
              </a:rPr>
              <a:t>&lt;en-tête&gt;</a:t>
            </a:r>
            <a:endParaRPr b="0" lang="fr-FR" sz="1400" spc="-1" strike="noStrike">
              <a:solidFill>
                <a:srgbClr val="000000"/>
              </a:solidFill>
              <a:latin typeface="Times New Roman"/>
            </a:endParaRPr>
          </a:p>
        </p:txBody>
      </p:sp>
      <p:sp>
        <p:nvSpPr>
          <p:cNvPr id="139" name="PlaceHolder 4"/>
          <p:cNvSpPr>
            <a:spLocks noGrp="1"/>
          </p:cNvSpPr>
          <p:nvPr>
            <p:ph type="dt" idx="30"/>
          </p:nvPr>
        </p:nvSpPr>
        <p:spPr>
          <a:xfrm>
            <a:off x="4278960" y="0"/>
            <a:ext cx="3280680" cy="534240"/>
          </a:xfrm>
          <a:prstGeom prst="rect">
            <a:avLst/>
          </a:prstGeom>
          <a:noFill/>
          <a:ln w="0">
            <a:noFill/>
          </a:ln>
        </p:spPr>
        <p:txBody>
          <a:bodyPr lIns="0" rIns="0" tIns="0" bIns="0" anchor="t">
            <a:noAutofit/>
          </a:bodyPr>
          <a:lstStyle>
            <a:lvl1pPr indent="0" algn="r">
              <a:buNone/>
              <a:defRPr b="0" lang="fr-FR" sz="1400" spc="-1" strike="noStrike">
                <a:solidFill>
                  <a:srgbClr val="000000"/>
                </a:solidFill>
                <a:latin typeface="Times New Roman"/>
              </a:defRPr>
            </a:lvl1pPr>
          </a:lstStyle>
          <a:p>
            <a:pPr indent="0" algn="r">
              <a:buNone/>
            </a:pPr>
            <a:r>
              <a:rPr b="0" lang="fr-FR" sz="1400" spc="-1" strike="noStrike">
                <a:solidFill>
                  <a:srgbClr val="000000"/>
                </a:solidFill>
                <a:latin typeface="Times New Roman"/>
              </a:rPr>
              <a:t>&lt;date/heure&gt;</a:t>
            </a:r>
            <a:endParaRPr b="0" lang="fr-FR" sz="1400" spc="-1" strike="noStrike">
              <a:solidFill>
                <a:srgbClr val="000000"/>
              </a:solidFill>
              <a:latin typeface="Times New Roman"/>
            </a:endParaRPr>
          </a:p>
        </p:txBody>
      </p:sp>
      <p:sp>
        <p:nvSpPr>
          <p:cNvPr id="140" name="PlaceHolder 5"/>
          <p:cNvSpPr>
            <a:spLocks noGrp="1"/>
          </p:cNvSpPr>
          <p:nvPr>
            <p:ph type="ftr" idx="31"/>
          </p:nvPr>
        </p:nvSpPr>
        <p:spPr>
          <a:xfrm>
            <a:off x="0" y="10157400"/>
            <a:ext cx="3280680" cy="534240"/>
          </a:xfrm>
          <a:prstGeom prst="rect">
            <a:avLst/>
          </a:prstGeom>
          <a:noFill/>
          <a:ln w="0">
            <a:noFill/>
          </a:ln>
        </p:spPr>
        <p:txBody>
          <a:bodyPr lIns="0" rIns="0" tIns="0" bIns="0" anchor="b">
            <a:noAutofit/>
          </a:bodyPr>
          <a:lstStyle>
            <a:lvl1pPr indent="0">
              <a:buNone/>
              <a:defRPr b="0" lang="fr-FR" sz="1400" spc="-1" strike="noStrike">
                <a:solidFill>
                  <a:srgbClr val="000000"/>
                </a:solidFill>
                <a:latin typeface="Times New Roman"/>
              </a:defRPr>
            </a:lvl1pPr>
          </a:lstStyle>
          <a:p>
            <a:pPr indent="0">
              <a:buNone/>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141" name="PlaceHolder 6"/>
          <p:cNvSpPr>
            <a:spLocks noGrp="1"/>
          </p:cNvSpPr>
          <p:nvPr>
            <p:ph type="sldNum" idx="32"/>
          </p:nvPr>
        </p:nvSpPr>
        <p:spPr>
          <a:xfrm>
            <a:off x="4278960" y="10157400"/>
            <a:ext cx="3280680" cy="534240"/>
          </a:xfrm>
          <a:prstGeom prst="rect">
            <a:avLst/>
          </a:prstGeom>
          <a:noFill/>
          <a:ln w="0">
            <a:noFill/>
          </a:ln>
        </p:spPr>
        <p:txBody>
          <a:bodyPr lIns="0" rIns="0" tIns="0" bIns="0" anchor="b">
            <a:noAutofit/>
          </a:bodyPr>
          <a:lstStyle>
            <a:lvl1pPr indent="0" algn="r">
              <a:buNone/>
              <a:defRPr b="0" lang="fr-FR" sz="1400" spc="-1" strike="noStrike">
                <a:solidFill>
                  <a:srgbClr val="000000"/>
                </a:solidFill>
                <a:latin typeface="Times New Roman"/>
              </a:defRPr>
            </a:lvl1pPr>
          </a:lstStyle>
          <a:p>
            <a:pPr indent="0" algn="r">
              <a:buNone/>
            </a:pPr>
            <a:fld id="{5D466510-EE9B-4AFA-B18B-C17A9418EDCB}" type="slidenum">
              <a:rPr b="0" lang="fr-FR" sz="1400" spc="-1" strike="noStrike">
                <a:solidFill>
                  <a:srgbClr val="000000"/>
                </a:solidFill>
                <a:latin typeface="Times New Roman"/>
              </a:rPr>
              <a:t>&lt;numéro&gt;</a:t>
            </a:fld>
            <a:endParaRPr b="0" lang="fr-F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sldImg"/>
          </p:nvPr>
        </p:nvSpPr>
        <p:spPr>
          <a:xfrm>
            <a:off x="685800" y="1143000"/>
            <a:ext cx="5484600" cy="3084120"/>
          </a:xfrm>
          <a:prstGeom prst="rect">
            <a:avLst/>
          </a:prstGeom>
          <a:ln w="0">
            <a:noFill/>
          </a:ln>
        </p:spPr>
      </p:sp>
      <p:sp>
        <p:nvSpPr>
          <p:cNvPr id="260"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61" name="PlaceHolder 3"/>
          <p:cNvSpPr>
            <a:spLocks noGrp="1"/>
          </p:cNvSpPr>
          <p:nvPr>
            <p:ph type="sldNum" idx="60"/>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C4A0BE37-320F-454B-A943-60E80A717D69}"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sldImg"/>
          </p:nvPr>
        </p:nvSpPr>
        <p:spPr>
          <a:xfrm>
            <a:off x="685800" y="1143000"/>
            <a:ext cx="5484600" cy="3084120"/>
          </a:xfrm>
          <a:prstGeom prst="rect">
            <a:avLst/>
          </a:prstGeom>
          <a:ln w="0">
            <a:noFill/>
          </a:ln>
        </p:spPr>
      </p:sp>
      <p:sp>
        <p:nvSpPr>
          <p:cNvPr id="263"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0">
              <a:lnSpc>
                <a:spcPct val="100000"/>
              </a:lnSpc>
              <a:buNone/>
              <a:tabLst>
                <a:tab algn="l" pos="0"/>
              </a:tabLst>
            </a:pPr>
            <a:r>
              <a:rPr b="0" lang="fr-FR" sz="1100" spc="-1" strike="noStrike">
                <a:solidFill>
                  <a:srgbClr val="000000"/>
                </a:solidFill>
                <a:latin typeface="Arial"/>
              </a:rPr>
              <a:t>Contexte du projet</a:t>
            </a:r>
            <a:endParaRPr b="0" lang="fr-FR" sz="1100" spc="-1" strike="noStrike">
              <a:solidFill>
                <a:srgbClr val="000000"/>
              </a:solidFill>
              <a:latin typeface="Arial"/>
            </a:endParaRPr>
          </a:p>
        </p:txBody>
      </p:sp>
      <p:sp>
        <p:nvSpPr>
          <p:cNvPr id="264" name="PlaceHolder 3"/>
          <p:cNvSpPr>
            <a:spLocks noGrp="1"/>
          </p:cNvSpPr>
          <p:nvPr>
            <p:ph type="sldNum" idx="61"/>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C97A4837-11B6-42CC-87D4-BA2F6481228C}"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sldImg"/>
          </p:nvPr>
        </p:nvSpPr>
        <p:spPr>
          <a:xfrm>
            <a:off x="685800" y="1143000"/>
            <a:ext cx="5484600" cy="3084120"/>
          </a:xfrm>
          <a:prstGeom prst="rect">
            <a:avLst/>
          </a:prstGeom>
          <a:ln w="0">
            <a:noFill/>
          </a:ln>
        </p:spPr>
      </p:sp>
      <p:sp>
        <p:nvSpPr>
          <p:cNvPr id="266"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67" name="PlaceHolder 3"/>
          <p:cNvSpPr>
            <a:spLocks noGrp="1"/>
          </p:cNvSpPr>
          <p:nvPr>
            <p:ph type="sldNum" idx="62"/>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B11DC251-ED2C-4E90-BD16-5E7A855CEC3C}"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sldImg"/>
          </p:nvPr>
        </p:nvSpPr>
        <p:spPr>
          <a:xfrm>
            <a:off x="685800" y="1143000"/>
            <a:ext cx="5484600" cy="3084120"/>
          </a:xfrm>
          <a:prstGeom prst="rect">
            <a:avLst/>
          </a:prstGeom>
          <a:ln w="0">
            <a:noFill/>
          </a:ln>
        </p:spPr>
      </p:sp>
      <p:sp>
        <p:nvSpPr>
          <p:cNvPr id="269"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70" name="PlaceHolder 3"/>
          <p:cNvSpPr>
            <a:spLocks noGrp="1"/>
          </p:cNvSpPr>
          <p:nvPr>
            <p:ph type="sldNum" idx="63"/>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518AAF48-E910-494C-9B3E-0CA5997D873B}"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PlaceHolder 1"/>
          <p:cNvSpPr>
            <a:spLocks noGrp="1"/>
          </p:cNvSpPr>
          <p:nvPr>
            <p:ph type="sldImg"/>
          </p:nvPr>
        </p:nvSpPr>
        <p:spPr>
          <a:xfrm>
            <a:off x="685800" y="1143000"/>
            <a:ext cx="5484600" cy="3084120"/>
          </a:xfrm>
          <a:prstGeom prst="rect">
            <a:avLst/>
          </a:prstGeom>
          <a:ln w="0">
            <a:noFill/>
          </a:ln>
        </p:spPr>
      </p:sp>
      <p:sp>
        <p:nvSpPr>
          <p:cNvPr id="272"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73" name="PlaceHolder 3"/>
          <p:cNvSpPr>
            <a:spLocks noGrp="1"/>
          </p:cNvSpPr>
          <p:nvPr>
            <p:ph type="sldNum" idx="64"/>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19F031BD-492A-4C66-B669-31A9D825A5C9}"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sldImg"/>
          </p:nvPr>
        </p:nvSpPr>
        <p:spPr>
          <a:xfrm>
            <a:off x="685800" y="1143000"/>
            <a:ext cx="5484600" cy="3084120"/>
          </a:xfrm>
          <a:prstGeom prst="rect">
            <a:avLst/>
          </a:prstGeom>
          <a:ln w="0">
            <a:noFill/>
          </a:ln>
        </p:spPr>
      </p:sp>
      <p:sp>
        <p:nvSpPr>
          <p:cNvPr id="275"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76" name="PlaceHolder 3"/>
          <p:cNvSpPr>
            <a:spLocks noGrp="1"/>
          </p:cNvSpPr>
          <p:nvPr>
            <p:ph type="sldNum" idx="65"/>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FC870F79-8BA1-48C4-88A8-7CE42CED1959}"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sldImg"/>
          </p:nvPr>
        </p:nvSpPr>
        <p:spPr>
          <a:xfrm>
            <a:off x="685800" y="1143000"/>
            <a:ext cx="5484600" cy="3084120"/>
          </a:xfrm>
          <a:prstGeom prst="rect">
            <a:avLst/>
          </a:prstGeom>
          <a:ln w="0">
            <a:noFill/>
          </a:ln>
        </p:spPr>
      </p:sp>
      <p:sp>
        <p:nvSpPr>
          <p:cNvPr id="278"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79" name="PlaceHolder 3"/>
          <p:cNvSpPr>
            <a:spLocks noGrp="1"/>
          </p:cNvSpPr>
          <p:nvPr>
            <p:ph type="sldNum" idx="66"/>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5DEB8EB5-30D5-415D-9117-309FCE6E1E0B}"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sldImg"/>
          </p:nvPr>
        </p:nvSpPr>
        <p:spPr>
          <a:xfrm>
            <a:off x="685800" y="1143000"/>
            <a:ext cx="5484600" cy="3084120"/>
          </a:xfrm>
          <a:prstGeom prst="rect">
            <a:avLst/>
          </a:prstGeom>
          <a:ln w="0">
            <a:noFill/>
          </a:ln>
        </p:spPr>
      </p:sp>
      <p:sp>
        <p:nvSpPr>
          <p:cNvPr id="281"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82" name="PlaceHolder 3"/>
          <p:cNvSpPr>
            <a:spLocks noGrp="1"/>
          </p:cNvSpPr>
          <p:nvPr>
            <p:ph type="sldNum" idx="67"/>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52C9F972-CE1E-4140-A815-D4ACC95580CA}"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PlaceHolder 1"/>
          <p:cNvSpPr>
            <a:spLocks noGrp="1"/>
          </p:cNvSpPr>
          <p:nvPr>
            <p:ph type="sldImg"/>
          </p:nvPr>
        </p:nvSpPr>
        <p:spPr>
          <a:xfrm>
            <a:off x="685800" y="1143000"/>
            <a:ext cx="5484600" cy="3084120"/>
          </a:xfrm>
          <a:prstGeom prst="rect">
            <a:avLst/>
          </a:prstGeom>
          <a:ln w="0">
            <a:noFill/>
          </a:ln>
        </p:spPr>
      </p:sp>
      <p:sp>
        <p:nvSpPr>
          <p:cNvPr id="284"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85" name="PlaceHolder 3"/>
          <p:cNvSpPr>
            <a:spLocks noGrp="1"/>
          </p:cNvSpPr>
          <p:nvPr>
            <p:ph type="sldNum" idx="68"/>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9DCD1F06-DD28-4FB7-A159-0F92745E00C4}"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sldImg"/>
          </p:nvPr>
        </p:nvSpPr>
        <p:spPr>
          <a:xfrm>
            <a:off x="685800" y="1143000"/>
            <a:ext cx="5484600" cy="3084120"/>
          </a:xfrm>
          <a:prstGeom prst="rect">
            <a:avLst/>
          </a:prstGeom>
          <a:ln w="0">
            <a:noFill/>
          </a:ln>
        </p:spPr>
      </p:sp>
      <p:sp>
        <p:nvSpPr>
          <p:cNvPr id="287"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88" name="PlaceHolder 3"/>
          <p:cNvSpPr>
            <a:spLocks noGrp="1"/>
          </p:cNvSpPr>
          <p:nvPr>
            <p:ph type="sldNum" idx="69"/>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B8448216-354B-46B5-9821-78393272CCD4}"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PlaceHolder 1"/>
          <p:cNvSpPr>
            <a:spLocks noGrp="1"/>
          </p:cNvSpPr>
          <p:nvPr>
            <p:ph type="sldImg"/>
          </p:nvPr>
        </p:nvSpPr>
        <p:spPr>
          <a:xfrm>
            <a:off x="685800" y="1143000"/>
            <a:ext cx="5484600" cy="3084120"/>
          </a:xfrm>
          <a:prstGeom prst="rect">
            <a:avLst/>
          </a:prstGeom>
          <a:ln w="0">
            <a:noFill/>
          </a:ln>
        </p:spPr>
      </p:sp>
      <p:sp>
        <p:nvSpPr>
          <p:cNvPr id="290"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91" name="PlaceHolder 3"/>
          <p:cNvSpPr>
            <a:spLocks noGrp="1"/>
          </p:cNvSpPr>
          <p:nvPr>
            <p:ph type="sldNum" idx="70"/>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A44F4239-C275-41B6-A4E1-C795855FF858}"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sldImg"/>
          </p:nvPr>
        </p:nvSpPr>
        <p:spPr>
          <a:xfrm>
            <a:off x="685800" y="1143000"/>
            <a:ext cx="5484600" cy="3084120"/>
          </a:xfrm>
          <a:prstGeom prst="rect">
            <a:avLst/>
          </a:prstGeom>
          <a:ln w="0">
            <a:noFill/>
          </a:ln>
        </p:spPr>
      </p:sp>
      <p:sp>
        <p:nvSpPr>
          <p:cNvPr id="293"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94" name="PlaceHolder 3"/>
          <p:cNvSpPr>
            <a:spLocks noGrp="1"/>
          </p:cNvSpPr>
          <p:nvPr>
            <p:ph type="sldNum" idx="71"/>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BF8544FA-76E0-47EE-A5EC-7D31596C29F2}"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sldImg"/>
          </p:nvPr>
        </p:nvSpPr>
        <p:spPr>
          <a:xfrm>
            <a:off x="685800" y="1143000"/>
            <a:ext cx="5484600" cy="3084120"/>
          </a:xfrm>
          <a:prstGeom prst="rect">
            <a:avLst/>
          </a:prstGeom>
          <a:ln w="0">
            <a:noFill/>
          </a:ln>
        </p:spPr>
      </p:sp>
      <p:sp>
        <p:nvSpPr>
          <p:cNvPr id="296"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97" name="PlaceHolder 3"/>
          <p:cNvSpPr>
            <a:spLocks noGrp="1"/>
          </p:cNvSpPr>
          <p:nvPr>
            <p:ph type="sldNum" idx="72"/>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4F2E6102-4563-4061-B093-CB6445E9316D}"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PlaceHolder 1"/>
          <p:cNvSpPr>
            <a:spLocks noGrp="1"/>
          </p:cNvSpPr>
          <p:nvPr>
            <p:ph type="sldImg"/>
          </p:nvPr>
        </p:nvSpPr>
        <p:spPr>
          <a:xfrm>
            <a:off x="685800" y="1143000"/>
            <a:ext cx="5484600" cy="3084120"/>
          </a:xfrm>
          <a:prstGeom prst="rect">
            <a:avLst/>
          </a:prstGeom>
          <a:ln w="0">
            <a:noFill/>
          </a:ln>
        </p:spPr>
      </p:sp>
      <p:sp>
        <p:nvSpPr>
          <p:cNvPr id="299"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300" name="PlaceHolder 3"/>
          <p:cNvSpPr>
            <a:spLocks noGrp="1"/>
          </p:cNvSpPr>
          <p:nvPr>
            <p:ph type="sldNum" idx="73"/>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D33DBB33-10D7-410A-AAC2-B3727AE1B3A1}"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PlaceHolder 1"/>
          <p:cNvSpPr>
            <a:spLocks noGrp="1"/>
          </p:cNvSpPr>
          <p:nvPr>
            <p:ph type="sldImg"/>
          </p:nvPr>
        </p:nvSpPr>
        <p:spPr>
          <a:xfrm>
            <a:off x="685800" y="1143000"/>
            <a:ext cx="5484600" cy="3084120"/>
          </a:xfrm>
          <a:prstGeom prst="rect">
            <a:avLst/>
          </a:prstGeom>
          <a:ln w="0">
            <a:noFill/>
          </a:ln>
        </p:spPr>
      </p:sp>
      <p:sp>
        <p:nvSpPr>
          <p:cNvPr id="302"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303" name="PlaceHolder 3"/>
          <p:cNvSpPr>
            <a:spLocks noGrp="1"/>
          </p:cNvSpPr>
          <p:nvPr>
            <p:ph type="sldNum" idx="74"/>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B541544F-FD77-482B-AF38-6A280B50CC1D}"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PlaceHolder 1"/>
          <p:cNvSpPr>
            <a:spLocks noGrp="1"/>
          </p:cNvSpPr>
          <p:nvPr>
            <p:ph type="sldImg"/>
          </p:nvPr>
        </p:nvSpPr>
        <p:spPr>
          <a:xfrm>
            <a:off x="685800" y="1143000"/>
            <a:ext cx="5484600" cy="3084120"/>
          </a:xfrm>
          <a:prstGeom prst="rect">
            <a:avLst/>
          </a:prstGeom>
          <a:ln w="0">
            <a:noFill/>
          </a:ln>
        </p:spPr>
      </p:sp>
      <p:sp>
        <p:nvSpPr>
          <p:cNvPr id="305"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306" name="PlaceHolder 3"/>
          <p:cNvSpPr>
            <a:spLocks noGrp="1"/>
          </p:cNvSpPr>
          <p:nvPr>
            <p:ph type="sldNum" idx="75"/>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B662F22F-32AB-4D71-8D15-E26570F9EAAA}"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PlaceHolder 1"/>
          <p:cNvSpPr>
            <a:spLocks noGrp="1"/>
          </p:cNvSpPr>
          <p:nvPr>
            <p:ph type="sldImg"/>
          </p:nvPr>
        </p:nvSpPr>
        <p:spPr>
          <a:xfrm>
            <a:off x="685800" y="1143000"/>
            <a:ext cx="5484600" cy="3084120"/>
          </a:xfrm>
          <a:prstGeom prst="rect">
            <a:avLst/>
          </a:prstGeom>
          <a:ln w="0">
            <a:noFill/>
          </a:ln>
        </p:spPr>
      </p:sp>
      <p:sp>
        <p:nvSpPr>
          <p:cNvPr id="308"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309" name="PlaceHolder 3"/>
          <p:cNvSpPr>
            <a:spLocks noGrp="1"/>
          </p:cNvSpPr>
          <p:nvPr>
            <p:ph type="sldNum" idx="76"/>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AF80B2D5-186F-4102-BC74-92DC69076A68}"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PlaceHolder 1"/>
          <p:cNvSpPr>
            <a:spLocks noGrp="1"/>
          </p:cNvSpPr>
          <p:nvPr>
            <p:ph type="sldImg"/>
          </p:nvPr>
        </p:nvSpPr>
        <p:spPr>
          <a:xfrm>
            <a:off x="685800" y="1143000"/>
            <a:ext cx="5484600" cy="3084120"/>
          </a:xfrm>
          <a:prstGeom prst="rect">
            <a:avLst/>
          </a:prstGeom>
          <a:ln w="0">
            <a:noFill/>
          </a:ln>
        </p:spPr>
      </p:sp>
      <p:sp>
        <p:nvSpPr>
          <p:cNvPr id="311"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312" name="PlaceHolder 3"/>
          <p:cNvSpPr>
            <a:spLocks noGrp="1"/>
          </p:cNvSpPr>
          <p:nvPr>
            <p:ph type="sldNum" idx="77"/>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558C2238-9361-4294-975E-5388FD94A587}"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 name="PlaceHolder 1"/>
          <p:cNvSpPr>
            <a:spLocks noGrp="1"/>
          </p:cNvSpPr>
          <p:nvPr>
            <p:ph type="sldImg"/>
          </p:nvPr>
        </p:nvSpPr>
        <p:spPr>
          <a:xfrm>
            <a:off x="685800" y="1143000"/>
            <a:ext cx="5484600" cy="3084120"/>
          </a:xfrm>
          <a:prstGeom prst="rect">
            <a:avLst/>
          </a:prstGeom>
          <a:ln w="0">
            <a:noFill/>
          </a:ln>
        </p:spPr>
      </p:sp>
      <p:sp>
        <p:nvSpPr>
          <p:cNvPr id="314"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315" name="PlaceHolder 3"/>
          <p:cNvSpPr>
            <a:spLocks noGrp="1"/>
          </p:cNvSpPr>
          <p:nvPr>
            <p:ph type="sldNum" idx="78"/>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5ED42D85-C516-4D64-9D7B-CF6F3BCE0542}"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 name="PlaceHolder 1"/>
          <p:cNvSpPr>
            <a:spLocks noGrp="1"/>
          </p:cNvSpPr>
          <p:nvPr>
            <p:ph type="sldImg"/>
          </p:nvPr>
        </p:nvSpPr>
        <p:spPr>
          <a:xfrm>
            <a:off x="685800" y="1143000"/>
            <a:ext cx="5484600" cy="3084120"/>
          </a:xfrm>
          <a:prstGeom prst="rect">
            <a:avLst/>
          </a:prstGeom>
          <a:ln w="0">
            <a:noFill/>
          </a:ln>
        </p:spPr>
      </p:sp>
      <p:sp>
        <p:nvSpPr>
          <p:cNvPr id="317"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defTabSz="914400">
              <a:lnSpc>
                <a:spcPct val="100000"/>
              </a:lnSpc>
              <a:buNone/>
              <a:tabLst>
                <a:tab algn="l" pos="0"/>
              </a:tabLst>
            </a:pPr>
            <a:r>
              <a:rPr b="0" lang="fr-FR" sz="4000" spc="-1" strike="noStrike">
                <a:solidFill>
                  <a:srgbClr val="bbbebf"/>
                </a:solidFill>
                <a:latin typeface="Consolas"/>
              </a:rPr>
              <a:t>Statistique Chi-2: 147.11906816131497 </a:t>
            </a:r>
            <a:endParaRPr b="0" lang="fr-FR" sz="4000" spc="-1" strike="noStrike">
              <a:solidFill>
                <a:srgbClr val="000000"/>
              </a:solidFill>
              <a:latin typeface="Arial"/>
            </a:endParaRPr>
          </a:p>
          <a:p>
            <a:pPr marL="216000" indent="-216000" defTabSz="914400">
              <a:lnSpc>
                <a:spcPct val="100000"/>
              </a:lnSpc>
              <a:buNone/>
              <a:tabLst>
                <a:tab algn="l" pos="0"/>
              </a:tabLst>
            </a:pPr>
            <a:r>
              <a:rPr b="0" lang="fr-FR" sz="4000" spc="-1" strike="noStrike">
                <a:solidFill>
                  <a:srgbClr val="bbbebf"/>
                </a:solidFill>
                <a:latin typeface="Consolas"/>
              </a:rPr>
              <a:t>Valeur p: 1.1310980597090762e-32 </a:t>
            </a:r>
            <a:endParaRPr b="0" lang="fr-FR" sz="4000" spc="-1" strike="noStrike">
              <a:solidFill>
                <a:srgbClr val="000000"/>
              </a:solidFill>
              <a:latin typeface="Arial"/>
            </a:endParaRPr>
          </a:p>
          <a:p>
            <a:pPr marL="216000" indent="-216000" defTabSz="914400">
              <a:lnSpc>
                <a:spcPct val="100000"/>
              </a:lnSpc>
              <a:buNone/>
              <a:tabLst>
                <a:tab algn="l" pos="0"/>
              </a:tabLst>
            </a:pPr>
            <a:r>
              <a:rPr b="0" lang="fr-FR" sz="4000" spc="-1" strike="noStrike">
                <a:solidFill>
                  <a:srgbClr val="bbbebf"/>
                </a:solidFill>
                <a:latin typeface="Consolas"/>
              </a:rPr>
              <a:t>Degrés de liberté: 2</a:t>
            </a:r>
            <a:endParaRPr b="0" lang="fr-FR" sz="4000" spc="-1" strike="noStrike">
              <a:solidFill>
                <a:srgbClr val="000000"/>
              </a:solidFill>
              <a:latin typeface="Arial"/>
            </a:endParaRPr>
          </a:p>
          <a:p>
            <a:pPr marL="216000" indent="-216000" defTabSz="914400">
              <a:lnSpc>
                <a:spcPct val="100000"/>
              </a:lnSpc>
              <a:buNone/>
              <a:tabLst>
                <a:tab algn="l" pos="0"/>
              </a:tabLst>
            </a:pPr>
            <a:endParaRPr b="0" lang="fr-FR" sz="4000" spc="-1" strike="noStrike">
              <a:solidFill>
                <a:srgbClr val="000000"/>
              </a:solidFill>
              <a:latin typeface="Arial"/>
            </a:endParaRPr>
          </a:p>
          <a:p>
            <a:pPr marL="216000" indent="-216000" defTabSz="914400">
              <a:lnSpc>
                <a:spcPct val="100000"/>
              </a:lnSpc>
              <a:buNone/>
              <a:tabLst>
                <a:tab algn="l" pos="0"/>
              </a:tabLst>
            </a:pPr>
            <a:r>
              <a:rPr b="0" lang="fr-FR" sz="2800" spc="-1" strike="noStrike">
                <a:solidFill>
                  <a:srgbClr val="bbbebf"/>
                </a:solidFill>
                <a:latin typeface="Consolas"/>
              </a:rPr>
              <a:t>Grands échantillons : Bien qu'ils puissent réduire l'erreur standard et rendre un test plus sensible aux petites différences, les grands échantillons peuvent aussi détecter des différences qui, bien que statistiquement significatives, sont pratiquement insignifiantes. Ceci peut conduire à des conclusions erronées sur l'importance des effets observés. À l'inverse de l’exemple précédent, un très grand échantillon pourrait détecter de petites différences qui, bien que statistiquement significatives, ne sont pas nécessairement importantes du point de vue commercial. Par exemple, une légère amélioration de la satisfaction client peut être détectée mais ne justifie pas un changement de stratégie coûteux.</a:t>
            </a:r>
            <a:endParaRPr b="0" lang="fr-FR" sz="2800" spc="-1" strike="noStrike">
              <a:solidFill>
                <a:srgbClr val="000000"/>
              </a:solidFill>
              <a:latin typeface="Arial"/>
            </a:endParaRPr>
          </a:p>
          <a:p>
            <a:pPr marL="216000" indent="-216000" defTabSz="914400">
              <a:lnSpc>
                <a:spcPct val="100000"/>
              </a:lnSpc>
              <a:buNone/>
              <a:tabLst>
                <a:tab algn="l" pos="0"/>
              </a:tabLst>
            </a:pPr>
            <a:endParaRPr b="0" lang="fr-FR" sz="1800" spc="-1" strike="noStrike">
              <a:solidFill>
                <a:srgbClr val="000000"/>
              </a:solidFill>
              <a:latin typeface="Arial"/>
            </a:endParaRPr>
          </a:p>
        </p:txBody>
      </p:sp>
      <p:sp>
        <p:nvSpPr>
          <p:cNvPr id="318" name="PlaceHolder 3"/>
          <p:cNvSpPr>
            <a:spLocks noGrp="1"/>
          </p:cNvSpPr>
          <p:nvPr>
            <p:ph type="sldNum" idx="79"/>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035F72EA-C066-4FE0-B23E-35724AFAD7D2}"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PlaceHolder 1"/>
          <p:cNvSpPr>
            <a:spLocks noGrp="1"/>
          </p:cNvSpPr>
          <p:nvPr>
            <p:ph type="sldImg"/>
          </p:nvPr>
        </p:nvSpPr>
        <p:spPr>
          <a:xfrm>
            <a:off x="685800" y="1143000"/>
            <a:ext cx="5484600" cy="3084120"/>
          </a:xfrm>
          <a:prstGeom prst="rect">
            <a:avLst/>
          </a:prstGeom>
          <a:ln w="0">
            <a:noFill/>
          </a:ln>
        </p:spPr>
      </p:sp>
      <p:sp>
        <p:nvSpPr>
          <p:cNvPr id="320"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defTabSz="914400">
              <a:lnSpc>
                <a:spcPct val="100000"/>
              </a:lnSpc>
              <a:buNone/>
              <a:tabLst>
                <a:tab algn="l" pos="0"/>
              </a:tabLst>
            </a:pPr>
            <a:r>
              <a:rPr b="0" lang="fr-FR" sz="5400" spc="-1" strike="noStrike">
                <a:solidFill>
                  <a:srgbClr val="bbbebf"/>
                </a:solidFill>
                <a:latin typeface="Consolas"/>
              </a:rPr>
              <a:t>Spearman :Coefficient de corrélation de Spearman: -0.185</a:t>
            </a: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r>
              <a:rPr b="0" lang="fr-FR" sz="5400" spc="-1" strike="noStrike">
                <a:solidFill>
                  <a:srgbClr val="bbbebf"/>
                </a:solidFill>
                <a:latin typeface="Consolas"/>
              </a:rPr>
              <a:t> </a:t>
            </a:r>
            <a:r>
              <a:rPr b="0" lang="fr-FR" sz="5400" spc="-1" strike="noStrike">
                <a:solidFill>
                  <a:srgbClr val="bbbebf"/>
                </a:solidFill>
                <a:latin typeface="Consolas"/>
              </a:rPr>
              <a:t>Valeur p: 3.788264262141816e-67 =&gt;</a:t>
            </a: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r>
              <a:rPr b="0" lang="fr-FR" sz="5400" spc="-1" strike="noStrike">
                <a:solidFill>
                  <a:srgbClr val="bbbebf"/>
                </a:solidFill>
                <a:latin typeface="Consolas"/>
              </a:rPr>
              <a:t>Anova:</a:t>
            </a:r>
            <a:endParaRPr b="0" lang="fr-FR" sz="5400" spc="-1" strike="noStrike">
              <a:solidFill>
                <a:srgbClr val="000000"/>
              </a:solidFill>
              <a:latin typeface="Arial"/>
            </a:endParaRPr>
          </a:p>
          <a:p>
            <a:pPr marL="216000" indent="-216000" defTabSz="914400">
              <a:lnSpc>
                <a:spcPct val="100000"/>
              </a:lnSpc>
              <a:buNone/>
              <a:tabLst>
                <a:tab algn="l" pos="0"/>
              </a:tabLst>
            </a:pPr>
            <a:r>
              <a:rPr b="0" lang="fr-FR" sz="7200" spc="-1" strike="noStrike">
                <a:solidFill>
                  <a:srgbClr val="bbbebf"/>
                </a:solidFill>
                <a:latin typeface="Consolas"/>
              </a:rPr>
              <a:t>Statistique de test F: 133.51670570771168</a:t>
            </a:r>
            <a:endParaRPr b="0" lang="fr-FR" sz="7200" spc="-1" strike="noStrike">
              <a:solidFill>
                <a:srgbClr val="000000"/>
              </a:solidFill>
              <a:latin typeface="Arial"/>
            </a:endParaRPr>
          </a:p>
          <a:p>
            <a:pPr marL="216000" indent="-216000" defTabSz="914400">
              <a:lnSpc>
                <a:spcPct val="100000"/>
              </a:lnSpc>
              <a:buNone/>
              <a:tabLst>
                <a:tab algn="l" pos="0"/>
              </a:tabLst>
            </a:pPr>
            <a:r>
              <a:rPr b="0" lang="fr-FR" sz="7200" spc="-1" strike="noStrike">
                <a:solidFill>
                  <a:srgbClr val="bbbebf"/>
                </a:solidFill>
                <a:latin typeface="Consolas"/>
              </a:rPr>
              <a:t>Valeur p: 1.019149402040536e-136</a:t>
            </a:r>
            <a:endParaRPr b="0" lang="fr-FR" sz="72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1800" spc="-1" strike="noStrike">
              <a:solidFill>
                <a:srgbClr val="000000"/>
              </a:solidFill>
              <a:latin typeface="Arial"/>
            </a:endParaRPr>
          </a:p>
        </p:txBody>
      </p:sp>
      <p:sp>
        <p:nvSpPr>
          <p:cNvPr id="321" name="PlaceHolder 3"/>
          <p:cNvSpPr>
            <a:spLocks noGrp="1"/>
          </p:cNvSpPr>
          <p:nvPr>
            <p:ph type="sldNum" idx="80"/>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FBF1AE15-B99C-4109-8BCC-B6709075A050}"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 name="PlaceHolder 1"/>
          <p:cNvSpPr>
            <a:spLocks noGrp="1"/>
          </p:cNvSpPr>
          <p:nvPr>
            <p:ph type="sldImg"/>
          </p:nvPr>
        </p:nvSpPr>
        <p:spPr>
          <a:xfrm>
            <a:off x="685800" y="1143000"/>
            <a:ext cx="5484600" cy="3084120"/>
          </a:xfrm>
          <a:prstGeom prst="rect">
            <a:avLst/>
          </a:prstGeom>
          <a:ln w="0">
            <a:noFill/>
          </a:ln>
        </p:spPr>
      </p:sp>
      <p:sp>
        <p:nvSpPr>
          <p:cNvPr id="323"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defTabSz="914400">
              <a:lnSpc>
                <a:spcPct val="100000"/>
              </a:lnSpc>
              <a:buNone/>
              <a:tabLst>
                <a:tab algn="l" pos="0"/>
              </a:tabLst>
            </a:pPr>
            <a:r>
              <a:rPr b="0" lang="fr-FR" sz="5400" spc="-1" strike="noStrike">
                <a:solidFill>
                  <a:srgbClr val="bbbebf"/>
                </a:solidFill>
                <a:latin typeface="Consolas"/>
              </a:rPr>
              <a:t>Spearman :Coefficient de corrélation de Spearman: -0.185</a:t>
            </a: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r>
              <a:rPr b="0" lang="fr-FR" sz="5400" spc="-1" strike="noStrike">
                <a:solidFill>
                  <a:srgbClr val="bbbebf"/>
                </a:solidFill>
                <a:latin typeface="Consolas"/>
              </a:rPr>
              <a:t> </a:t>
            </a:r>
            <a:r>
              <a:rPr b="0" lang="fr-FR" sz="5400" spc="-1" strike="noStrike">
                <a:solidFill>
                  <a:srgbClr val="bbbebf"/>
                </a:solidFill>
                <a:latin typeface="Consolas"/>
              </a:rPr>
              <a:t>Valeur p: 3.788264262141816e-67 =&gt;</a:t>
            </a: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r>
              <a:rPr b="0" lang="fr-FR" sz="5400" spc="-1" strike="noStrike">
                <a:solidFill>
                  <a:srgbClr val="bbbebf"/>
                </a:solidFill>
                <a:latin typeface="Consolas"/>
              </a:rPr>
              <a:t>Anova:</a:t>
            </a:r>
            <a:endParaRPr b="0" lang="fr-FR" sz="5400" spc="-1" strike="noStrike">
              <a:solidFill>
                <a:srgbClr val="000000"/>
              </a:solidFill>
              <a:latin typeface="Arial"/>
            </a:endParaRPr>
          </a:p>
          <a:p>
            <a:pPr marL="216000" indent="-216000" defTabSz="914400">
              <a:lnSpc>
                <a:spcPct val="100000"/>
              </a:lnSpc>
              <a:buNone/>
              <a:tabLst>
                <a:tab algn="l" pos="0"/>
              </a:tabLst>
            </a:pPr>
            <a:r>
              <a:rPr b="0" lang="fr-FR" sz="7200" spc="-1" strike="noStrike">
                <a:solidFill>
                  <a:srgbClr val="bbbebf"/>
                </a:solidFill>
                <a:latin typeface="Consolas"/>
              </a:rPr>
              <a:t>Statistique de test F: 133.51670570771168</a:t>
            </a:r>
            <a:endParaRPr b="0" lang="fr-FR" sz="7200" spc="-1" strike="noStrike">
              <a:solidFill>
                <a:srgbClr val="000000"/>
              </a:solidFill>
              <a:latin typeface="Arial"/>
            </a:endParaRPr>
          </a:p>
          <a:p>
            <a:pPr marL="216000" indent="-216000" defTabSz="914400">
              <a:lnSpc>
                <a:spcPct val="100000"/>
              </a:lnSpc>
              <a:buNone/>
              <a:tabLst>
                <a:tab algn="l" pos="0"/>
              </a:tabLst>
            </a:pPr>
            <a:r>
              <a:rPr b="0" lang="fr-FR" sz="7200" spc="-1" strike="noStrike">
                <a:solidFill>
                  <a:srgbClr val="bbbebf"/>
                </a:solidFill>
                <a:latin typeface="Consolas"/>
              </a:rPr>
              <a:t>Valeur p: 1.019149402040536e-136</a:t>
            </a:r>
            <a:endParaRPr b="0" lang="fr-FR" sz="72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1800" spc="-1" strike="noStrike">
              <a:solidFill>
                <a:srgbClr val="000000"/>
              </a:solidFill>
              <a:latin typeface="Arial"/>
            </a:endParaRPr>
          </a:p>
        </p:txBody>
      </p:sp>
      <p:sp>
        <p:nvSpPr>
          <p:cNvPr id="324" name="PlaceHolder 3"/>
          <p:cNvSpPr>
            <a:spLocks noGrp="1"/>
          </p:cNvSpPr>
          <p:nvPr>
            <p:ph type="sldNum" idx="81"/>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1B4B8280-90AD-49B2-8B21-DF97E9D1691C}"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5" name="PlaceHolder 1"/>
          <p:cNvSpPr>
            <a:spLocks noGrp="1"/>
          </p:cNvSpPr>
          <p:nvPr>
            <p:ph type="sldImg"/>
          </p:nvPr>
        </p:nvSpPr>
        <p:spPr>
          <a:xfrm>
            <a:off x="685800" y="1143000"/>
            <a:ext cx="5484600" cy="3084120"/>
          </a:xfrm>
          <a:prstGeom prst="rect">
            <a:avLst/>
          </a:prstGeom>
          <a:ln w="0">
            <a:noFill/>
          </a:ln>
        </p:spPr>
      </p:sp>
      <p:sp>
        <p:nvSpPr>
          <p:cNvPr id="326"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defTabSz="914400">
              <a:lnSpc>
                <a:spcPct val="100000"/>
              </a:lnSpc>
              <a:buNone/>
              <a:tabLst>
                <a:tab algn="l" pos="0"/>
              </a:tabLst>
            </a:pPr>
            <a:r>
              <a:rPr b="0" lang="fr-FR" sz="5400" spc="-1" strike="noStrike">
                <a:solidFill>
                  <a:srgbClr val="bbbebf"/>
                </a:solidFill>
                <a:latin typeface="Consolas"/>
              </a:rPr>
              <a:t>Spearman :</a:t>
            </a: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r>
              <a:rPr b="0" lang="fr-FR" sz="7200" spc="-1" strike="noStrike">
                <a:solidFill>
                  <a:srgbClr val="bbbebf"/>
                </a:solidFill>
                <a:latin typeface="Consolas"/>
              </a:rPr>
              <a:t>Coefficient de corrélation de Spearman: 0.212</a:t>
            </a:r>
            <a:endParaRPr b="0" lang="fr-FR" sz="7200" spc="-1" strike="noStrike">
              <a:solidFill>
                <a:srgbClr val="000000"/>
              </a:solidFill>
              <a:latin typeface="Arial"/>
            </a:endParaRPr>
          </a:p>
          <a:p>
            <a:pPr marL="216000" indent="-216000" defTabSz="914400">
              <a:lnSpc>
                <a:spcPct val="100000"/>
              </a:lnSpc>
              <a:buNone/>
              <a:tabLst>
                <a:tab algn="l" pos="0"/>
              </a:tabLst>
            </a:pPr>
            <a:r>
              <a:rPr b="0" lang="fr-FR" sz="7200" spc="-1" strike="noStrike">
                <a:solidFill>
                  <a:srgbClr val="bbbebf"/>
                </a:solidFill>
                <a:latin typeface="Consolas"/>
              </a:rPr>
              <a:t>Valeur p: 0</a:t>
            </a:r>
            <a:endParaRPr b="0" lang="fr-FR" sz="72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r>
              <a:rPr b="0" lang="fr-FR" sz="5400" spc="-1" strike="noStrike">
                <a:solidFill>
                  <a:srgbClr val="bbbebf"/>
                </a:solidFill>
                <a:latin typeface="Consolas"/>
              </a:rPr>
              <a:t>Anova:</a:t>
            </a: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9600" spc="-1" strike="noStrike">
              <a:solidFill>
                <a:srgbClr val="000000"/>
              </a:solidFill>
              <a:latin typeface="Arial"/>
            </a:endParaRPr>
          </a:p>
          <a:p>
            <a:pPr marL="216000" indent="-216000" defTabSz="914400">
              <a:lnSpc>
                <a:spcPct val="100000"/>
              </a:lnSpc>
              <a:buNone/>
              <a:tabLst>
                <a:tab algn="l" pos="0"/>
              </a:tabLst>
            </a:pPr>
            <a:r>
              <a:rPr b="0" lang="fr-FR" sz="9600" spc="-1" strike="noStrike">
                <a:solidFill>
                  <a:srgbClr val="bbbebf"/>
                </a:solidFill>
                <a:latin typeface="Consolas"/>
              </a:rPr>
              <a:t>Statistique de test F: 253.25</a:t>
            </a:r>
            <a:endParaRPr b="0" lang="fr-FR" sz="9600" spc="-1" strike="noStrike">
              <a:solidFill>
                <a:srgbClr val="000000"/>
              </a:solidFill>
              <a:latin typeface="Arial"/>
            </a:endParaRPr>
          </a:p>
          <a:p>
            <a:pPr marL="216000" indent="-216000" defTabSz="914400">
              <a:lnSpc>
                <a:spcPct val="100000"/>
              </a:lnSpc>
              <a:buNone/>
              <a:tabLst>
                <a:tab algn="l" pos="0"/>
              </a:tabLst>
            </a:pPr>
            <a:r>
              <a:rPr b="0" lang="fr-FR" sz="9600" spc="-1" strike="noStrike">
                <a:solidFill>
                  <a:srgbClr val="bbbebf"/>
                </a:solidFill>
                <a:latin typeface="Consolas"/>
              </a:rPr>
              <a:t>Valeur p: 0</a:t>
            </a:r>
            <a:endParaRPr b="0" lang="fr-FR" sz="96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1800" spc="-1" strike="noStrike">
              <a:solidFill>
                <a:srgbClr val="000000"/>
              </a:solidFill>
              <a:latin typeface="Arial"/>
            </a:endParaRPr>
          </a:p>
        </p:txBody>
      </p:sp>
      <p:sp>
        <p:nvSpPr>
          <p:cNvPr id="327" name="PlaceHolder 3"/>
          <p:cNvSpPr>
            <a:spLocks noGrp="1"/>
          </p:cNvSpPr>
          <p:nvPr>
            <p:ph type="sldNum" idx="82"/>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20114286-59E4-4405-858D-D4859BB5D698}"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 name="PlaceHolder 1"/>
          <p:cNvSpPr>
            <a:spLocks noGrp="1"/>
          </p:cNvSpPr>
          <p:nvPr>
            <p:ph type="sldImg"/>
          </p:nvPr>
        </p:nvSpPr>
        <p:spPr>
          <a:xfrm>
            <a:off x="685800" y="1143000"/>
            <a:ext cx="5484600" cy="3084120"/>
          </a:xfrm>
          <a:prstGeom prst="rect">
            <a:avLst/>
          </a:prstGeom>
          <a:ln w="0">
            <a:noFill/>
          </a:ln>
        </p:spPr>
      </p:sp>
      <p:sp>
        <p:nvSpPr>
          <p:cNvPr id="329"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defTabSz="914400">
              <a:lnSpc>
                <a:spcPct val="100000"/>
              </a:lnSpc>
              <a:buNone/>
              <a:tabLst>
                <a:tab algn="l" pos="0"/>
              </a:tabLst>
            </a:pPr>
            <a:r>
              <a:rPr b="0" lang="fr-FR" sz="5400" spc="-1" strike="noStrike">
                <a:solidFill>
                  <a:srgbClr val="bbbebf"/>
                </a:solidFill>
                <a:latin typeface="Consolas"/>
              </a:rPr>
              <a:t>Spearman :</a:t>
            </a: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r>
              <a:rPr b="0" lang="fr-FR" sz="7200" spc="-1" strike="noStrike">
                <a:solidFill>
                  <a:srgbClr val="bbbebf"/>
                </a:solidFill>
                <a:latin typeface="Consolas"/>
              </a:rPr>
              <a:t>Coefficient de corrélation de Spearman: 0.212</a:t>
            </a:r>
            <a:endParaRPr b="0" lang="fr-FR" sz="7200" spc="-1" strike="noStrike">
              <a:solidFill>
                <a:srgbClr val="000000"/>
              </a:solidFill>
              <a:latin typeface="Arial"/>
            </a:endParaRPr>
          </a:p>
          <a:p>
            <a:pPr marL="216000" indent="-216000" defTabSz="914400">
              <a:lnSpc>
                <a:spcPct val="100000"/>
              </a:lnSpc>
              <a:buNone/>
              <a:tabLst>
                <a:tab algn="l" pos="0"/>
              </a:tabLst>
            </a:pPr>
            <a:r>
              <a:rPr b="0" lang="fr-FR" sz="7200" spc="-1" strike="noStrike">
                <a:solidFill>
                  <a:srgbClr val="bbbebf"/>
                </a:solidFill>
                <a:latin typeface="Consolas"/>
              </a:rPr>
              <a:t>Valeur p: 0</a:t>
            </a:r>
            <a:endParaRPr b="0" lang="fr-FR" sz="72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r>
              <a:rPr b="0" lang="fr-FR" sz="5400" spc="-1" strike="noStrike">
                <a:solidFill>
                  <a:srgbClr val="bbbebf"/>
                </a:solidFill>
                <a:latin typeface="Consolas"/>
              </a:rPr>
              <a:t>Anova:</a:t>
            </a: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9600" spc="-1" strike="noStrike">
              <a:solidFill>
                <a:srgbClr val="000000"/>
              </a:solidFill>
              <a:latin typeface="Arial"/>
            </a:endParaRPr>
          </a:p>
          <a:p>
            <a:pPr marL="216000" indent="-216000" defTabSz="914400">
              <a:lnSpc>
                <a:spcPct val="100000"/>
              </a:lnSpc>
              <a:buNone/>
              <a:tabLst>
                <a:tab algn="l" pos="0"/>
              </a:tabLst>
            </a:pPr>
            <a:r>
              <a:rPr b="0" lang="fr-FR" sz="9600" spc="-1" strike="noStrike">
                <a:solidFill>
                  <a:srgbClr val="bbbebf"/>
                </a:solidFill>
                <a:latin typeface="Consolas"/>
              </a:rPr>
              <a:t>Statistique de test F: 253.25</a:t>
            </a:r>
            <a:endParaRPr b="0" lang="fr-FR" sz="9600" spc="-1" strike="noStrike">
              <a:solidFill>
                <a:srgbClr val="000000"/>
              </a:solidFill>
              <a:latin typeface="Arial"/>
            </a:endParaRPr>
          </a:p>
          <a:p>
            <a:pPr marL="216000" indent="-216000" defTabSz="914400">
              <a:lnSpc>
                <a:spcPct val="100000"/>
              </a:lnSpc>
              <a:buNone/>
              <a:tabLst>
                <a:tab algn="l" pos="0"/>
              </a:tabLst>
            </a:pPr>
            <a:r>
              <a:rPr b="0" lang="fr-FR" sz="9600" spc="-1" strike="noStrike">
                <a:solidFill>
                  <a:srgbClr val="bbbebf"/>
                </a:solidFill>
                <a:latin typeface="Consolas"/>
              </a:rPr>
              <a:t>Valeur p: 0</a:t>
            </a:r>
            <a:endParaRPr b="0" lang="fr-FR" sz="96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1800" spc="-1" strike="noStrike">
              <a:solidFill>
                <a:srgbClr val="000000"/>
              </a:solidFill>
              <a:latin typeface="Arial"/>
            </a:endParaRPr>
          </a:p>
        </p:txBody>
      </p:sp>
      <p:sp>
        <p:nvSpPr>
          <p:cNvPr id="330" name="PlaceHolder 3"/>
          <p:cNvSpPr>
            <a:spLocks noGrp="1"/>
          </p:cNvSpPr>
          <p:nvPr>
            <p:ph type="sldNum" idx="83"/>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6364BDAB-D73B-470F-8EFB-84D1259F1F12}"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1" name="PlaceHolder 1"/>
          <p:cNvSpPr>
            <a:spLocks noGrp="1"/>
          </p:cNvSpPr>
          <p:nvPr>
            <p:ph type="sldImg"/>
          </p:nvPr>
        </p:nvSpPr>
        <p:spPr>
          <a:xfrm>
            <a:off x="685800" y="1143000"/>
            <a:ext cx="5484600" cy="3084120"/>
          </a:xfrm>
          <a:prstGeom prst="rect">
            <a:avLst/>
          </a:prstGeom>
          <a:ln w="0">
            <a:noFill/>
          </a:ln>
        </p:spPr>
      </p:sp>
      <p:sp>
        <p:nvSpPr>
          <p:cNvPr id="332"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defTabSz="914400">
              <a:lnSpc>
                <a:spcPct val="100000"/>
              </a:lnSpc>
              <a:buNone/>
              <a:tabLst>
                <a:tab algn="l" pos="0"/>
              </a:tabLst>
            </a:pPr>
            <a:r>
              <a:rPr b="0" lang="fr-FR" sz="5400" spc="-1" strike="noStrike">
                <a:solidFill>
                  <a:srgbClr val="bbbebf"/>
                </a:solidFill>
                <a:latin typeface="Consolas"/>
              </a:rPr>
              <a:t>Spearman :</a:t>
            </a: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r>
              <a:rPr b="0" lang="fr-FR" sz="7200" spc="-1" strike="noStrike">
                <a:solidFill>
                  <a:srgbClr val="bbbebf"/>
                </a:solidFill>
                <a:latin typeface="Consolas"/>
              </a:rPr>
              <a:t>Coefficient de corrélation de Spearman: 0.212</a:t>
            </a:r>
            <a:endParaRPr b="0" lang="fr-FR" sz="7200" spc="-1" strike="noStrike">
              <a:solidFill>
                <a:srgbClr val="000000"/>
              </a:solidFill>
              <a:latin typeface="Arial"/>
            </a:endParaRPr>
          </a:p>
          <a:p>
            <a:pPr marL="216000" indent="-216000" defTabSz="914400">
              <a:lnSpc>
                <a:spcPct val="100000"/>
              </a:lnSpc>
              <a:buNone/>
              <a:tabLst>
                <a:tab algn="l" pos="0"/>
              </a:tabLst>
            </a:pPr>
            <a:r>
              <a:rPr b="0" lang="fr-FR" sz="7200" spc="-1" strike="noStrike">
                <a:solidFill>
                  <a:srgbClr val="bbbebf"/>
                </a:solidFill>
                <a:latin typeface="Consolas"/>
              </a:rPr>
              <a:t>Valeur p: 0</a:t>
            </a:r>
            <a:endParaRPr b="0" lang="fr-FR" sz="72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r>
              <a:rPr b="0" lang="fr-FR" sz="5400" spc="-1" strike="noStrike">
                <a:solidFill>
                  <a:srgbClr val="bbbebf"/>
                </a:solidFill>
                <a:latin typeface="Consolas"/>
              </a:rPr>
              <a:t>Anova:</a:t>
            </a: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9600" spc="-1" strike="noStrike">
              <a:solidFill>
                <a:srgbClr val="000000"/>
              </a:solidFill>
              <a:latin typeface="Arial"/>
            </a:endParaRPr>
          </a:p>
          <a:p>
            <a:pPr marL="216000" indent="-216000" defTabSz="914400">
              <a:lnSpc>
                <a:spcPct val="100000"/>
              </a:lnSpc>
              <a:buNone/>
              <a:tabLst>
                <a:tab algn="l" pos="0"/>
              </a:tabLst>
            </a:pPr>
            <a:r>
              <a:rPr b="0" lang="fr-FR" sz="9600" spc="-1" strike="noStrike">
                <a:solidFill>
                  <a:srgbClr val="bbbebf"/>
                </a:solidFill>
                <a:latin typeface="Consolas"/>
              </a:rPr>
              <a:t>Statistique de test F: 253.25</a:t>
            </a:r>
            <a:endParaRPr b="0" lang="fr-FR" sz="9600" spc="-1" strike="noStrike">
              <a:solidFill>
                <a:srgbClr val="000000"/>
              </a:solidFill>
              <a:latin typeface="Arial"/>
            </a:endParaRPr>
          </a:p>
          <a:p>
            <a:pPr marL="216000" indent="-216000" defTabSz="914400">
              <a:lnSpc>
                <a:spcPct val="100000"/>
              </a:lnSpc>
              <a:buNone/>
              <a:tabLst>
                <a:tab algn="l" pos="0"/>
              </a:tabLst>
            </a:pPr>
            <a:r>
              <a:rPr b="0" lang="fr-FR" sz="9600" spc="-1" strike="noStrike">
                <a:solidFill>
                  <a:srgbClr val="bbbebf"/>
                </a:solidFill>
                <a:latin typeface="Consolas"/>
              </a:rPr>
              <a:t>Valeur p: 0</a:t>
            </a:r>
            <a:endParaRPr b="0" lang="fr-FR" sz="96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1800" spc="-1" strike="noStrike">
              <a:solidFill>
                <a:srgbClr val="000000"/>
              </a:solidFill>
              <a:latin typeface="Arial"/>
            </a:endParaRPr>
          </a:p>
        </p:txBody>
      </p:sp>
      <p:sp>
        <p:nvSpPr>
          <p:cNvPr id="333" name="PlaceHolder 3"/>
          <p:cNvSpPr>
            <a:spLocks noGrp="1"/>
          </p:cNvSpPr>
          <p:nvPr>
            <p:ph type="sldNum" idx="84"/>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6A8982BC-C9FB-4804-A757-3E78A33E534E}"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 name="PlaceHolder 1"/>
          <p:cNvSpPr>
            <a:spLocks noGrp="1"/>
          </p:cNvSpPr>
          <p:nvPr>
            <p:ph type="sldImg"/>
          </p:nvPr>
        </p:nvSpPr>
        <p:spPr>
          <a:xfrm>
            <a:off x="685800" y="1143000"/>
            <a:ext cx="5484600" cy="3084120"/>
          </a:xfrm>
          <a:prstGeom prst="rect">
            <a:avLst/>
          </a:prstGeom>
          <a:ln w="0">
            <a:noFill/>
          </a:ln>
        </p:spPr>
      </p:sp>
      <p:sp>
        <p:nvSpPr>
          <p:cNvPr id="335"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defTabSz="914400">
              <a:lnSpc>
                <a:spcPct val="100000"/>
              </a:lnSpc>
              <a:buNone/>
              <a:tabLst>
                <a:tab algn="l" pos="0"/>
              </a:tabLst>
            </a:pPr>
            <a:r>
              <a:rPr b="0" lang="fr-FR" sz="5400" spc="-1" strike="noStrike">
                <a:solidFill>
                  <a:srgbClr val="bbbebf"/>
                </a:solidFill>
                <a:latin typeface="Consolas"/>
              </a:rPr>
              <a:t>Spearman :</a:t>
            </a: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r>
              <a:rPr b="0" lang="fr-FR" sz="7200" spc="-1" strike="noStrike">
                <a:solidFill>
                  <a:srgbClr val="bbbebf"/>
                </a:solidFill>
                <a:latin typeface="Consolas"/>
              </a:rPr>
              <a:t>Coefficient de corrélation de Spearman: 0.212</a:t>
            </a:r>
            <a:endParaRPr b="0" lang="fr-FR" sz="7200" spc="-1" strike="noStrike">
              <a:solidFill>
                <a:srgbClr val="000000"/>
              </a:solidFill>
              <a:latin typeface="Arial"/>
            </a:endParaRPr>
          </a:p>
          <a:p>
            <a:pPr marL="216000" indent="-216000" defTabSz="914400">
              <a:lnSpc>
                <a:spcPct val="100000"/>
              </a:lnSpc>
              <a:buNone/>
              <a:tabLst>
                <a:tab algn="l" pos="0"/>
              </a:tabLst>
            </a:pPr>
            <a:r>
              <a:rPr b="0" lang="fr-FR" sz="7200" spc="-1" strike="noStrike">
                <a:solidFill>
                  <a:srgbClr val="bbbebf"/>
                </a:solidFill>
                <a:latin typeface="Consolas"/>
              </a:rPr>
              <a:t>Valeur p: 0</a:t>
            </a:r>
            <a:endParaRPr b="0" lang="fr-FR" sz="72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r>
              <a:rPr b="0" lang="fr-FR" sz="5400" spc="-1" strike="noStrike">
                <a:solidFill>
                  <a:srgbClr val="bbbebf"/>
                </a:solidFill>
                <a:latin typeface="Consolas"/>
              </a:rPr>
              <a:t>Anova:</a:t>
            </a: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9600" spc="-1" strike="noStrike">
              <a:solidFill>
                <a:srgbClr val="000000"/>
              </a:solidFill>
              <a:latin typeface="Arial"/>
            </a:endParaRPr>
          </a:p>
          <a:p>
            <a:pPr marL="216000" indent="-216000" defTabSz="914400">
              <a:lnSpc>
                <a:spcPct val="100000"/>
              </a:lnSpc>
              <a:buNone/>
              <a:tabLst>
                <a:tab algn="l" pos="0"/>
              </a:tabLst>
            </a:pPr>
            <a:r>
              <a:rPr b="0" lang="fr-FR" sz="9600" spc="-1" strike="noStrike">
                <a:solidFill>
                  <a:srgbClr val="bbbebf"/>
                </a:solidFill>
                <a:latin typeface="Consolas"/>
              </a:rPr>
              <a:t>Statistique de test F: 253.25</a:t>
            </a:r>
            <a:endParaRPr b="0" lang="fr-FR" sz="9600" spc="-1" strike="noStrike">
              <a:solidFill>
                <a:srgbClr val="000000"/>
              </a:solidFill>
              <a:latin typeface="Arial"/>
            </a:endParaRPr>
          </a:p>
          <a:p>
            <a:pPr marL="216000" indent="-216000" defTabSz="914400">
              <a:lnSpc>
                <a:spcPct val="100000"/>
              </a:lnSpc>
              <a:buNone/>
              <a:tabLst>
                <a:tab algn="l" pos="0"/>
              </a:tabLst>
            </a:pPr>
            <a:r>
              <a:rPr b="0" lang="fr-FR" sz="9600" spc="-1" strike="noStrike">
                <a:solidFill>
                  <a:srgbClr val="bbbebf"/>
                </a:solidFill>
                <a:latin typeface="Consolas"/>
              </a:rPr>
              <a:t>Valeur p: 0</a:t>
            </a:r>
            <a:endParaRPr b="0" lang="fr-FR" sz="9600" spc="-1" strike="noStrike">
              <a:solidFill>
                <a:srgbClr val="000000"/>
              </a:solidFill>
              <a:latin typeface="Arial"/>
            </a:endParaRPr>
          </a:p>
          <a:p>
            <a:pPr marL="216000" indent="-216000" defTabSz="914400">
              <a:lnSpc>
                <a:spcPct val="100000"/>
              </a:lnSpc>
              <a:buNone/>
              <a:tabLst>
                <a:tab algn="l" pos="0"/>
              </a:tabLst>
            </a:pPr>
            <a:endParaRPr b="0" lang="fr-FR" sz="5400" spc="-1" strike="noStrike">
              <a:solidFill>
                <a:srgbClr val="000000"/>
              </a:solidFill>
              <a:latin typeface="Arial"/>
            </a:endParaRPr>
          </a:p>
          <a:p>
            <a:pPr marL="216000" indent="-216000" defTabSz="914400">
              <a:lnSpc>
                <a:spcPct val="100000"/>
              </a:lnSpc>
              <a:buNone/>
              <a:tabLst>
                <a:tab algn="l" pos="0"/>
              </a:tabLst>
            </a:pPr>
            <a:endParaRPr b="0" lang="fr-FR" sz="1800" spc="-1" strike="noStrike">
              <a:solidFill>
                <a:srgbClr val="000000"/>
              </a:solidFill>
              <a:latin typeface="Arial"/>
            </a:endParaRPr>
          </a:p>
        </p:txBody>
      </p:sp>
      <p:sp>
        <p:nvSpPr>
          <p:cNvPr id="336" name="PlaceHolder 3"/>
          <p:cNvSpPr>
            <a:spLocks noGrp="1"/>
          </p:cNvSpPr>
          <p:nvPr>
            <p:ph type="sldNum" idx="85"/>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68F95952-3754-4B9C-BF44-7AE616017E0E}"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7" name="PlaceHolder 1"/>
          <p:cNvSpPr>
            <a:spLocks noGrp="1"/>
          </p:cNvSpPr>
          <p:nvPr>
            <p:ph type="sldImg"/>
          </p:nvPr>
        </p:nvSpPr>
        <p:spPr>
          <a:xfrm>
            <a:off x="685800" y="1143000"/>
            <a:ext cx="5484600" cy="3084120"/>
          </a:xfrm>
          <a:prstGeom prst="rect">
            <a:avLst/>
          </a:prstGeom>
          <a:ln w="0">
            <a:noFill/>
          </a:ln>
        </p:spPr>
      </p:sp>
      <p:sp>
        <p:nvSpPr>
          <p:cNvPr id="338"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339" name="PlaceHolder 3"/>
          <p:cNvSpPr>
            <a:spLocks noGrp="1"/>
          </p:cNvSpPr>
          <p:nvPr>
            <p:ph type="sldNum" idx="86"/>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7542A4CA-FC4E-42EB-A879-F685625660CC}"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PlaceHolder 1"/>
          <p:cNvSpPr>
            <a:spLocks noGrp="1"/>
          </p:cNvSpPr>
          <p:nvPr>
            <p:ph type="sldImg"/>
          </p:nvPr>
        </p:nvSpPr>
        <p:spPr>
          <a:xfrm>
            <a:off x="685800" y="1143000"/>
            <a:ext cx="5484600" cy="3084120"/>
          </a:xfrm>
          <a:prstGeom prst="rect">
            <a:avLst/>
          </a:prstGeom>
          <a:ln w="0">
            <a:noFill/>
          </a:ln>
        </p:spPr>
      </p:sp>
      <p:sp>
        <p:nvSpPr>
          <p:cNvPr id="341"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342" name="PlaceHolder 3"/>
          <p:cNvSpPr>
            <a:spLocks noGrp="1"/>
          </p:cNvSpPr>
          <p:nvPr>
            <p:ph type="sldNum" idx="87"/>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2CC2C303-ACB3-46C7-8276-14AC65EFFF61}"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3" name="PlaceHolder 1"/>
          <p:cNvSpPr>
            <a:spLocks noGrp="1"/>
          </p:cNvSpPr>
          <p:nvPr>
            <p:ph type="sldImg"/>
          </p:nvPr>
        </p:nvSpPr>
        <p:spPr>
          <a:xfrm>
            <a:off x="685800" y="1143000"/>
            <a:ext cx="5484600" cy="3084120"/>
          </a:xfrm>
          <a:prstGeom prst="rect">
            <a:avLst/>
          </a:prstGeom>
          <a:ln w="0">
            <a:noFill/>
          </a:ln>
        </p:spPr>
      </p:sp>
      <p:sp>
        <p:nvSpPr>
          <p:cNvPr id="344" name="PlaceHolder 2"/>
          <p:cNvSpPr>
            <a:spLocks noGrp="1"/>
          </p:cNvSpPr>
          <p:nvPr>
            <p:ph type="body"/>
          </p:nvPr>
        </p:nvSpPr>
        <p:spPr>
          <a:xfrm>
            <a:off x="685800" y="4400640"/>
            <a:ext cx="5484240" cy="359820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345" name="PlaceHolder 3"/>
          <p:cNvSpPr>
            <a:spLocks noGrp="1"/>
          </p:cNvSpPr>
          <p:nvPr>
            <p:ph type="sldNum" idx="88"/>
          </p:nvPr>
        </p:nvSpPr>
        <p:spPr>
          <a:xfrm>
            <a:off x="3884760" y="8685360"/>
            <a:ext cx="2969640" cy="45648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 sz="1400" spc="-1" strike="noStrike">
                <a:solidFill>
                  <a:srgbClr val="000000"/>
                </a:solidFill>
                <a:latin typeface="Arial"/>
                <a:ea typeface="Arial"/>
              </a:defRPr>
            </a:lvl1pPr>
          </a:lstStyle>
          <a:p>
            <a:pPr indent="0" algn="r" defTabSz="914400">
              <a:lnSpc>
                <a:spcPct val="100000"/>
              </a:lnSpc>
              <a:buNone/>
              <a:tabLst>
                <a:tab algn="l" pos="0"/>
              </a:tabLst>
            </a:pPr>
            <a:fld id="{DCB22D76-E456-4F2C-AE32-8A20F54829D4}" type="slidenum">
              <a:rPr b="0" lang="fr" sz="1400" spc="-1" strike="noStrike">
                <a:solidFill>
                  <a:srgbClr val="000000"/>
                </a:solidFill>
                <a:latin typeface="Arial"/>
                <a:ea typeface="Arial"/>
              </a:rPr>
              <a:t>&lt;numéro&gt;</a:t>
            </a:fld>
            <a:endParaRPr b="0" lang="fr-FR" sz="14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3.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4.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26.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27.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28.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endParaRPr b="0" lang="fr-FR" sz="1800" spc="-1" strike="noStrike">
              <a:solidFill>
                <a:schemeClr val="dk1"/>
              </a:solidFill>
              <a:latin typeface="Arial"/>
            </a:endParaRPr>
          </a:p>
        </p:txBody>
      </p:sp>
      <p:sp>
        <p:nvSpPr>
          <p:cNvPr id="3" name="PlaceHolder 2"/>
          <p:cNvSpPr>
            <a:spLocks noGrp="1"/>
          </p:cNvSpPr>
          <p:nvPr>
            <p:ph type="subTitle"/>
          </p:nvPr>
        </p:nvSpPr>
        <p:spPr>
          <a:xfrm>
            <a:off x="457200" y="1203480"/>
            <a:ext cx="8229240" cy="2982960"/>
          </a:xfrm>
          <a:prstGeom prst="rect">
            <a:avLst/>
          </a:prstGeom>
          <a:noFill/>
          <a:ln w="0">
            <a:noFill/>
          </a:ln>
        </p:spPr>
        <p:txBody>
          <a:bodyPr lIns="0" rIns="0" tIns="0" bIns="0" anchor="ctr">
            <a:noAutofit/>
          </a:bodyPr>
          <a:p>
            <a:pPr indent="0" algn="ctr">
              <a:buNone/>
            </a:pPr>
            <a:endParaRPr b="0" lang="fr-FR" sz="3200" spc="-1" strike="noStrike">
              <a:solidFill>
                <a:srgbClr val="000000"/>
              </a:solidFill>
              <a:latin typeface="Arial"/>
            </a:endParaRPr>
          </a:p>
        </p:txBody>
      </p:sp>
      <p:sp>
        <p:nvSpPr>
          <p:cNvPr id="4" name="PlaceHolder 3"/>
          <p:cNvSpPr>
            <a:spLocks noGrp="1"/>
          </p:cNvSpPr>
          <p:nvPr>
            <p:ph type="sldNum" idx="1"/>
          </p:nvPr>
        </p:nvSpPr>
        <p:spPr/>
        <p:txBody>
          <a:bodyPr/>
          <a:p>
            <a:fld id="{4F9E58E3-3D1C-411B-B760-8B254FC16B06}"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IG_NUMBER">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15451EF9-51CB-40FE-B330-C486EA6F0743}"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p>
            <a:fld id="{E9C79D46-5479-48E9-8E89-BFB438435B08}"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HEADER">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p>
            <a:fld id="{E3743DE5-8B0A-429D-ACEC-FAE745A9C382}"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_AND_BODY">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endParaRPr b="0" lang="fr-FR" sz="1800" spc="-1" strike="noStrike">
              <a:solidFill>
                <a:schemeClr val="dk1"/>
              </a:solidFill>
              <a:latin typeface="Arial"/>
            </a:endParaRPr>
          </a:p>
        </p:txBody>
      </p:sp>
      <p:sp>
        <p:nvSpPr>
          <p:cNvPr id="11" name="PlaceHolder 2"/>
          <p:cNvSpPr>
            <a:spLocks noGrp="1"/>
          </p:cNvSpPr>
          <p:nvPr>
            <p:ph/>
          </p:nvPr>
        </p:nvSpPr>
        <p:spPr>
          <a:xfrm>
            <a:off x="457200" y="1203480"/>
            <a:ext cx="8229240" cy="298296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chemeClr val="dk1"/>
              </a:solidFill>
              <a:latin typeface="Arial"/>
            </a:endParaRPr>
          </a:p>
        </p:txBody>
      </p:sp>
      <p:sp>
        <p:nvSpPr>
          <p:cNvPr id="4" name="PlaceHolder 3"/>
          <p:cNvSpPr>
            <a:spLocks noGrp="1"/>
          </p:cNvSpPr>
          <p:nvPr>
            <p:ph type="sldNum" idx="5"/>
          </p:nvPr>
        </p:nvSpPr>
        <p:spPr/>
        <p:txBody>
          <a:bodyPr/>
          <a:p>
            <a:fld id="{2E1B434C-FD44-44BB-A2F5-7F1139D16A74}" type="slidenum">
              <a:t>&lt;#&gt;</a:t>
            </a:fld>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_AND_TWO_COLUMNS">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endParaRPr b="0" lang="fr-FR" sz="1800" spc="-1" strike="noStrike">
              <a:solidFill>
                <a:schemeClr val="dk1"/>
              </a:solidFill>
              <a:latin typeface="Arial"/>
            </a:endParaRPr>
          </a:p>
        </p:txBody>
      </p:sp>
      <p:sp>
        <p:nvSpPr>
          <p:cNvPr id="17"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chemeClr val="dk1"/>
              </a:solidFill>
              <a:latin typeface="Arial"/>
            </a:endParaRPr>
          </a:p>
        </p:txBody>
      </p:sp>
      <p:sp>
        <p:nvSpPr>
          <p:cNvPr id="18"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chemeClr val="dk1"/>
              </a:solidFill>
              <a:latin typeface="Arial"/>
            </a:endParaRPr>
          </a:p>
        </p:txBody>
      </p:sp>
      <p:sp>
        <p:nvSpPr>
          <p:cNvPr id="5" name="PlaceHolder 4"/>
          <p:cNvSpPr>
            <a:spLocks noGrp="1"/>
          </p:cNvSpPr>
          <p:nvPr>
            <p:ph type="sldNum" idx="6"/>
          </p:nvPr>
        </p:nvSpPr>
        <p:spPr/>
        <p:txBody>
          <a:bodyPr/>
          <a:p>
            <a:fld id="{79C3673E-0A29-4121-8412-14638C072F94}"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_ONLY">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endParaRPr b="0" lang="fr-FR" sz="1800" spc="-1" strike="noStrike">
              <a:solidFill>
                <a:schemeClr val="dk1"/>
              </a:solidFill>
              <a:latin typeface="Arial"/>
            </a:endParaRPr>
          </a:p>
        </p:txBody>
      </p:sp>
      <p:sp>
        <p:nvSpPr>
          <p:cNvPr id="3" name="PlaceHolder 2"/>
          <p:cNvSpPr>
            <a:spLocks noGrp="1"/>
          </p:cNvSpPr>
          <p:nvPr>
            <p:ph type="sldNum" idx="7"/>
          </p:nvPr>
        </p:nvSpPr>
        <p:spPr/>
        <p:txBody>
          <a:bodyPr/>
          <a:p>
            <a:fld id="{30DFDE58-C157-424F-8E94-54E5D4117F3D}" type="slidenum">
              <a:t>&lt;#&gt;</a:t>
            </a:fld>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NE_COLUMN_TEXT">
    <p:spTree>
      <p:nvGrpSpPr>
        <p:cNvPr id="1" name=""/>
        <p:cNvGrpSpPr/>
        <p:nvPr/>
      </p:nvGrpSpPr>
      <p:grpSpPr>
        <a:xfrm>
          <a:off x="0" y="0"/>
          <a:ext cx="0" cy="0"/>
          <a:chOff x="0" y="0"/>
          <a:chExt cx="0" cy="0"/>
        </a:xfrm>
      </p:grpSpPr>
      <p:sp>
        <p:nvSpPr>
          <p:cNvPr id="2" name="PlaceHolder 1"/>
          <p:cNvSpPr>
            <a:spLocks noGrp="1"/>
          </p:cNvSpPr>
          <p:nvPr>
            <p:ph type="sldNum" idx="8"/>
          </p:nvPr>
        </p:nvSpPr>
        <p:spPr/>
        <p:txBody>
          <a:bodyPr/>
          <a:p>
            <a:fld id="{C0AA4673-D305-4CE3-A5B6-3D6787F39432}" type="slidenum">
              <a:t>&lt;#&gt;</a:t>
            </a:fld>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IN_POINT">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p>
            <a:fld id="{518E17B4-B95D-46AF-AF51-2921E520E55C}" type="slidenum">
              <a:t>&lt;#&gt;</a:t>
            </a:fld>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TITLE_AND_DESCRIPTION">
    <p:spTree>
      <p:nvGrpSpPr>
        <p:cNvPr id="1" name=""/>
        <p:cNvGrpSpPr/>
        <p:nvPr/>
      </p:nvGrpSpPr>
      <p:grpSpPr>
        <a:xfrm>
          <a:off x="0" y="0"/>
          <a:ext cx="0" cy="0"/>
          <a:chOff x="0" y="0"/>
          <a:chExt cx="0" cy="0"/>
        </a:xfrm>
      </p:grpSpPr>
      <p:sp>
        <p:nvSpPr>
          <p:cNvPr id="2" name="PlaceHolder 1"/>
          <p:cNvSpPr>
            <a:spLocks noGrp="1"/>
          </p:cNvSpPr>
          <p:nvPr>
            <p:ph type="sldNum" idx="10"/>
          </p:nvPr>
        </p:nvSpPr>
        <p:spPr/>
        <p:txBody>
          <a:bodyPr/>
          <a:p>
            <a:fld id="{D205A6E6-45CA-49FC-8FB8-A4469A5B052D}" type="slidenum">
              <a:t>&lt;#&gt;</a:t>
            </a:fld>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APTION_ONLY">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p>
            <a:fld id="{4A5C4CE7-2AFF-40A0-AAFA-FDAEBA92AA90}" type="slidenum">
              <a:t>&lt;#&gt;</a:t>
            </a:fld>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apositive de titre avec image">
    <p:spTree>
      <p:nvGrpSpPr>
        <p:cNvPr id="1" name=""/>
        <p:cNvGrpSpPr/>
        <p:nvPr/>
      </p:nvGrpSpPr>
      <p:grpSpPr>
        <a:xfrm>
          <a:off x="0" y="0"/>
          <a:ext cx="0" cy="0"/>
          <a:chOff x="0" y="0"/>
          <a:chExt cx="0" cy="0"/>
        </a:xfrm>
      </p:grpSpPr>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apositive de titr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n-tête de section">
    <p:spTree>
      <p:nvGrpSpPr>
        <p:cNvPr id="1" name=""/>
        <p:cNvGrpSpPr/>
        <p:nvPr/>
      </p:nvGrpSpPr>
      <p:grpSpPr>
        <a:xfrm>
          <a:off x="0" y="0"/>
          <a:ext cx="0" cy="0"/>
          <a:chOff x="0" y="0"/>
          <a:chExt cx="0" cy="0"/>
        </a:xfrm>
      </p:grpSpPr>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re et contenu">
    <p:spTree>
      <p:nvGrpSpPr>
        <p:cNvPr id="1" name=""/>
        <p:cNvGrpSpPr/>
        <p:nvPr/>
      </p:nvGrpSpPr>
      <p:grpSpPr>
        <a:xfrm>
          <a:off x="0" y="0"/>
          <a:ext cx="0" cy="0"/>
          <a:chOff x="0" y="0"/>
          <a:chExt cx="0" cy="0"/>
        </a:xfrm>
      </p:grpSpPr>
      <p:sp>
        <p:nvSpPr>
          <p:cNvPr id="2" name="PlaceHolder 1"/>
          <p:cNvSpPr>
            <a:spLocks noGrp="1"/>
          </p:cNvSpPr>
          <p:nvPr>
            <p:ph type="ftr" idx="12"/>
          </p:nvPr>
        </p:nvSpPr>
        <p:spPr/>
        <p:txBody>
          <a:bodyPr/>
          <a:p>
            <a:r>
              <a:t>Footer</a:t>
            </a:r>
          </a:p>
        </p:txBody>
      </p:sp>
      <p:sp>
        <p:nvSpPr>
          <p:cNvPr id="3" name="PlaceHolder 2"/>
          <p:cNvSpPr>
            <a:spLocks noGrp="1"/>
          </p:cNvSpPr>
          <p:nvPr>
            <p:ph type="sldNum" idx="13"/>
          </p:nvPr>
        </p:nvSpPr>
        <p:spPr/>
        <p:txBody>
          <a:bodyPr/>
          <a:p>
            <a:fld id="{93299ECF-6134-4D16-9E69-2F233F82368F}" type="slidenum">
              <a:t>&lt;#&gt;</a:t>
            </a:fld>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ux contenus">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AB3212D3-5311-4CA2-9B6E-EC74BD4410A1}" type="slidenum">
              <a:t>&lt;#&gt;</a:t>
            </a:fld>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aison">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p>
            <a:r>
              <a:t>Footer</a:t>
            </a:r>
          </a:p>
        </p:txBody>
      </p:sp>
      <p:sp>
        <p:nvSpPr>
          <p:cNvPr id="3" name="PlaceHolder 2"/>
          <p:cNvSpPr>
            <a:spLocks noGrp="1"/>
          </p:cNvSpPr>
          <p:nvPr>
            <p:ph type="sldNum" idx="17"/>
          </p:nvPr>
        </p:nvSpPr>
        <p:spPr/>
        <p:txBody>
          <a:bodyPr/>
          <a:p>
            <a:fld id="{F3A1EF80-A00E-48B8-A8D9-69B8AAD6936C}" type="slidenum">
              <a:t>&lt;#&gt;</a:t>
            </a:fld>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u avec légende">
    <p:spTree>
      <p:nvGrpSpPr>
        <p:cNvPr id="1" name=""/>
        <p:cNvGrpSpPr/>
        <p:nvPr/>
      </p:nvGrpSpPr>
      <p:grpSpPr>
        <a:xfrm>
          <a:off x="0" y="0"/>
          <a:ext cx="0" cy="0"/>
          <a:chOff x="0" y="0"/>
          <a:chExt cx="0" cy="0"/>
        </a:xfrm>
      </p:grpSpPr>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mage avec légende">
    <p:spTree>
      <p:nvGrpSpPr>
        <p:cNvPr id="1" name=""/>
        <p:cNvGrpSpPr/>
        <p:nvPr/>
      </p:nvGrpSpPr>
      <p:grpSpPr>
        <a:xfrm>
          <a:off x="0" y="0"/>
          <a:ext cx="0" cy="0"/>
          <a:chOff x="0" y="0"/>
          <a:chExt cx="0" cy="0"/>
        </a:xfrm>
      </p:grpSpPr>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Vide">
    <p:spTree>
      <p:nvGrpSpPr>
        <p:cNvPr id="1" name=""/>
        <p:cNvGrpSpPr/>
        <p:nvPr/>
      </p:nvGrpSpPr>
      <p:grpSpPr>
        <a:xfrm>
          <a:off x="0" y="0"/>
          <a:ext cx="0" cy="0"/>
          <a:chOff x="0" y="0"/>
          <a:chExt cx="0" cy="0"/>
        </a:xfrm>
      </p:grpSpPr>
      <p:sp>
        <p:nvSpPr>
          <p:cNvPr id="2" name="PlaceHolder 1"/>
          <p:cNvSpPr>
            <a:spLocks noGrp="1"/>
          </p:cNvSpPr>
          <p:nvPr>
            <p:ph type="ftr" idx="18"/>
          </p:nvPr>
        </p:nvSpPr>
        <p:spPr/>
        <p:txBody>
          <a:bodyPr/>
          <a:p>
            <a:r>
              <a:t>Footer</a:t>
            </a:r>
          </a:p>
        </p:txBody>
      </p:sp>
      <p:sp>
        <p:nvSpPr>
          <p:cNvPr id="3" name="PlaceHolder 2"/>
          <p:cNvSpPr>
            <a:spLocks noGrp="1"/>
          </p:cNvSpPr>
          <p:nvPr>
            <p:ph type="sldNum" idx="19"/>
          </p:nvPr>
        </p:nvSpPr>
        <p:spPr/>
        <p:txBody>
          <a:bodyPr/>
          <a:p>
            <a:fld id="{F512833C-4956-4D60-BB3E-BC5A51542F4D}" type="slidenum">
              <a:t>&lt;#&gt;</a:t>
            </a:fld>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re uniquement">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AA6AB865-CBCB-4B62-8E89-73B9DC2792C3}" type="slidenum">
              <a:t>&lt;#&gt;</a:t>
            </a:fld>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sposition personnalisée">
    <p:spTree>
      <p:nvGrpSpPr>
        <p:cNvPr id="1" name=""/>
        <p:cNvGrpSpPr/>
        <p:nvPr/>
      </p:nvGrpSpPr>
      <p:grpSpPr>
        <a:xfrm>
          <a:off x="0" y="0"/>
          <a:ext cx="0" cy="0"/>
          <a:chOff x="0" y="0"/>
          <a:chExt cx="0" cy="0"/>
        </a:xfrm>
      </p:grpSpPr>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SPOSITION DU TEXTE 01">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p>
            <a:r>
              <a:t>Footer</a:t>
            </a:r>
          </a:p>
        </p:txBody>
      </p:sp>
      <p:sp>
        <p:nvSpPr>
          <p:cNvPr id="3" name="PlaceHolder 2"/>
          <p:cNvSpPr>
            <a:spLocks noGrp="1"/>
          </p:cNvSpPr>
          <p:nvPr>
            <p:ph type="sldNum" idx="23"/>
          </p:nvPr>
        </p:nvSpPr>
        <p:spPr/>
        <p:txBody>
          <a:bodyPr/>
          <a:p>
            <a:fld id="{8BCFC8EE-4499-41F0-8BFF-CA8B16A83D1D}" type="slidenum">
              <a:t>&lt;#&gt;</a:t>
            </a:fld>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aison avec sous-titre">
    <p:spTree>
      <p:nvGrpSpPr>
        <p:cNvPr id="1" name=""/>
        <p:cNvGrpSpPr/>
        <p:nvPr/>
      </p:nvGrpSpPr>
      <p:grpSpPr>
        <a:xfrm>
          <a:off x="0" y="0"/>
          <a:ext cx="0" cy="0"/>
          <a:chOff x="0" y="0"/>
          <a:chExt cx="0" cy="0"/>
        </a:xfrm>
      </p:grpSpPr>
      <p:sp>
        <p:nvSpPr>
          <p:cNvPr id="2" name="PlaceHolder 1"/>
          <p:cNvSpPr>
            <a:spLocks noGrp="1"/>
          </p:cNvSpPr>
          <p:nvPr>
            <p:ph type="ftr" idx="24"/>
          </p:nvPr>
        </p:nvSpPr>
        <p:spPr/>
        <p:txBody>
          <a:bodyPr/>
          <a:p>
            <a:r>
              <a:t>Footer</a:t>
            </a:r>
          </a:p>
        </p:txBody>
      </p:sp>
      <p:sp>
        <p:nvSpPr>
          <p:cNvPr id="3" name="PlaceHolder 2"/>
          <p:cNvSpPr>
            <a:spLocks noGrp="1"/>
          </p:cNvSpPr>
          <p:nvPr>
            <p:ph type="sldNum" idx="25"/>
          </p:nvPr>
        </p:nvSpPr>
        <p:spPr/>
        <p:txBody>
          <a:bodyPr/>
          <a:p>
            <a:fld id="{B266A180-53D8-4AE9-86F2-14992D50EC0B}" type="slidenum">
              <a:t>&lt;#&gt;</a:t>
            </a:fld>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sposition du texte 02">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D16FCBC5-182D-430F-9E09-D08F066A0F2A}" type="slidenum">
              <a:t>&lt;#&gt;</a:t>
            </a:fld>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leau">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2A5097AC-E45F-4005-942C-D70D8BFFACC3}" type="slidenum">
              <a:t>&lt;#&gt;</a:t>
            </a:fld>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Grande photo">
    <p:spTree>
      <p:nvGrpSpPr>
        <p:cNvPr id="1" name=""/>
        <p:cNvGrpSpPr/>
        <p:nvPr/>
      </p:nvGrpSpPr>
      <p:grpSpPr>
        <a:xfrm>
          <a:off x="0" y="0"/>
          <a:ext cx="0" cy="0"/>
          <a:chOff x="0" y="0"/>
          <a:chExt cx="0" cy="0"/>
        </a:xfrm>
      </p:grpSpPr>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erci">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7.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18.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19.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slideLayout" Target="../slideLayouts/slideLayout2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slideLayout" Target="../slideLayouts/slideLayout21.xml"/>
</Relationships>
</file>

<file path=ppt/slideMasters/_rels/slideMaster22.xml.rels><?xml version="1.0" encoding="UTF-8"?>
<Relationships xmlns="http://schemas.openxmlformats.org/package/2006/relationships"><Relationship Id="rId1" Type="http://schemas.openxmlformats.org/officeDocument/2006/relationships/theme" Target="../theme/theme22.xml"/><Relationship Id="rId2" Type="http://schemas.openxmlformats.org/officeDocument/2006/relationships/slideLayout" Target="../slideLayouts/slideLayout22.xml"/>
</Relationships>
</file>

<file path=ppt/slideMasters/_rels/slideMaster23.xml.rels><?xml version="1.0" encoding="UTF-8"?>
<Relationships xmlns="http://schemas.openxmlformats.org/package/2006/relationships"><Relationship Id="rId1" Type="http://schemas.openxmlformats.org/officeDocument/2006/relationships/theme" Target="../theme/theme23.xml"/><Relationship Id="rId2" Type="http://schemas.openxmlformats.org/officeDocument/2006/relationships/slideLayout" Target="../slideLayouts/slideLayout23.xml"/>
</Relationships>
</file>

<file path=ppt/slideMasters/_rels/slideMaster24.xml.rels><?xml version="1.0" encoding="UTF-8"?>
<Relationships xmlns="http://schemas.openxmlformats.org/package/2006/relationships"><Relationship Id="rId1" Type="http://schemas.openxmlformats.org/officeDocument/2006/relationships/theme" Target="../theme/theme24.xml"/><Relationship Id="rId2" Type="http://schemas.openxmlformats.org/officeDocument/2006/relationships/slideLayout" Target="../slideLayouts/slideLayout24.xml"/>
</Relationships>
</file>

<file path=ppt/slideMasters/_rels/slideMaster25.xml.rels><?xml version="1.0" encoding="UTF-8"?>
<Relationships xmlns="http://schemas.openxmlformats.org/package/2006/relationships"><Relationship Id="rId1" Type="http://schemas.openxmlformats.org/officeDocument/2006/relationships/theme" Target="../theme/theme25.xml"/><Relationship Id="rId2" Type="http://schemas.openxmlformats.org/officeDocument/2006/relationships/slideLayout" Target="../slideLayouts/slideLayout25.xml"/>
</Relationships>
</file>

<file path=ppt/slideMasters/_rels/slideMaster26.xml.rels><?xml version="1.0" encoding="UTF-8"?>
<Relationships xmlns="http://schemas.openxmlformats.org/package/2006/relationships"><Relationship Id="rId1" Type="http://schemas.openxmlformats.org/officeDocument/2006/relationships/theme" Target="../theme/theme26.xml"/><Relationship Id="rId2" Type="http://schemas.openxmlformats.org/officeDocument/2006/relationships/slideLayout" Target="../slideLayouts/slideLayout26.xml"/>
</Relationships>
</file>

<file path=ppt/slideMasters/_rels/slideMaster27.xml.rels><?xml version="1.0" encoding="UTF-8"?>
<Relationships xmlns="http://schemas.openxmlformats.org/package/2006/relationships"><Relationship Id="rId1" Type="http://schemas.openxmlformats.org/officeDocument/2006/relationships/theme" Target="../theme/theme27.xml"/><Relationship Id="rId2" Type="http://schemas.openxmlformats.org/officeDocument/2006/relationships/slideLayout" Target="../slideLayouts/slideLayout27.xml"/>
</Relationships>
</file>

<file path=ppt/slideMasters/_rels/slideMaster28.xml.rels><?xml version="1.0" encoding="UTF-8"?>
<Relationships xmlns="http://schemas.openxmlformats.org/package/2006/relationships"><Relationship Id="rId1" Type="http://schemas.openxmlformats.org/officeDocument/2006/relationships/theme" Target="../theme/theme28.xml"/><Relationship Id="rId2" Type="http://schemas.openxmlformats.org/officeDocument/2006/relationships/slideLayout" Target="../slideLayouts/slideLayout28.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b="0" lang="fr-FR" sz="4400" spc="-1" strike="noStrike">
                <a:solidFill>
                  <a:schemeClr val="dk1"/>
                </a:solidFill>
                <a:latin typeface="Arial"/>
              </a:rPr>
              <a:t>C</a:t>
            </a:r>
            <a:r>
              <a:rPr b="0" lang="fr-FR" sz="4400" spc="-1" strike="noStrike">
                <a:solidFill>
                  <a:schemeClr val="dk1"/>
                </a:solidFill>
                <a:latin typeface="Arial"/>
              </a:rPr>
              <a:t>li</a:t>
            </a:r>
            <a:r>
              <a:rPr b="0" lang="fr-FR" sz="4400" spc="-1" strike="noStrike">
                <a:solidFill>
                  <a:schemeClr val="dk1"/>
                </a:solidFill>
                <a:latin typeface="Arial"/>
              </a:rPr>
              <a:t>q</a:t>
            </a:r>
            <a:r>
              <a:rPr b="0" lang="fr-FR" sz="4400" spc="-1" strike="noStrike">
                <a:solidFill>
                  <a:schemeClr val="dk1"/>
                </a:solidFill>
                <a:latin typeface="Arial"/>
              </a:rPr>
              <a:t>u</a:t>
            </a:r>
            <a:r>
              <a:rPr b="0" lang="fr-FR" sz="4400" spc="-1" strike="noStrike">
                <a:solidFill>
                  <a:schemeClr val="dk1"/>
                </a:solidFill>
                <a:latin typeface="Arial"/>
              </a:rPr>
              <a:t>e</a:t>
            </a:r>
            <a:r>
              <a:rPr b="0" lang="fr-FR" sz="4400" spc="-1" strike="noStrike">
                <a:solidFill>
                  <a:schemeClr val="dk1"/>
                </a:solidFill>
                <a:latin typeface="Arial"/>
              </a:rPr>
              <a:t>z </a:t>
            </a:r>
            <a:r>
              <a:rPr b="0" lang="fr-FR" sz="4400" spc="-1" strike="noStrike">
                <a:solidFill>
                  <a:schemeClr val="dk1"/>
                </a:solidFill>
                <a:latin typeface="Arial"/>
              </a:rPr>
              <a:t>p</a:t>
            </a:r>
            <a:r>
              <a:rPr b="0" lang="fr-FR" sz="4400" spc="-1" strike="noStrike">
                <a:solidFill>
                  <a:schemeClr val="dk1"/>
                </a:solidFill>
                <a:latin typeface="Arial"/>
              </a:rPr>
              <a:t>o</a:t>
            </a:r>
            <a:r>
              <a:rPr b="0" lang="fr-FR" sz="4400" spc="-1" strike="noStrike">
                <a:solidFill>
                  <a:schemeClr val="dk1"/>
                </a:solidFill>
                <a:latin typeface="Arial"/>
              </a:rPr>
              <a:t>u</a:t>
            </a:r>
            <a:r>
              <a:rPr b="0" lang="fr-FR" sz="4400" spc="-1" strike="noStrike">
                <a:solidFill>
                  <a:schemeClr val="dk1"/>
                </a:solidFill>
                <a:latin typeface="Arial"/>
              </a:rPr>
              <a:t>r </a:t>
            </a:r>
            <a:r>
              <a:rPr b="0" lang="fr-FR" sz="4400" spc="-1" strike="noStrike">
                <a:solidFill>
                  <a:schemeClr val="dk1"/>
                </a:solidFill>
                <a:latin typeface="Arial"/>
              </a:rPr>
              <a:t>é</a:t>
            </a:r>
            <a:r>
              <a:rPr b="0" lang="fr-FR" sz="4400" spc="-1" strike="noStrike">
                <a:solidFill>
                  <a:schemeClr val="dk1"/>
                </a:solidFill>
                <a:latin typeface="Arial"/>
              </a:rPr>
              <a:t>d</a:t>
            </a:r>
            <a:r>
              <a:rPr b="0" lang="fr-FR" sz="4400" spc="-1" strike="noStrike">
                <a:solidFill>
                  <a:schemeClr val="dk1"/>
                </a:solidFill>
                <a:latin typeface="Arial"/>
              </a:rPr>
              <a:t>it</a:t>
            </a:r>
            <a:r>
              <a:rPr b="0" lang="fr-FR" sz="4400" spc="-1" strike="noStrike">
                <a:solidFill>
                  <a:schemeClr val="dk1"/>
                </a:solidFill>
                <a:latin typeface="Arial"/>
              </a:rPr>
              <a:t>e</a:t>
            </a:r>
            <a:r>
              <a:rPr b="0" lang="fr-FR" sz="4400" spc="-1" strike="noStrike">
                <a:solidFill>
                  <a:schemeClr val="dk1"/>
                </a:solidFill>
                <a:latin typeface="Arial"/>
              </a:rPr>
              <a:t>r </a:t>
            </a:r>
            <a:r>
              <a:rPr b="0" lang="fr-FR" sz="4400" spc="-1" strike="noStrike">
                <a:solidFill>
                  <a:schemeClr val="dk1"/>
                </a:solidFill>
                <a:latin typeface="Arial"/>
              </a:rPr>
              <a:t>l</a:t>
            </a:r>
            <a:r>
              <a:rPr b="0" lang="fr-FR" sz="4400" spc="-1" strike="noStrike">
                <a:solidFill>
                  <a:schemeClr val="dk1"/>
                </a:solidFill>
                <a:latin typeface="Arial"/>
              </a:rPr>
              <a:t>e </a:t>
            </a:r>
            <a:r>
              <a:rPr b="0" lang="fr-FR" sz="4400" spc="-1" strike="noStrike">
                <a:solidFill>
                  <a:schemeClr val="dk1"/>
                </a:solidFill>
                <a:latin typeface="Arial"/>
              </a:rPr>
              <a:t>f</a:t>
            </a:r>
            <a:r>
              <a:rPr b="0" lang="fr-FR" sz="4400" spc="-1" strike="noStrike">
                <a:solidFill>
                  <a:schemeClr val="dk1"/>
                </a:solidFill>
                <a:latin typeface="Arial"/>
              </a:rPr>
              <a:t>o</a:t>
            </a:r>
            <a:r>
              <a:rPr b="0" lang="fr-FR" sz="4400" spc="-1" strike="noStrike">
                <a:solidFill>
                  <a:schemeClr val="dk1"/>
                </a:solidFill>
                <a:latin typeface="Arial"/>
              </a:rPr>
              <a:t>r</a:t>
            </a:r>
            <a:r>
              <a:rPr b="0" lang="fr-FR" sz="4400" spc="-1" strike="noStrike">
                <a:solidFill>
                  <a:schemeClr val="dk1"/>
                </a:solidFill>
                <a:latin typeface="Arial"/>
              </a:rPr>
              <a:t>m</a:t>
            </a:r>
            <a:r>
              <a:rPr b="0" lang="fr-FR" sz="4400" spc="-1" strike="noStrike">
                <a:solidFill>
                  <a:schemeClr val="dk1"/>
                </a:solidFill>
                <a:latin typeface="Arial"/>
              </a:rPr>
              <a:t>a</a:t>
            </a:r>
            <a:r>
              <a:rPr b="0" lang="fr-FR" sz="4400" spc="-1" strike="noStrike">
                <a:solidFill>
                  <a:schemeClr val="dk1"/>
                </a:solidFill>
                <a:latin typeface="Arial"/>
              </a:rPr>
              <a:t>t </a:t>
            </a:r>
            <a:r>
              <a:rPr b="0" lang="fr-FR" sz="4400" spc="-1" strike="noStrike">
                <a:solidFill>
                  <a:schemeClr val="dk1"/>
                </a:solidFill>
                <a:latin typeface="Arial"/>
              </a:rPr>
              <a:t>d</a:t>
            </a:r>
            <a:r>
              <a:rPr b="0" lang="fr-FR" sz="4400" spc="-1" strike="noStrike">
                <a:solidFill>
                  <a:schemeClr val="dk1"/>
                </a:solidFill>
                <a:latin typeface="Arial"/>
              </a:rPr>
              <a:t>u </a:t>
            </a:r>
            <a:r>
              <a:rPr b="0" lang="fr-FR" sz="4400" spc="-1" strike="noStrike">
                <a:solidFill>
                  <a:schemeClr val="dk1"/>
                </a:solidFill>
                <a:latin typeface="Arial"/>
              </a:rPr>
              <a:t>t</a:t>
            </a:r>
            <a:r>
              <a:rPr b="0" lang="fr-FR" sz="4400" spc="-1" strike="noStrike">
                <a:solidFill>
                  <a:schemeClr val="dk1"/>
                </a:solidFill>
                <a:latin typeface="Arial"/>
              </a:rPr>
              <a:t>e</a:t>
            </a:r>
            <a:r>
              <a:rPr b="0" lang="fr-FR" sz="4400" spc="-1" strike="noStrike">
                <a:solidFill>
                  <a:schemeClr val="dk1"/>
                </a:solidFill>
                <a:latin typeface="Arial"/>
              </a:rPr>
              <a:t>x</a:t>
            </a:r>
            <a:r>
              <a:rPr b="0" lang="fr-FR" sz="4400" spc="-1" strike="noStrike">
                <a:solidFill>
                  <a:schemeClr val="dk1"/>
                </a:solidFill>
                <a:latin typeface="Arial"/>
              </a:rPr>
              <a:t>t</a:t>
            </a:r>
            <a:r>
              <a:rPr b="0" lang="fr-FR" sz="4400" spc="-1" strike="noStrike">
                <a:solidFill>
                  <a:schemeClr val="dk1"/>
                </a:solidFill>
                <a:latin typeface="Arial"/>
              </a:rPr>
              <a:t>e</a:t>
            </a:r>
            <a:r>
              <a:rPr b="0" lang="fr-FR" sz="4400" spc="-1" strike="noStrike">
                <a:solidFill>
                  <a:schemeClr val="dk1"/>
                </a:solidFill>
                <a:latin typeface="Arial"/>
              </a:rPr>
              <a:t>-</a:t>
            </a:r>
            <a:r>
              <a:rPr b="0" lang="fr-FR" sz="4400" spc="-1" strike="noStrike">
                <a:solidFill>
                  <a:schemeClr val="dk1"/>
                </a:solidFill>
                <a:latin typeface="Arial"/>
              </a:rPr>
              <a:t>ti</a:t>
            </a:r>
            <a:r>
              <a:rPr b="0" lang="fr-FR" sz="4400" spc="-1" strike="noStrike">
                <a:solidFill>
                  <a:schemeClr val="dk1"/>
                </a:solidFill>
                <a:latin typeface="Arial"/>
              </a:rPr>
              <a:t>tr</a:t>
            </a:r>
            <a:r>
              <a:rPr b="0" lang="fr-FR" sz="4400" spc="-1" strike="noStrike">
                <a:solidFill>
                  <a:schemeClr val="dk1"/>
                </a:solidFill>
                <a:latin typeface="Arial"/>
              </a:rPr>
              <a:t>e</a:t>
            </a:r>
            <a:endParaRPr b="0" lang="fr-FR" sz="4400" spc="-1" strike="noStrike">
              <a:solidFill>
                <a:schemeClr val="dk1"/>
              </a:solidFill>
              <a:latin typeface="Arial"/>
            </a:endParaRPr>
          </a:p>
        </p:txBody>
      </p:sp>
      <p:sp>
        <p:nvSpPr>
          <p:cNvPr id="1" name="PlaceHolder 2"/>
          <p:cNvSpPr>
            <a:spLocks noGrp="1"/>
          </p:cNvSpPr>
          <p:nvPr>
            <p:ph type="sldNum" idx="1"/>
          </p:nvPr>
        </p:nvSpPr>
        <p:spPr>
          <a:xfrm>
            <a:off x="8472600" y="4663080"/>
            <a:ext cx="546480" cy="391320"/>
          </a:xfrm>
          <a:prstGeom prst="rect">
            <a:avLst/>
          </a:prstGeom>
          <a:noFill/>
          <a:ln w="0">
            <a:noFill/>
          </a:ln>
        </p:spPr>
        <p:txBody>
          <a:bodyPr lIns="91440" rIns="91440" tIns="91440" bIns="91440" anchor="ctr">
            <a:noAutofit/>
          </a:bodyPr>
          <a:lstStyle>
            <a:lvl1pPr indent="0" algn="r" defTabSz="914400">
              <a:lnSpc>
                <a:spcPct val="100000"/>
              </a:lnSpc>
              <a:buNone/>
              <a:tabLst>
                <a:tab algn="l" pos="0"/>
              </a:tabLst>
              <a:defRPr b="0" lang="fr" sz="1000" spc="-1" strike="noStrike">
                <a:solidFill>
                  <a:schemeClr val="dk2"/>
                </a:solidFill>
                <a:latin typeface="Arial"/>
                <a:ea typeface="Arial"/>
              </a:defRPr>
            </a:lvl1pPr>
          </a:lstStyle>
          <a:p>
            <a:pPr indent="0" algn="r" defTabSz="914400">
              <a:lnSpc>
                <a:spcPct val="100000"/>
              </a:lnSpc>
              <a:buNone/>
              <a:tabLst>
                <a:tab algn="l" pos="0"/>
              </a:tabLst>
            </a:pPr>
            <a:fld id="{CD953D3D-D801-4E57-9688-E1AE51E3F54A}" type="slidenum">
              <a:rPr b="0" lang="fr" sz="1000" spc="-1" strike="noStrike">
                <a:solidFill>
                  <a:schemeClr val="dk2"/>
                </a:solidFill>
                <a:latin typeface="Arial"/>
                <a:ea typeface="Arial"/>
              </a:rPr>
              <a:t>&lt;numéro&gt;</a:t>
            </a:fld>
            <a:endParaRPr b="0" lang="fr-FR"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4" name="PlaceHolder 1"/>
          <p:cNvSpPr>
            <a:spLocks noGrp="1"/>
          </p:cNvSpPr>
          <p:nvPr>
            <p:ph type="sldNum" idx="2"/>
          </p:nvPr>
        </p:nvSpPr>
        <p:spPr>
          <a:xfrm>
            <a:off x="8472600" y="4663080"/>
            <a:ext cx="546480" cy="391320"/>
          </a:xfrm>
          <a:prstGeom prst="rect">
            <a:avLst/>
          </a:prstGeom>
          <a:noFill/>
          <a:ln w="0">
            <a:noFill/>
          </a:ln>
        </p:spPr>
        <p:txBody>
          <a:bodyPr lIns="91440" rIns="91440" tIns="91440" bIns="91440" anchor="ctr">
            <a:noAutofit/>
          </a:bodyPr>
          <a:lstStyle>
            <a:lvl1pPr indent="0" algn="r" defTabSz="914400">
              <a:lnSpc>
                <a:spcPct val="100000"/>
              </a:lnSpc>
              <a:buNone/>
              <a:tabLst>
                <a:tab algn="l" pos="0"/>
              </a:tabLst>
              <a:defRPr b="0" lang="fr" sz="1000" spc="-1" strike="noStrike">
                <a:solidFill>
                  <a:schemeClr val="dk2"/>
                </a:solidFill>
                <a:latin typeface="Arial"/>
                <a:ea typeface="Arial"/>
              </a:defRPr>
            </a:lvl1pPr>
          </a:lstStyle>
          <a:p>
            <a:pPr indent="0" algn="r" defTabSz="914400">
              <a:lnSpc>
                <a:spcPct val="100000"/>
              </a:lnSpc>
              <a:buNone/>
              <a:tabLst>
                <a:tab algn="l" pos="0"/>
              </a:tabLst>
            </a:pPr>
            <a:fld id="{CACF4F8F-206C-4645-9251-984D5D1DB629}" type="slidenum">
              <a:rPr b="0" lang="fr" sz="1000" spc="-1" strike="noStrike">
                <a:solidFill>
                  <a:schemeClr val="dk2"/>
                </a:solidFill>
                <a:latin typeface="Arial"/>
                <a:ea typeface="Arial"/>
              </a:rPr>
              <a:t>&lt;numéro&gt;</a:t>
            </a:fld>
            <a:endParaRPr b="0" lang="fr-FR"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5" name="PlaceHolder 1"/>
          <p:cNvSpPr>
            <a:spLocks noGrp="1"/>
          </p:cNvSpPr>
          <p:nvPr>
            <p:ph type="sldNum" idx="3"/>
          </p:nvPr>
        </p:nvSpPr>
        <p:spPr>
          <a:xfrm>
            <a:off x="8472600" y="4663080"/>
            <a:ext cx="546480" cy="391320"/>
          </a:xfrm>
          <a:prstGeom prst="rect">
            <a:avLst/>
          </a:prstGeom>
          <a:noFill/>
          <a:ln w="0">
            <a:noFill/>
          </a:ln>
        </p:spPr>
        <p:txBody>
          <a:bodyPr lIns="91440" rIns="91440" tIns="91440" bIns="91440" anchor="ctr">
            <a:noAutofit/>
          </a:bodyPr>
          <a:lstStyle>
            <a:lvl1pPr indent="0" algn="r" defTabSz="914400">
              <a:lnSpc>
                <a:spcPct val="100000"/>
              </a:lnSpc>
              <a:buNone/>
              <a:tabLst>
                <a:tab algn="l" pos="0"/>
              </a:tabLst>
              <a:defRPr b="0" lang="fr" sz="1000" spc="-1" strike="noStrike">
                <a:solidFill>
                  <a:schemeClr val="dk2"/>
                </a:solidFill>
                <a:latin typeface="Arial"/>
                <a:ea typeface="Arial"/>
              </a:defRPr>
            </a:lvl1pPr>
          </a:lstStyle>
          <a:p>
            <a:pPr indent="0" algn="r" defTabSz="914400">
              <a:lnSpc>
                <a:spcPct val="100000"/>
              </a:lnSpc>
              <a:buNone/>
              <a:tabLst>
                <a:tab algn="l" pos="0"/>
              </a:tabLst>
            </a:pPr>
            <a:fld id="{3AA20DEC-7F26-4F50-92C4-D6CAEE3A8274}" type="slidenum">
              <a:rPr b="0" lang="fr" sz="1000" spc="-1" strike="noStrike">
                <a:solidFill>
                  <a:schemeClr val="dk2"/>
                </a:solidFill>
                <a:latin typeface="Arial"/>
                <a:ea typeface="Arial"/>
              </a:rPr>
              <a:t>&lt;numéro&gt;</a:t>
            </a:fld>
            <a:endParaRPr b="0" lang="fr-FR"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6" name="PlaceHolder 1"/>
          <p:cNvSpPr>
            <a:spLocks noGrp="1"/>
          </p:cNvSpPr>
          <p:nvPr>
            <p:ph type="sldNum" idx="4"/>
          </p:nvPr>
        </p:nvSpPr>
        <p:spPr>
          <a:xfrm>
            <a:off x="8472600" y="4663080"/>
            <a:ext cx="546480" cy="391320"/>
          </a:xfrm>
          <a:prstGeom prst="rect">
            <a:avLst/>
          </a:prstGeom>
          <a:noFill/>
          <a:ln w="0">
            <a:noFill/>
          </a:ln>
        </p:spPr>
        <p:txBody>
          <a:bodyPr lIns="91440" rIns="91440" tIns="91440" bIns="91440" anchor="ctr">
            <a:noAutofit/>
          </a:bodyPr>
          <a:lstStyle>
            <a:lvl1pPr indent="0" algn="r" defTabSz="914400">
              <a:lnSpc>
                <a:spcPct val="100000"/>
              </a:lnSpc>
              <a:buNone/>
              <a:tabLst>
                <a:tab algn="l" pos="0"/>
              </a:tabLst>
              <a:defRPr b="0" lang="fr" sz="1000" spc="-1" strike="noStrike">
                <a:solidFill>
                  <a:schemeClr val="dk2"/>
                </a:solidFill>
                <a:latin typeface="Arial"/>
                <a:ea typeface="Arial"/>
              </a:defRPr>
            </a:lvl1pPr>
          </a:lstStyle>
          <a:p>
            <a:pPr indent="0" algn="r" defTabSz="914400">
              <a:lnSpc>
                <a:spcPct val="100000"/>
              </a:lnSpc>
              <a:buNone/>
              <a:tabLst>
                <a:tab algn="l" pos="0"/>
              </a:tabLst>
            </a:pPr>
            <a:fld id="{50A38BE7-B7E6-4194-A603-F34BB8E70944}" type="slidenum">
              <a:rPr b="0" lang="fr" sz="1000" spc="-1" strike="noStrike">
                <a:solidFill>
                  <a:schemeClr val="dk2"/>
                </a:solidFill>
                <a:latin typeface="Arial"/>
                <a:ea typeface="Arial"/>
              </a:rPr>
              <a:t>&lt;numéro&gt;</a:t>
            </a:fld>
            <a:endParaRPr b="0" lang="fr-FR"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b="0" lang="fr-FR" sz="4400" spc="-1" strike="noStrike">
                <a:solidFill>
                  <a:schemeClr val="dk1"/>
                </a:solidFill>
                <a:latin typeface="Arial"/>
              </a:rPr>
              <a:t>Cliquez pour éditer le format du texte-titre</a:t>
            </a:r>
            <a:endParaRPr b="0" lang="fr-FR" sz="4400" spc="-1" strike="noStrike">
              <a:solidFill>
                <a:schemeClr val="dk1"/>
              </a:solidFill>
              <a:latin typeface="Arial"/>
            </a:endParaRPr>
          </a:p>
        </p:txBody>
      </p:sp>
      <p:sp>
        <p:nvSpPr>
          <p:cNvPr id="8" name="PlaceHolder 2"/>
          <p:cNvSpPr>
            <a:spLocks noGrp="1"/>
          </p:cNvSpPr>
          <p:nvPr>
            <p:ph type="body"/>
          </p:nvPr>
        </p:nvSpPr>
        <p:spPr>
          <a:xfrm>
            <a:off x="457200" y="1203480"/>
            <a:ext cx="8228880" cy="298260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fr-FR" sz="1800" spc="-1" strike="noStrike">
                <a:solidFill>
                  <a:schemeClr val="dk1"/>
                </a:solidFill>
                <a:latin typeface="Arial"/>
              </a:rPr>
              <a:t>Cliquez pour éditer le format du plan de texte</a:t>
            </a:r>
            <a:endParaRPr b="0" lang="fr-FR" sz="1800" spc="-1" strike="noStrike">
              <a:solidFill>
                <a:schemeClr val="dk1"/>
              </a:solidFill>
              <a:latin typeface="Arial"/>
            </a:endParaRPr>
          </a:p>
          <a:p>
            <a:pPr lvl="1" marL="864000" indent="-324000">
              <a:lnSpc>
                <a:spcPct val="90000"/>
              </a:lnSpc>
              <a:spcBef>
                <a:spcPts val="1134"/>
              </a:spcBef>
              <a:buClr>
                <a:srgbClr val="000000"/>
              </a:buClr>
              <a:buSzPct val="75000"/>
              <a:buFont typeface="Symbol" charset="2"/>
              <a:buChar char=""/>
            </a:pPr>
            <a:r>
              <a:rPr b="0" lang="fr-FR" sz="1800" spc="-1" strike="noStrike">
                <a:solidFill>
                  <a:schemeClr val="dk1"/>
                </a:solidFill>
                <a:latin typeface="Arial"/>
              </a:rPr>
              <a:t>Second niveau de plan</a:t>
            </a:r>
            <a:endParaRPr b="0" lang="fr-FR" sz="1800" spc="-1" strike="noStrike">
              <a:solidFill>
                <a:schemeClr val="dk1"/>
              </a:solidFill>
              <a:latin typeface="Arial"/>
            </a:endParaRPr>
          </a:p>
          <a:p>
            <a:pPr lvl="2" marL="1296000" indent="-288000">
              <a:lnSpc>
                <a:spcPct val="90000"/>
              </a:lnSpc>
              <a:spcBef>
                <a:spcPts val="850"/>
              </a:spcBef>
              <a:buClr>
                <a:srgbClr val="000000"/>
              </a:buClr>
              <a:buSzPct val="45000"/>
              <a:buFont typeface="Wingdings" charset="2"/>
              <a:buChar char=""/>
            </a:pPr>
            <a:r>
              <a:rPr b="0" lang="fr-FR" sz="1800" spc="-1" strike="noStrike">
                <a:solidFill>
                  <a:schemeClr val="dk1"/>
                </a:solidFill>
                <a:latin typeface="Arial"/>
              </a:rPr>
              <a:t>Troisième niveau de plan</a:t>
            </a:r>
            <a:endParaRPr b="0" lang="fr-FR" sz="1800" spc="-1" strike="noStrike">
              <a:solidFill>
                <a:schemeClr val="dk1"/>
              </a:solidFill>
              <a:latin typeface="Arial"/>
            </a:endParaRPr>
          </a:p>
          <a:p>
            <a:pPr lvl="3" marL="1728000" indent="-216000">
              <a:lnSpc>
                <a:spcPct val="90000"/>
              </a:lnSpc>
              <a:spcBef>
                <a:spcPts val="567"/>
              </a:spcBef>
              <a:buClr>
                <a:srgbClr val="000000"/>
              </a:buClr>
              <a:buSzPct val="75000"/>
              <a:buFont typeface="Symbol" charset="2"/>
              <a:buChar char=""/>
            </a:pPr>
            <a:r>
              <a:rPr b="0" lang="fr-FR" sz="1800" spc="-1" strike="noStrike">
                <a:solidFill>
                  <a:schemeClr val="dk1"/>
                </a:solidFill>
                <a:latin typeface="Arial"/>
              </a:rPr>
              <a:t>Quatrième niveau de plan</a:t>
            </a:r>
            <a:endParaRPr b="0" lang="fr-FR" sz="1800" spc="-1" strike="noStrike">
              <a:solidFill>
                <a:schemeClr val="dk1"/>
              </a:solidFill>
              <a:latin typeface="Arial"/>
            </a:endParaRPr>
          </a:p>
          <a:p>
            <a:pPr lvl="4" marL="2160000" indent="-216000">
              <a:lnSpc>
                <a:spcPct val="90000"/>
              </a:lnSpc>
              <a:spcBef>
                <a:spcPts val="283"/>
              </a:spcBef>
              <a:buClr>
                <a:srgbClr val="000000"/>
              </a:buClr>
              <a:buSzPct val="45000"/>
              <a:buFont typeface="Wingdings" charset="2"/>
              <a:buChar char=""/>
            </a:pPr>
            <a:r>
              <a:rPr b="0" lang="fr-FR" sz="1800" spc="-1" strike="noStrike">
                <a:solidFill>
                  <a:schemeClr val="dk1"/>
                </a:solidFill>
                <a:latin typeface="Arial"/>
              </a:rPr>
              <a:t>Cinquième niveau de plan</a:t>
            </a:r>
            <a:endParaRPr b="0" lang="fr-FR" sz="1800" spc="-1" strike="noStrike">
              <a:solidFill>
                <a:schemeClr val="dk1"/>
              </a:solidFill>
              <a:latin typeface="Arial"/>
            </a:endParaRPr>
          </a:p>
          <a:p>
            <a:pPr lvl="5" marL="2592000" indent="-216000">
              <a:lnSpc>
                <a:spcPct val="90000"/>
              </a:lnSpc>
              <a:spcBef>
                <a:spcPts val="283"/>
              </a:spcBef>
              <a:buClr>
                <a:srgbClr val="000000"/>
              </a:buClr>
              <a:buSzPct val="45000"/>
              <a:buFont typeface="Wingdings" charset="2"/>
              <a:buChar char=""/>
            </a:pPr>
            <a:r>
              <a:rPr b="0" lang="fr-FR" sz="1800" spc="-1" strike="noStrike">
                <a:solidFill>
                  <a:schemeClr val="dk1"/>
                </a:solidFill>
                <a:latin typeface="Arial"/>
              </a:rPr>
              <a:t>Sixième niveau de plan</a:t>
            </a:r>
            <a:endParaRPr b="0" lang="fr-FR" sz="1800" spc="-1" strike="noStrike">
              <a:solidFill>
                <a:schemeClr val="dk1"/>
              </a:solidFill>
              <a:latin typeface="Arial"/>
            </a:endParaRPr>
          </a:p>
          <a:p>
            <a:pPr lvl="6" marL="3024000" indent="-216000">
              <a:lnSpc>
                <a:spcPct val="90000"/>
              </a:lnSpc>
              <a:spcBef>
                <a:spcPts val="283"/>
              </a:spcBef>
              <a:buClr>
                <a:srgbClr val="000000"/>
              </a:buClr>
              <a:buSzPct val="45000"/>
              <a:buFont typeface="Wingdings" charset="2"/>
              <a:buChar char=""/>
            </a:pPr>
            <a:r>
              <a:rPr b="0" lang="fr-FR" sz="1800" spc="-1" strike="noStrike">
                <a:solidFill>
                  <a:schemeClr val="dk1"/>
                </a:solidFill>
                <a:latin typeface="Arial"/>
              </a:rPr>
              <a:t>Septième niveau de plan</a:t>
            </a:r>
            <a:endParaRPr b="0" lang="fr-FR" sz="1800" spc="-1" strike="noStrike">
              <a:solidFill>
                <a:schemeClr val="dk1"/>
              </a:solidFill>
              <a:latin typeface="Arial"/>
            </a:endParaRPr>
          </a:p>
        </p:txBody>
      </p:sp>
      <p:sp>
        <p:nvSpPr>
          <p:cNvPr id="9" name="PlaceHolder 3"/>
          <p:cNvSpPr>
            <a:spLocks noGrp="1"/>
          </p:cNvSpPr>
          <p:nvPr>
            <p:ph type="sldNum" idx="5"/>
          </p:nvPr>
        </p:nvSpPr>
        <p:spPr>
          <a:xfrm>
            <a:off x="8472600" y="4663080"/>
            <a:ext cx="546480" cy="391320"/>
          </a:xfrm>
          <a:prstGeom prst="rect">
            <a:avLst/>
          </a:prstGeom>
          <a:noFill/>
          <a:ln w="0">
            <a:noFill/>
          </a:ln>
        </p:spPr>
        <p:txBody>
          <a:bodyPr lIns="91440" rIns="91440" tIns="91440" bIns="91440" anchor="ctr">
            <a:noAutofit/>
          </a:bodyPr>
          <a:lstStyle>
            <a:lvl1pPr indent="0" algn="r" defTabSz="914400">
              <a:lnSpc>
                <a:spcPct val="100000"/>
              </a:lnSpc>
              <a:buNone/>
              <a:tabLst>
                <a:tab algn="l" pos="0"/>
              </a:tabLst>
              <a:defRPr b="0" lang="fr" sz="1000" spc="-1" strike="noStrike">
                <a:solidFill>
                  <a:schemeClr val="dk2"/>
                </a:solidFill>
                <a:latin typeface="Arial"/>
                <a:ea typeface="Arial"/>
              </a:defRPr>
            </a:lvl1pPr>
          </a:lstStyle>
          <a:p>
            <a:pPr indent="0" algn="r" defTabSz="914400">
              <a:lnSpc>
                <a:spcPct val="100000"/>
              </a:lnSpc>
              <a:buNone/>
              <a:tabLst>
                <a:tab algn="l" pos="0"/>
              </a:tabLst>
            </a:pPr>
            <a:fld id="{D084AC59-4F46-494E-8944-C421534CFD50}" type="slidenum">
              <a:rPr b="0" lang="fr" sz="1000" spc="-1" strike="noStrike">
                <a:solidFill>
                  <a:schemeClr val="dk2"/>
                </a:solidFill>
                <a:latin typeface="Arial"/>
                <a:ea typeface="Arial"/>
              </a:rPr>
              <a:t>&lt;numéro&gt;</a:t>
            </a:fld>
            <a:endParaRPr b="0" lang="fr-FR"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b="0" lang="fr-FR" sz="4400" spc="-1" strike="noStrike">
                <a:solidFill>
                  <a:schemeClr val="dk1"/>
                </a:solidFill>
                <a:latin typeface="Arial"/>
              </a:rPr>
              <a:t>Cliquez pour éditer le format du texte-titre</a:t>
            </a:r>
            <a:endParaRPr b="0" lang="fr-FR" sz="4400" spc="-1" strike="noStrike">
              <a:solidFill>
                <a:schemeClr val="dk1"/>
              </a:solidFill>
              <a:latin typeface="Arial"/>
            </a:endParaRPr>
          </a:p>
        </p:txBody>
      </p:sp>
      <p:sp>
        <p:nvSpPr>
          <p:cNvPr id="13" name="PlaceHolder 2"/>
          <p:cNvSpPr>
            <a:spLocks noGrp="1"/>
          </p:cNvSpPr>
          <p:nvPr>
            <p:ph type="body"/>
          </p:nvPr>
        </p:nvSpPr>
        <p:spPr>
          <a:xfrm>
            <a:off x="457200" y="1203480"/>
            <a:ext cx="4015440" cy="2982600"/>
          </a:xfrm>
          <a:prstGeom prst="rect">
            <a:avLst/>
          </a:prstGeom>
          <a:noFill/>
          <a:ln w="0">
            <a:noFill/>
          </a:ln>
        </p:spPr>
        <p:txBody>
          <a:bodyPr lIns="0" rIns="0" tIns="0" bIns="0" anchor="t">
            <a:normAutofit fontScale="87222" lnSpcReduction="10000"/>
          </a:bodyPr>
          <a:p>
            <a:pPr marL="432000" indent="-324000">
              <a:lnSpc>
                <a:spcPct val="90000"/>
              </a:lnSpc>
              <a:spcBef>
                <a:spcPts val="1417"/>
              </a:spcBef>
              <a:buClr>
                <a:srgbClr val="000000"/>
              </a:buClr>
              <a:buSzPct val="45000"/>
              <a:buFont typeface="Wingdings" charset="2"/>
              <a:buChar char=""/>
            </a:pPr>
            <a:r>
              <a:rPr b="0" lang="fr-FR" sz="1800" spc="-1" strike="noStrike">
                <a:solidFill>
                  <a:schemeClr val="dk1"/>
                </a:solidFill>
                <a:latin typeface="Arial"/>
              </a:rPr>
              <a:t>Cliquez pour éditer le format du plan de texte</a:t>
            </a:r>
            <a:endParaRPr b="0" lang="fr-FR" sz="1800" spc="-1" strike="noStrike">
              <a:solidFill>
                <a:schemeClr val="dk1"/>
              </a:solidFill>
              <a:latin typeface="Arial"/>
            </a:endParaRPr>
          </a:p>
          <a:p>
            <a:pPr lvl="1" marL="864000" indent="-324000">
              <a:lnSpc>
                <a:spcPct val="90000"/>
              </a:lnSpc>
              <a:spcBef>
                <a:spcPts val="1134"/>
              </a:spcBef>
              <a:buClr>
                <a:srgbClr val="000000"/>
              </a:buClr>
              <a:buSzPct val="75000"/>
              <a:buFont typeface="Symbol" charset="2"/>
              <a:buChar char=""/>
            </a:pPr>
            <a:r>
              <a:rPr b="0" lang="fr-FR" sz="1800" spc="-1" strike="noStrike">
                <a:solidFill>
                  <a:schemeClr val="dk1"/>
                </a:solidFill>
                <a:latin typeface="Arial"/>
              </a:rPr>
              <a:t>Second niveau de plan</a:t>
            </a:r>
            <a:endParaRPr b="0" lang="fr-FR" sz="1800" spc="-1" strike="noStrike">
              <a:solidFill>
                <a:schemeClr val="dk1"/>
              </a:solidFill>
              <a:latin typeface="Arial"/>
            </a:endParaRPr>
          </a:p>
          <a:p>
            <a:pPr lvl="2" marL="1296000" indent="-288000">
              <a:lnSpc>
                <a:spcPct val="90000"/>
              </a:lnSpc>
              <a:spcBef>
                <a:spcPts val="850"/>
              </a:spcBef>
              <a:buClr>
                <a:srgbClr val="000000"/>
              </a:buClr>
              <a:buSzPct val="45000"/>
              <a:buFont typeface="Wingdings" charset="2"/>
              <a:buChar char=""/>
            </a:pPr>
            <a:r>
              <a:rPr b="0" lang="fr-FR" sz="1800" spc="-1" strike="noStrike">
                <a:solidFill>
                  <a:schemeClr val="dk1"/>
                </a:solidFill>
                <a:latin typeface="Arial"/>
              </a:rPr>
              <a:t>Troisième niveau de plan</a:t>
            </a:r>
            <a:endParaRPr b="0" lang="fr-FR" sz="1800" spc="-1" strike="noStrike">
              <a:solidFill>
                <a:schemeClr val="dk1"/>
              </a:solidFill>
              <a:latin typeface="Arial"/>
            </a:endParaRPr>
          </a:p>
          <a:p>
            <a:pPr lvl="3" marL="1728000" indent="-216000">
              <a:lnSpc>
                <a:spcPct val="90000"/>
              </a:lnSpc>
              <a:spcBef>
                <a:spcPts val="567"/>
              </a:spcBef>
              <a:buClr>
                <a:srgbClr val="000000"/>
              </a:buClr>
              <a:buSzPct val="75000"/>
              <a:buFont typeface="Symbol" charset="2"/>
              <a:buChar char=""/>
            </a:pPr>
            <a:r>
              <a:rPr b="0" lang="fr-FR" sz="1800" spc="-1" strike="noStrike">
                <a:solidFill>
                  <a:schemeClr val="dk1"/>
                </a:solidFill>
                <a:latin typeface="Arial"/>
              </a:rPr>
              <a:t>Quatrième niveau de plan</a:t>
            </a:r>
            <a:endParaRPr b="0" lang="fr-FR" sz="1800" spc="-1" strike="noStrike">
              <a:solidFill>
                <a:schemeClr val="dk1"/>
              </a:solidFill>
              <a:latin typeface="Arial"/>
            </a:endParaRPr>
          </a:p>
          <a:p>
            <a:pPr lvl="4" marL="2160000" indent="-216000">
              <a:lnSpc>
                <a:spcPct val="90000"/>
              </a:lnSpc>
              <a:spcBef>
                <a:spcPts val="283"/>
              </a:spcBef>
              <a:buClr>
                <a:srgbClr val="000000"/>
              </a:buClr>
              <a:buSzPct val="45000"/>
              <a:buFont typeface="Wingdings" charset="2"/>
              <a:buChar char=""/>
            </a:pPr>
            <a:r>
              <a:rPr b="0" lang="fr-FR" sz="1800" spc="-1" strike="noStrike">
                <a:solidFill>
                  <a:schemeClr val="dk1"/>
                </a:solidFill>
                <a:latin typeface="Arial"/>
              </a:rPr>
              <a:t>Cinquième niveau de plan</a:t>
            </a:r>
            <a:endParaRPr b="0" lang="fr-FR" sz="1800" spc="-1" strike="noStrike">
              <a:solidFill>
                <a:schemeClr val="dk1"/>
              </a:solidFill>
              <a:latin typeface="Arial"/>
            </a:endParaRPr>
          </a:p>
          <a:p>
            <a:pPr lvl="5" marL="2592000" indent="-216000">
              <a:lnSpc>
                <a:spcPct val="90000"/>
              </a:lnSpc>
              <a:spcBef>
                <a:spcPts val="283"/>
              </a:spcBef>
              <a:buClr>
                <a:srgbClr val="000000"/>
              </a:buClr>
              <a:buSzPct val="45000"/>
              <a:buFont typeface="Wingdings" charset="2"/>
              <a:buChar char=""/>
            </a:pPr>
            <a:r>
              <a:rPr b="0" lang="fr-FR" sz="1800" spc="-1" strike="noStrike">
                <a:solidFill>
                  <a:schemeClr val="dk1"/>
                </a:solidFill>
                <a:latin typeface="Arial"/>
              </a:rPr>
              <a:t>Sixième niveau de plan</a:t>
            </a:r>
            <a:endParaRPr b="0" lang="fr-FR" sz="1800" spc="-1" strike="noStrike">
              <a:solidFill>
                <a:schemeClr val="dk1"/>
              </a:solidFill>
              <a:latin typeface="Arial"/>
            </a:endParaRPr>
          </a:p>
          <a:p>
            <a:pPr lvl="6" marL="3024000" indent="-216000">
              <a:lnSpc>
                <a:spcPct val="90000"/>
              </a:lnSpc>
              <a:spcBef>
                <a:spcPts val="283"/>
              </a:spcBef>
              <a:buClr>
                <a:srgbClr val="000000"/>
              </a:buClr>
              <a:buSzPct val="45000"/>
              <a:buFont typeface="Wingdings" charset="2"/>
              <a:buChar char=""/>
            </a:pPr>
            <a:r>
              <a:rPr b="0" lang="fr-FR" sz="1800" spc="-1" strike="noStrike">
                <a:solidFill>
                  <a:schemeClr val="dk1"/>
                </a:solidFill>
                <a:latin typeface="Arial"/>
              </a:rPr>
              <a:t>Septième niveau de plan</a:t>
            </a:r>
            <a:endParaRPr b="0" lang="fr-FR" sz="1800" spc="-1" strike="noStrike">
              <a:solidFill>
                <a:schemeClr val="dk1"/>
              </a:solidFill>
              <a:latin typeface="Arial"/>
            </a:endParaRPr>
          </a:p>
        </p:txBody>
      </p:sp>
      <p:sp>
        <p:nvSpPr>
          <p:cNvPr id="14" name="PlaceHolder 3"/>
          <p:cNvSpPr>
            <a:spLocks noGrp="1"/>
          </p:cNvSpPr>
          <p:nvPr>
            <p:ph type="body"/>
          </p:nvPr>
        </p:nvSpPr>
        <p:spPr>
          <a:xfrm>
            <a:off x="4674240" y="1203480"/>
            <a:ext cx="4015440" cy="2982600"/>
          </a:xfrm>
          <a:prstGeom prst="rect">
            <a:avLst/>
          </a:prstGeom>
          <a:noFill/>
          <a:ln w="0">
            <a:noFill/>
          </a:ln>
        </p:spPr>
        <p:txBody>
          <a:bodyPr lIns="0" rIns="0" tIns="0" bIns="0" anchor="t">
            <a:normAutofit fontScale="87222" lnSpcReduction="10000"/>
          </a:bodyPr>
          <a:p>
            <a:pPr marL="432000" indent="-324000">
              <a:lnSpc>
                <a:spcPct val="90000"/>
              </a:lnSpc>
              <a:spcBef>
                <a:spcPts val="1417"/>
              </a:spcBef>
              <a:buClr>
                <a:srgbClr val="000000"/>
              </a:buClr>
              <a:buSzPct val="45000"/>
              <a:buFont typeface="Wingdings" charset="2"/>
              <a:buChar char=""/>
            </a:pPr>
            <a:r>
              <a:rPr b="0" lang="fr-FR" sz="1800" spc="-1" strike="noStrike">
                <a:solidFill>
                  <a:schemeClr val="dk1"/>
                </a:solidFill>
                <a:latin typeface="Arial"/>
              </a:rPr>
              <a:t>Cliquez pour éditer le format du plan de texte</a:t>
            </a:r>
            <a:endParaRPr b="0" lang="fr-FR" sz="1800" spc="-1" strike="noStrike">
              <a:solidFill>
                <a:schemeClr val="dk1"/>
              </a:solidFill>
              <a:latin typeface="Arial"/>
            </a:endParaRPr>
          </a:p>
          <a:p>
            <a:pPr lvl="1" marL="864000" indent="-324000">
              <a:lnSpc>
                <a:spcPct val="90000"/>
              </a:lnSpc>
              <a:spcBef>
                <a:spcPts val="1134"/>
              </a:spcBef>
              <a:buClr>
                <a:srgbClr val="000000"/>
              </a:buClr>
              <a:buSzPct val="75000"/>
              <a:buFont typeface="Symbol" charset="2"/>
              <a:buChar char=""/>
            </a:pPr>
            <a:r>
              <a:rPr b="0" lang="fr-FR" sz="1800" spc="-1" strike="noStrike">
                <a:solidFill>
                  <a:schemeClr val="dk1"/>
                </a:solidFill>
                <a:latin typeface="Arial"/>
              </a:rPr>
              <a:t>Second niveau de plan</a:t>
            </a:r>
            <a:endParaRPr b="0" lang="fr-FR" sz="1800" spc="-1" strike="noStrike">
              <a:solidFill>
                <a:schemeClr val="dk1"/>
              </a:solidFill>
              <a:latin typeface="Arial"/>
            </a:endParaRPr>
          </a:p>
          <a:p>
            <a:pPr lvl="2" marL="1296000" indent="-288000">
              <a:lnSpc>
                <a:spcPct val="90000"/>
              </a:lnSpc>
              <a:spcBef>
                <a:spcPts val="850"/>
              </a:spcBef>
              <a:buClr>
                <a:srgbClr val="000000"/>
              </a:buClr>
              <a:buSzPct val="45000"/>
              <a:buFont typeface="Wingdings" charset="2"/>
              <a:buChar char=""/>
            </a:pPr>
            <a:r>
              <a:rPr b="0" lang="fr-FR" sz="1800" spc="-1" strike="noStrike">
                <a:solidFill>
                  <a:schemeClr val="dk1"/>
                </a:solidFill>
                <a:latin typeface="Arial"/>
              </a:rPr>
              <a:t>Troisième niveau de plan</a:t>
            </a:r>
            <a:endParaRPr b="0" lang="fr-FR" sz="1800" spc="-1" strike="noStrike">
              <a:solidFill>
                <a:schemeClr val="dk1"/>
              </a:solidFill>
              <a:latin typeface="Arial"/>
            </a:endParaRPr>
          </a:p>
          <a:p>
            <a:pPr lvl="3" marL="1728000" indent="-216000">
              <a:lnSpc>
                <a:spcPct val="90000"/>
              </a:lnSpc>
              <a:spcBef>
                <a:spcPts val="567"/>
              </a:spcBef>
              <a:buClr>
                <a:srgbClr val="000000"/>
              </a:buClr>
              <a:buSzPct val="75000"/>
              <a:buFont typeface="Symbol" charset="2"/>
              <a:buChar char=""/>
            </a:pPr>
            <a:r>
              <a:rPr b="0" lang="fr-FR" sz="1800" spc="-1" strike="noStrike">
                <a:solidFill>
                  <a:schemeClr val="dk1"/>
                </a:solidFill>
                <a:latin typeface="Arial"/>
              </a:rPr>
              <a:t>Quatrième niveau de plan</a:t>
            </a:r>
            <a:endParaRPr b="0" lang="fr-FR" sz="1800" spc="-1" strike="noStrike">
              <a:solidFill>
                <a:schemeClr val="dk1"/>
              </a:solidFill>
              <a:latin typeface="Arial"/>
            </a:endParaRPr>
          </a:p>
          <a:p>
            <a:pPr lvl="4" marL="2160000" indent="-216000">
              <a:lnSpc>
                <a:spcPct val="90000"/>
              </a:lnSpc>
              <a:spcBef>
                <a:spcPts val="283"/>
              </a:spcBef>
              <a:buClr>
                <a:srgbClr val="000000"/>
              </a:buClr>
              <a:buSzPct val="45000"/>
              <a:buFont typeface="Wingdings" charset="2"/>
              <a:buChar char=""/>
            </a:pPr>
            <a:r>
              <a:rPr b="0" lang="fr-FR" sz="1800" spc="-1" strike="noStrike">
                <a:solidFill>
                  <a:schemeClr val="dk1"/>
                </a:solidFill>
                <a:latin typeface="Arial"/>
              </a:rPr>
              <a:t>Cinquième niveau de plan</a:t>
            </a:r>
            <a:endParaRPr b="0" lang="fr-FR" sz="1800" spc="-1" strike="noStrike">
              <a:solidFill>
                <a:schemeClr val="dk1"/>
              </a:solidFill>
              <a:latin typeface="Arial"/>
            </a:endParaRPr>
          </a:p>
          <a:p>
            <a:pPr lvl="5" marL="2592000" indent="-216000">
              <a:lnSpc>
                <a:spcPct val="90000"/>
              </a:lnSpc>
              <a:spcBef>
                <a:spcPts val="283"/>
              </a:spcBef>
              <a:buClr>
                <a:srgbClr val="000000"/>
              </a:buClr>
              <a:buSzPct val="45000"/>
              <a:buFont typeface="Wingdings" charset="2"/>
              <a:buChar char=""/>
            </a:pPr>
            <a:r>
              <a:rPr b="0" lang="fr-FR" sz="1800" spc="-1" strike="noStrike">
                <a:solidFill>
                  <a:schemeClr val="dk1"/>
                </a:solidFill>
                <a:latin typeface="Arial"/>
              </a:rPr>
              <a:t>Sixième niveau de plan</a:t>
            </a:r>
            <a:endParaRPr b="0" lang="fr-FR" sz="1800" spc="-1" strike="noStrike">
              <a:solidFill>
                <a:schemeClr val="dk1"/>
              </a:solidFill>
              <a:latin typeface="Arial"/>
            </a:endParaRPr>
          </a:p>
          <a:p>
            <a:pPr lvl="6" marL="3024000" indent="-216000">
              <a:lnSpc>
                <a:spcPct val="90000"/>
              </a:lnSpc>
              <a:spcBef>
                <a:spcPts val="283"/>
              </a:spcBef>
              <a:buClr>
                <a:srgbClr val="000000"/>
              </a:buClr>
              <a:buSzPct val="45000"/>
              <a:buFont typeface="Wingdings" charset="2"/>
              <a:buChar char=""/>
            </a:pPr>
            <a:r>
              <a:rPr b="0" lang="fr-FR" sz="1800" spc="-1" strike="noStrike">
                <a:solidFill>
                  <a:schemeClr val="dk1"/>
                </a:solidFill>
                <a:latin typeface="Arial"/>
              </a:rPr>
              <a:t>Septième niveau de plan</a:t>
            </a:r>
            <a:endParaRPr b="0" lang="fr-FR" sz="1800" spc="-1" strike="noStrike">
              <a:solidFill>
                <a:schemeClr val="dk1"/>
              </a:solidFill>
              <a:latin typeface="Arial"/>
            </a:endParaRPr>
          </a:p>
        </p:txBody>
      </p:sp>
      <p:sp>
        <p:nvSpPr>
          <p:cNvPr id="15" name="PlaceHolder 4"/>
          <p:cNvSpPr>
            <a:spLocks noGrp="1"/>
          </p:cNvSpPr>
          <p:nvPr>
            <p:ph type="sldNum" idx="6"/>
          </p:nvPr>
        </p:nvSpPr>
        <p:spPr>
          <a:xfrm>
            <a:off x="8472600" y="4663080"/>
            <a:ext cx="546480" cy="391320"/>
          </a:xfrm>
          <a:prstGeom prst="rect">
            <a:avLst/>
          </a:prstGeom>
          <a:noFill/>
          <a:ln w="0">
            <a:noFill/>
          </a:ln>
        </p:spPr>
        <p:txBody>
          <a:bodyPr lIns="91440" rIns="91440" tIns="91440" bIns="91440" anchor="ctr">
            <a:noAutofit/>
          </a:bodyPr>
          <a:lstStyle>
            <a:lvl1pPr indent="0" algn="r" defTabSz="914400">
              <a:lnSpc>
                <a:spcPct val="100000"/>
              </a:lnSpc>
              <a:buNone/>
              <a:tabLst>
                <a:tab algn="l" pos="0"/>
              </a:tabLst>
              <a:defRPr b="0" lang="fr" sz="1000" spc="-1" strike="noStrike">
                <a:solidFill>
                  <a:schemeClr val="dk2"/>
                </a:solidFill>
                <a:latin typeface="Arial"/>
                <a:ea typeface="Arial"/>
              </a:defRPr>
            </a:lvl1pPr>
          </a:lstStyle>
          <a:p>
            <a:pPr indent="0" algn="r" defTabSz="914400">
              <a:lnSpc>
                <a:spcPct val="100000"/>
              </a:lnSpc>
              <a:buNone/>
              <a:tabLst>
                <a:tab algn="l" pos="0"/>
              </a:tabLst>
            </a:pPr>
            <a:fld id="{AEEF9984-3065-41D2-A8B7-9A47C44F5D15}" type="slidenum">
              <a:rPr b="0" lang="fr" sz="1000" spc="-1" strike="noStrike">
                <a:solidFill>
                  <a:schemeClr val="dk2"/>
                </a:solidFill>
                <a:latin typeface="Arial"/>
                <a:ea typeface="Arial"/>
              </a:rPr>
              <a:t>&lt;numéro&gt;</a:t>
            </a:fld>
            <a:endParaRPr b="0" lang="fr-FR"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buNone/>
            </a:pPr>
            <a:r>
              <a:rPr b="0" lang="fr-FR" sz="4400" spc="-1" strike="noStrike">
                <a:solidFill>
                  <a:schemeClr val="dk1"/>
                </a:solidFill>
                <a:latin typeface="Arial"/>
              </a:rPr>
              <a:t>Cliquez pour éditer le format du texte-titre</a:t>
            </a:r>
            <a:endParaRPr b="0" lang="fr-FR" sz="4400" spc="-1" strike="noStrike">
              <a:solidFill>
                <a:schemeClr val="dk1"/>
              </a:solidFill>
              <a:latin typeface="Arial"/>
            </a:endParaRPr>
          </a:p>
        </p:txBody>
      </p:sp>
      <p:sp>
        <p:nvSpPr>
          <p:cNvPr id="20" name="PlaceHolder 2"/>
          <p:cNvSpPr>
            <a:spLocks noGrp="1"/>
          </p:cNvSpPr>
          <p:nvPr>
            <p:ph type="sldNum" idx="7"/>
          </p:nvPr>
        </p:nvSpPr>
        <p:spPr>
          <a:xfrm>
            <a:off x="8472600" y="4663080"/>
            <a:ext cx="546480" cy="391320"/>
          </a:xfrm>
          <a:prstGeom prst="rect">
            <a:avLst/>
          </a:prstGeom>
          <a:noFill/>
          <a:ln w="0">
            <a:noFill/>
          </a:ln>
        </p:spPr>
        <p:txBody>
          <a:bodyPr lIns="91440" rIns="91440" tIns="91440" bIns="91440" anchor="ctr">
            <a:noAutofit/>
          </a:bodyPr>
          <a:lstStyle>
            <a:lvl1pPr indent="0" algn="r" defTabSz="914400">
              <a:lnSpc>
                <a:spcPct val="100000"/>
              </a:lnSpc>
              <a:buNone/>
              <a:tabLst>
                <a:tab algn="l" pos="0"/>
              </a:tabLst>
              <a:defRPr b="0" lang="fr" sz="1000" spc="-1" strike="noStrike">
                <a:solidFill>
                  <a:schemeClr val="dk2"/>
                </a:solidFill>
                <a:latin typeface="Arial"/>
                <a:ea typeface="Arial"/>
              </a:defRPr>
            </a:lvl1pPr>
          </a:lstStyle>
          <a:p>
            <a:pPr indent="0" algn="r" defTabSz="914400">
              <a:lnSpc>
                <a:spcPct val="100000"/>
              </a:lnSpc>
              <a:buNone/>
              <a:tabLst>
                <a:tab algn="l" pos="0"/>
              </a:tabLst>
            </a:pPr>
            <a:fld id="{E68F33E6-1C62-45CE-B400-9C7EF47A99AD}" type="slidenum">
              <a:rPr b="0" lang="fr" sz="1000" spc="-1" strike="noStrike">
                <a:solidFill>
                  <a:schemeClr val="dk2"/>
                </a:solidFill>
                <a:latin typeface="Arial"/>
                <a:ea typeface="Arial"/>
              </a:rPr>
              <a:t>&lt;numéro&gt;</a:t>
            </a:fld>
            <a:endParaRPr b="0" lang="fr-FR"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2" name="PlaceHolder 1"/>
          <p:cNvSpPr>
            <a:spLocks noGrp="1"/>
          </p:cNvSpPr>
          <p:nvPr>
            <p:ph type="sldNum" idx="8"/>
          </p:nvPr>
        </p:nvSpPr>
        <p:spPr>
          <a:xfrm>
            <a:off x="8472600" y="4663080"/>
            <a:ext cx="546480" cy="391320"/>
          </a:xfrm>
          <a:prstGeom prst="rect">
            <a:avLst/>
          </a:prstGeom>
          <a:noFill/>
          <a:ln w="0">
            <a:noFill/>
          </a:ln>
        </p:spPr>
        <p:txBody>
          <a:bodyPr lIns="91440" rIns="91440" tIns="91440" bIns="91440" anchor="ctr">
            <a:noAutofit/>
          </a:bodyPr>
          <a:lstStyle>
            <a:lvl1pPr indent="0" algn="r" defTabSz="914400">
              <a:lnSpc>
                <a:spcPct val="100000"/>
              </a:lnSpc>
              <a:buNone/>
              <a:tabLst>
                <a:tab algn="l" pos="0"/>
              </a:tabLst>
              <a:defRPr b="0" lang="fr" sz="1000" spc="-1" strike="noStrike">
                <a:solidFill>
                  <a:schemeClr val="dk2"/>
                </a:solidFill>
                <a:latin typeface="Arial"/>
                <a:ea typeface="Arial"/>
              </a:defRPr>
            </a:lvl1pPr>
          </a:lstStyle>
          <a:p>
            <a:pPr indent="0" algn="r" defTabSz="914400">
              <a:lnSpc>
                <a:spcPct val="100000"/>
              </a:lnSpc>
              <a:buNone/>
              <a:tabLst>
                <a:tab algn="l" pos="0"/>
              </a:tabLst>
            </a:pPr>
            <a:fld id="{7F7D3E66-9629-44A2-ADAD-6318F42A0721}" type="slidenum">
              <a:rPr b="0" lang="fr" sz="1000" spc="-1" strike="noStrike">
                <a:solidFill>
                  <a:schemeClr val="dk2"/>
                </a:solidFill>
                <a:latin typeface="Arial"/>
                <a:ea typeface="Arial"/>
              </a:rPr>
              <a:t>&lt;numéro&gt;</a:t>
            </a:fld>
            <a:endParaRPr b="0" lang="fr-FR"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3" name="PlaceHolder 1"/>
          <p:cNvSpPr>
            <a:spLocks noGrp="1"/>
          </p:cNvSpPr>
          <p:nvPr>
            <p:ph type="sldNum" idx="9"/>
          </p:nvPr>
        </p:nvSpPr>
        <p:spPr>
          <a:xfrm>
            <a:off x="8472600" y="4663080"/>
            <a:ext cx="546480" cy="391320"/>
          </a:xfrm>
          <a:prstGeom prst="rect">
            <a:avLst/>
          </a:prstGeom>
          <a:noFill/>
          <a:ln w="0">
            <a:noFill/>
          </a:ln>
        </p:spPr>
        <p:txBody>
          <a:bodyPr lIns="91440" rIns="91440" tIns="91440" bIns="91440" anchor="ctr">
            <a:noAutofit/>
          </a:bodyPr>
          <a:lstStyle>
            <a:lvl1pPr indent="0" algn="r" defTabSz="914400">
              <a:lnSpc>
                <a:spcPct val="100000"/>
              </a:lnSpc>
              <a:buNone/>
              <a:tabLst>
                <a:tab algn="l" pos="0"/>
              </a:tabLst>
              <a:defRPr b="0" lang="fr" sz="1000" spc="-1" strike="noStrike">
                <a:solidFill>
                  <a:schemeClr val="dk2"/>
                </a:solidFill>
                <a:latin typeface="Arial"/>
                <a:ea typeface="Arial"/>
              </a:defRPr>
            </a:lvl1pPr>
          </a:lstStyle>
          <a:p>
            <a:pPr indent="0" algn="r" defTabSz="914400">
              <a:lnSpc>
                <a:spcPct val="100000"/>
              </a:lnSpc>
              <a:buNone/>
              <a:tabLst>
                <a:tab algn="l" pos="0"/>
              </a:tabLst>
            </a:pPr>
            <a:fld id="{83F72F19-5C7F-477A-99D9-19F2DB359003}" type="slidenum">
              <a:rPr b="0" lang="fr" sz="1000" spc="-1" strike="noStrike">
                <a:solidFill>
                  <a:schemeClr val="dk2"/>
                </a:solidFill>
                <a:latin typeface="Arial"/>
                <a:ea typeface="Arial"/>
              </a:rPr>
              <a:t>&lt;numéro&gt;</a:t>
            </a:fld>
            <a:endParaRPr b="0" lang="fr-FR"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4" name="Google Shape;36;p9"/>
          <p:cNvSpPr/>
          <p:nvPr/>
        </p:nvSpPr>
        <p:spPr>
          <a:xfrm>
            <a:off x="4572000" y="0"/>
            <a:ext cx="4569840" cy="5141520"/>
          </a:xfrm>
          <a:prstGeom prst="rect">
            <a:avLst/>
          </a:prstGeom>
          <a:solidFill>
            <a:schemeClr val="lt2"/>
          </a:solidFill>
          <a:ln w="0">
            <a:noFill/>
          </a:ln>
        </p:spPr>
        <p:style>
          <a:lnRef idx="0"/>
          <a:fillRef idx="0"/>
          <a:effectRef idx="0"/>
          <a:fontRef idx="minor"/>
        </p:style>
        <p:txBody>
          <a:bodyPr lIns="90000" rIns="90000" tIns="91440" bIns="91440" anchor="ctr">
            <a:noAutofit/>
          </a:bodyPr>
          <a:p>
            <a:pPr defTabSz="914400">
              <a:lnSpc>
                <a:spcPct val="100000"/>
              </a:lnSpc>
              <a:tabLst>
                <a:tab algn="l" pos="0"/>
              </a:tabLst>
            </a:pPr>
            <a:endParaRPr b="0" lang="fr-FR" sz="1400" spc="-1" strike="noStrike">
              <a:solidFill>
                <a:srgbClr val="000000"/>
              </a:solidFill>
              <a:latin typeface="Arial"/>
              <a:ea typeface="Arial"/>
            </a:endParaRPr>
          </a:p>
        </p:txBody>
      </p:sp>
      <p:sp>
        <p:nvSpPr>
          <p:cNvPr id="25" name="PlaceHolder 1"/>
          <p:cNvSpPr>
            <a:spLocks noGrp="1"/>
          </p:cNvSpPr>
          <p:nvPr>
            <p:ph type="sldNum" idx="10"/>
          </p:nvPr>
        </p:nvSpPr>
        <p:spPr>
          <a:xfrm>
            <a:off x="8472600" y="4663080"/>
            <a:ext cx="546480" cy="391320"/>
          </a:xfrm>
          <a:prstGeom prst="rect">
            <a:avLst/>
          </a:prstGeom>
          <a:noFill/>
          <a:ln w="0">
            <a:noFill/>
          </a:ln>
        </p:spPr>
        <p:txBody>
          <a:bodyPr lIns="91440" rIns="91440" tIns="91440" bIns="91440" anchor="ctr">
            <a:noAutofit/>
          </a:bodyPr>
          <a:lstStyle>
            <a:lvl1pPr indent="0" algn="r" defTabSz="914400">
              <a:lnSpc>
                <a:spcPct val="100000"/>
              </a:lnSpc>
              <a:buNone/>
              <a:tabLst>
                <a:tab algn="l" pos="0"/>
              </a:tabLst>
              <a:defRPr b="0" lang="fr" sz="1000" spc="-1" strike="noStrike">
                <a:solidFill>
                  <a:schemeClr val="dk2"/>
                </a:solidFill>
                <a:latin typeface="Arial"/>
                <a:ea typeface="Arial"/>
              </a:defRPr>
            </a:lvl1pPr>
          </a:lstStyle>
          <a:p>
            <a:pPr indent="0" algn="r" defTabSz="914400">
              <a:lnSpc>
                <a:spcPct val="100000"/>
              </a:lnSpc>
              <a:buNone/>
              <a:tabLst>
                <a:tab algn="l" pos="0"/>
              </a:tabLst>
            </a:pPr>
            <a:fld id="{871897E0-CE78-4811-AF60-7BB0513F0650}" type="slidenum">
              <a:rPr b="0" lang="fr" sz="1000" spc="-1" strike="noStrike">
                <a:solidFill>
                  <a:schemeClr val="dk2"/>
                </a:solidFill>
                <a:latin typeface="Arial"/>
                <a:ea typeface="Arial"/>
              </a:rPr>
              <a:t>&lt;numéro&gt;</a:t>
            </a:fld>
            <a:endParaRPr b="0" lang="fr-FR"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6" name="PlaceHolder 1"/>
          <p:cNvSpPr>
            <a:spLocks noGrp="1"/>
          </p:cNvSpPr>
          <p:nvPr>
            <p:ph type="sldNum" idx="11"/>
          </p:nvPr>
        </p:nvSpPr>
        <p:spPr>
          <a:xfrm>
            <a:off x="8472600" y="4663080"/>
            <a:ext cx="546480" cy="391320"/>
          </a:xfrm>
          <a:prstGeom prst="rect">
            <a:avLst/>
          </a:prstGeom>
          <a:noFill/>
          <a:ln w="0">
            <a:noFill/>
          </a:ln>
        </p:spPr>
        <p:txBody>
          <a:bodyPr lIns="91440" rIns="91440" tIns="91440" bIns="91440" anchor="ctr">
            <a:noAutofit/>
          </a:bodyPr>
          <a:lstStyle>
            <a:lvl1pPr indent="0" algn="r" defTabSz="914400">
              <a:lnSpc>
                <a:spcPct val="100000"/>
              </a:lnSpc>
              <a:buNone/>
              <a:tabLst>
                <a:tab algn="l" pos="0"/>
              </a:tabLst>
              <a:defRPr b="0" lang="fr" sz="1000" spc="-1" strike="noStrike">
                <a:solidFill>
                  <a:schemeClr val="dk2"/>
                </a:solidFill>
                <a:latin typeface="Arial"/>
                <a:ea typeface="Arial"/>
              </a:defRPr>
            </a:lvl1pPr>
          </a:lstStyle>
          <a:p>
            <a:pPr indent="0" algn="r" defTabSz="914400">
              <a:lnSpc>
                <a:spcPct val="100000"/>
              </a:lnSpc>
              <a:buNone/>
              <a:tabLst>
                <a:tab algn="l" pos="0"/>
              </a:tabLst>
            </a:pPr>
            <a:fld id="{98351FE2-9BB8-4988-B74A-821405362EB6}" type="slidenum">
              <a:rPr b="0" lang="fr" sz="1000" spc="-1" strike="noStrike">
                <a:solidFill>
                  <a:schemeClr val="dk2"/>
                </a:solidFill>
                <a:latin typeface="Arial"/>
                <a:ea typeface="Arial"/>
              </a:rPr>
              <a:t>&lt;numéro&gt;</a:t>
            </a:fld>
            <a:endParaRPr b="0" lang="fr-FR"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7" name="Google Shape;55;p14"/>
          <p:cNvSpPr/>
          <p:nvPr/>
        </p:nvSpPr>
        <p:spPr>
          <a:xfrm flipH="1" rot="10800000">
            <a:off x="0" y="2160"/>
            <a:ext cx="7966800" cy="4051080"/>
          </a:xfrm>
          <a:prstGeom prst="rtTriangle">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cxnSp>
        <p:nvCxnSpPr>
          <p:cNvPr id="28" name="Google Shape;56;p14"/>
          <p:cNvCxnSpPr/>
          <p:nvPr/>
        </p:nvCxnSpPr>
        <p:spPr>
          <a:xfrm flipV="1">
            <a:off x="0" y="0"/>
            <a:ext cx="4524840" cy="2255400"/>
          </a:xfrm>
          <a:prstGeom prst="straightConnector1">
            <a:avLst/>
          </a:prstGeom>
          <a:ln w="9525">
            <a:solidFill>
              <a:srgbClr val="a5a5a5"/>
            </a:solidFill>
            <a:miter/>
          </a:ln>
        </p:spPr>
      </p:cxnSp>
      <p:cxnSp>
        <p:nvCxnSpPr>
          <p:cNvPr id="29" name="Google Shape;58;p14"/>
          <p:cNvCxnSpPr/>
          <p:nvPr/>
        </p:nvCxnSpPr>
        <p:spPr>
          <a:xfrm flipV="1">
            <a:off x="6752880" y="2943000"/>
            <a:ext cx="2393280" cy="1269000"/>
          </a:xfrm>
          <a:prstGeom prst="straightConnector1">
            <a:avLst/>
          </a:prstGeom>
          <a:ln w="9525">
            <a:solidFill>
              <a:srgbClr val="ee9571"/>
            </a:solidFill>
            <a:miter/>
          </a:ln>
        </p:spPr>
      </p:cxnSp>
      <p:cxnSp>
        <p:nvCxnSpPr>
          <p:cNvPr id="30" name="Google Shape;61;p14"/>
          <p:cNvCxnSpPr/>
          <p:nvPr/>
        </p:nvCxnSpPr>
        <p:spPr>
          <a:xfrm flipV="1">
            <a:off x="-13320" y="3524760"/>
            <a:ext cx="1441800" cy="753120"/>
          </a:xfrm>
          <a:prstGeom prst="straightConnector1">
            <a:avLst/>
          </a:prstGeom>
          <a:ln w="9525">
            <a:solidFill>
              <a:srgbClr val="e26064"/>
            </a:solidFill>
            <a:miter/>
          </a:ln>
        </p:spPr>
      </p:cxnSp>
      <p:sp>
        <p:nvSpPr>
          <p:cNvPr id="31"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r>
              <a:rPr b="0" lang="fr-FR" sz="1800" spc="-1" strike="noStrike">
                <a:solidFill>
                  <a:schemeClr val="dk1"/>
                </a:solidFill>
                <a:latin typeface="Arial"/>
              </a:rPr>
              <a:t>Cliquez pour éditer le format du texte-titre</a:t>
            </a:r>
            <a:endParaRPr b="0" lang="fr-FR" sz="1800" spc="-1" strike="noStrike">
              <a:solidFill>
                <a:schemeClr val="dk1"/>
              </a:solidFill>
              <a:latin typeface="Arial"/>
            </a:endParaRPr>
          </a:p>
        </p:txBody>
      </p:sp>
      <p:sp>
        <p:nvSpPr>
          <p:cNvPr id="32" name="PlaceHolder 2"/>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fr-FR" sz="2800" spc="-1" strike="noStrike">
                <a:solidFill>
                  <a:schemeClr val="dk1"/>
                </a:solidFill>
                <a:latin typeface="Arial"/>
              </a:rPr>
              <a:t>Cliquez pour éditer le format du plan de texte</a:t>
            </a:r>
            <a:endParaRPr b="0" lang="fr-FR" sz="2800" spc="-1" strike="noStrike">
              <a:solidFill>
                <a:schemeClr val="dk1"/>
              </a:solidFill>
              <a:latin typeface="Arial"/>
            </a:endParaRPr>
          </a:p>
          <a:p>
            <a:pPr lvl="1" marL="864000" indent="-324000">
              <a:lnSpc>
                <a:spcPct val="90000"/>
              </a:lnSpc>
              <a:spcBef>
                <a:spcPts val="1134"/>
              </a:spcBef>
              <a:buClr>
                <a:srgbClr val="000000"/>
              </a:buClr>
              <a:buSzPct val="75000"/>
              <a:buFont typeface="Symbol" charset="2"/>
              <a:buChar char=""/>
            </a:pPr>
            <a:r>
              <a:rPr b="0" lang="fr-FR" sz="2000" spc="-1" strike="noStrike">
                <a:solidFill>
                  <a:schemeClr val="dk1"/>
                </a:solidFill>
                <a:latin typeface="Arial"/>
              </a:rPr>
              <a:t>Second niveau de plan</a:t>
            </a:r>
            <a:endParaRPr b="0" lang="fr-FR" sz="2000" spc="-1" strike="noStrike">
              <a:solidFill>
                <a:schemeClr val="dk1"/>
              </a:solidFill>
              <a:latin typeface="Arial"/>
            </a:endParaRPr>
          </a:p>
          <a:p>
            <a:pPr lvl="2" marL="1296000" indent="-288000">
              <a:lnSpc>
                <a:spcPct val="90000"/>
              </a:lnSpc>
              <a:spcBef>
                <a:spcPts val="850"/>
              </a:spcBef>
              <a:buClr>
                <a:srgbClr val="000000"/>
              </a:buClr>
              <a:buSzPct val="45000"/>
              <a:buFont typeface="Wingdings" charset="2"/>
              <a:buChar char=""/>
            </a:pPr>
            <a:r>
              <a:rPr b="0" lang="fr-FR" sz="1800" spc="-1" strike="noStrike">
                <a:solidFill>
                  <a:schemeClr val="dk1"/>
                </a:solidFill>
                <a:latin typeface="Arial"/>
              </a:rPr>
              <a:t>Troisième niveau de plan</a:t>
            </a:r>
            <a:endParaRPr b="0" lang="fr-FR" sz="1800" spc="-1" strike="noStrike">
              <a:solidFill>
                <a:schemeClr val="dk1"/>
              </a:solidFill>
              <a:latin typeface="Arial"/>
            </a:endParaRPr>
          </a:p>
          <a:p>
            <a:pPr lvl="3" marL="1728000" indent="-216000">
              <a:lnSpc>
                <a:spcPct val="90000"/>
              </a:lnSpc>
              <a:spcBef>
                <a:spcPts val="567"/>
              </a:spcBef>
              <a:buClr>
                <a:srgbClr val="000000"/>
              </a:buClr>
              <a:buSzPct val="75000"/>
              <a:buFont typeface="Symbol" charset="2"/>
              <a:buChar char=""/>
            </a:pPr>
            <a:r>
              <a:rPr b="0" lang="fr-FR" sz="1800" spc="-1" strike="noStrike">
                <a:solidFill>
                  <a:schemeClr val="dk1"/>
                </a:solidFill>
                <a:latin typeface="Arial"/>
              </a:rPr>
              <a:t>Quatrième niveau de plan</a:t>
            </a:r>
            <a:endParaRPr b="0" lang="fr-FR" sz="1800" spc="-1" strike="noStrike">
              <a:solidFill>
                <a:schemeClr val="dk1"/>
              </a:solidFill>
              <a:latin typeface="Arial"/>
            </a:endParaRPr>
          </a:p>
          <a:p>
            <a:pPr lvl="4" marL="2160000" indent="-216000">
              <a:lnSpc>
                <a:spcPct val="90000"/>
              </a:lnSpc>
              <a:spcBef>
                <a:spcPts val="283"/>
              </a:spcBef>
              <a:buClr>
                <a:srgbClr val="000000"/>
              </a:buClr>
              <a:buSzPct val="45000"/>
              <a:buFont typeface="Wingdings" charset="2"/>
              <a:buChar char=""/>
            </a:pPr>
            <a:r>
              <a:rPr b="0" lang="fr-FR" sz="2000" spc="-1" strike="noStrike">
                <a:solidFill>
                  <a:schemeClr val="dk1"/>
                </a:solidFill>
                <a:latin typeface="Arial"/>
              </a:rPr>
              <a:t>Cinquième niveau de plan</a:t>
            </a:r>
            <a:endParaRPr b="0" lang="fr-FR" sz="2000" spc="-1" strike="noStrike">
              <a:solidFill>
                <a:schemeClr val="dk1"/>
              </a:solidFill>
              <a:latin typeface="Arial"/>
            </a:endParaRPr>
          </a:p>
          <a:p>
            <a:pPr lvl="5" marL="2592000" indent="-216000">
              <a:lnSpc>
                <a:spcPct val="90000"/>
              </a:lnSpc>
              <a:spcBef>
                <a:spcPts val="283"/>
              </a:spcBef>
              <a:buClr>
                <a:srgbClr val="000000"/>
              </a:buClr>
              <a:buSzPct val="45000"/>
              <a:buFont typeface="Wingdings" charset="2"/>
              <a:buChar char=""/>
            </a:pPr>
            <a:r>
              <a:rPr b="0" lang="fr-FR" sz="2000" spc="-1" strike="noStrike">
                <a:solidFill>
                  <a:schemeClr val="dk1"/>
                </a:solidFill>
                <a:latin typeface="Arial"/>
              </a:rPr>
              <a:t>Sixième niveau de plan</a:t>
            </a:r>
            <a:endParaRPr b="0" lang="fr-FR" sz="2000" spc="-1" strike="noStrike">
              <a:solidFill>
                <a:schemeClr val="dk1"/>
              </a:solidFill>
              <a:latin typeface="Arial"/>
            </a:endParaRPr>
          </a:p>
          <a:p>
            <a:pPr lvl="6" marL="3024000" indent="-216000">
              <a:lnSpc>
                <a:spcPct val="90000"/>
              </a:lnSpc>
              <a:spcBef>
                <a:spcPts val="283"/>
              </a:spcBef>
              <a:buClr>
                <a:srgbClr val="000000"/>
              </a:buClr>
              <a:buSzPct val="45000"/>
              <a:buFont typeface="Wingdings" charset="2"/>
              <a:buChar char=""/>
            </a:pPr>
            <a:r>
              <a:rPr b="0" lang="fr-FR" sz="2000" spc="-1" strike="noStrike">
                <a:solidFill>
                  <a:schemeClr val="dk1"/>
                </a:solidFill>
                <a:latin typeface="Arial"/>
              </a:rPr>
              <a:t>Septième niveau de plan</a:t>
            </a:r>
            <a:endParaRPr b="0" lang="fr-FR" sz="2000" spc="-1" strike="noStrike">
              <a:solidFill>
                <a:schemeClr val="dk1"/>
              </a:solidFill>
              <a:latin typeface="Arial"/>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33" name="Google Shape;154;p23"/>
          <p:cNvSpPr/>
          <p:nvPr/>
        </p:nvSpPr>
        <p:spPr>
          <a:xfrm flipH="1" rot="10800000">
            <a:off x="0" y="2160"/>
            <a:ext cx="7966800" cy="4051080"/>
          </a:xfrm>
          <a:prstGeom prst="rtTriangle">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cxnSp>
        <p:nvCxnSpPr>
          <p:cNvPr id="34" name="Google Shape;155;p23"/>
          <p:cNvCxnSpPr/>
          <p:nvPr/>
        </p:nvCxnSpPr>
        <p:spPr>
          <a:xfrm flipV="1">
            <a:off x="0" y="0"/>
            <a:ext cx="4524840" cy="2255400"/>
          </a:xfrm>
          <a:prstGeom prst="straightConnector1">
            <a:avLst/>
          </a:prstGeom>
          <a:ln w="9525">
            <a:solidFill>
              <a:srgbClr val="a5a5a5"/>
            </a:solidFill>
            <a:miter/>
          </a:ln>
        </p:spPr>
      </p:cxnSp>
      <p:cxnSp>
        <p:nvCxnSpPr>
          <p:cNvPr id="35" name="Google Shape;156;p23"/>
          <p:cNvCxnSpPr/>
          <p:nvPr/>
        </p:nvCxnSpPr>
        <p:spPr>
          <a:xfrm flipV="1">
            <a:off x="6752880" y="2943000"/>
            <a:ext cx="2393280" cy="1269000"/>
          </a:xfrm>
          <a:prstGeom prst="straightConnector1">
            <a:avLst/>
          </a:prstGeom>
          <a:ln w="9525">
            <a:solidFill>
              <a:srgbClr val="eab200"/>
            </a:solidFill>
            <a:miter/>
          </a:ln>
        </p:spPr>
      </p:cxnSp>
      <p:cxnSp>
        <p:nvCxnSpPr>
          <p:cNvPr id="36" name="Google Shape;159;p23"/>
          <p:cNvCxnSpPr/>
          <p:nvPr/>
        </p:nvCxnSpPr>
        <p:spPr>
          <a:xfrm flipV="1">
            <a:off x="-13320" y="3524760"/>
            <a:ext cx="1441800" cy="753120"/>
          </a:xfrm>
          <a:prstGeom prst="straightConnector1">
            <a:avLst/>
          </a:prstGeom>
          <a:ln w="9525">
            <a:solidFill>
              <a:srgbClr val="00194c"/>
            </a:solidFill>
            <a:miter/>
          </a:ln>
        </p:spPr>
      </p:cxnSp>
    </p:spTree>
  </p:cSld>
  <p:clrMap bg1="lt1" bg2="lt2" tx1="dk1" tx2="dk2" accent1="accent1" accent2="accent2" accent3="accent3" accent4="accent4" accent5="accent5" accent6="accent6" hlink="hlink" folHlink="folHlink"/>
  <p:sldLayoutIdLst>
    <p:sldLayoutId id="2147483673" r:id="rId2"/>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37" name="Google Shape;161;p24"/>
          <p:cNvSpPr/>
          <p:nvPr/>
        </p:nvSpPr>
        <p:spPr>
          <a:xfrm flipH="1" rot="10800000">
            <a:off x="0" y="2160"/>
            <a:ext cx="7966800" cy="4051080"/>
          </a:xfrm>
          <a:prstGeom prst="rtTriangle">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sp>
        <p:nvSpPr>
          <p:cNvPr id="38" name="Google Shape;162;p24"/>
          <p:cNvSpPr/>
          <p:nvPr/>
        </p:nvSpPr>
        <p:spPr>
          <a:xfrm rot="19959000">
            <a:off x="-477360" y="2690280"/>
            <a:ext cx="2892960" cy="1307880"/>
          </a:xfrm>
          <a:prstGeom prst="parallelogram">
            <a:avLst>
              <a:gd name="adj" fmla="val 53218"/>
            </a:avLst>
          </a:prstGeom>
          <a:solidFill>
            <a:schemeClr val="accent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cxnSp>
        <p:nvCxnSpPr>
          <p:cNvPr id="39" name="Google Shape;163;p24"/>
          <p:cNvCxnSpPr/>
          <p:nvPr/>
        </p:nvCxnSpPr>
        <p:spPr>
          <a:xfrm flipV="1">
            <a:off x="0" y="757440"/>
            <a:ext cx="1341000" cy="682560"/>
          </a:xfrm>
          <a:prstGeom prst="straightConnector1">
            <a:avLst/>
          </a:prstGeom>
          <a:ln w="9525">
            <a:solidFill>
              <a:srgbClr val="a5a5a5"/>
            </a:solidFill>
            <a:miter/>
          </a:ln>
        </p:spPr>
      </p:cxnSp>
      <p:cxnSp>
        <p:nvCxnSpPr>
          <p:cNvPr id="40" name="Google Shape;166;p24"/>
          <p:cNvCxnSpPr/>
          <p:nvPr/>
        </p:nvCxnSpPr>
        <p:spPr>
          <a:xfrm flipV="1">
            <a:off x="6752880" y="2943000"/>
            <a:ext cx="2393280" cy="1269000"/>
          </a:xfrm>
          <a:prstGeom prst="straightConnector1">
            <a:avLst/>
          </a:prstGeom>
          <a:ln w="9525">
            <a:solidFill>
              <a:srgbClr val="eab200"/>
            </a:solidFill>
            <a:miter/>
          </a:ln>
        </p:spPr>
      </p:cxnSp>
      <p:sp>
        <p:nvSpPr>
          <p:cNvPr id="41" name="Google Shape;167;p24"/>
          <p:cNvSpPr/>
          <p:nvPr/>
        </p:nvSpPr>
        <p:spPr>
          <a:xfrm>
            <a:off x="5815440" y="0"/>
            <a:ext cx="1691640" cy="555120"/>
          </a:xfrm>
          <a:prstGeom prst="parallelogram">
            <a:avLst>
              <a:gd name="adj" fmla="val 195850"/>
            </a:avLst>
          </a:prstGeom>
          <a:solidFill>
            <a:schemeClr val="accent6"/>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cxnSp>
        <p:nvCxnSpPr>
          <p:cNvPr id="42" name="Google Shape;168;p24"/>
          <p:cNvCxnSpPr/>
          <p:nvPr/>
        </p:nvCxnSpPr>
        <p:spPr>
          <a:xfrm flipV="1">
            <a:off x="0" y="306360"/>
            <a:ext cx="4948560" cy="2554560"/>
          </a:xfrm>
          <a:prstGeom prst="straightConnector1">
            <a:avLst/>
          </a:prstGeom>
          <a:ln w="9525">
            <a:solidFill>
              <a:srgbClr val="a5a5a5"/>
            </a:solidFill>
            <a:miter/>
          </a:ln>
        </p:spPr>
      </p:cxnSp>
      <p:cxnSp>
        <p:nvCxnSpPr>
          <p:cNvPr id="43" name="Google Shape;169;p24"/>
          <p:cNvCxnSpPr/>
          <p:nvPr/>
        </p:nvCxnSpPr>
        <p:spPr>
          <a:xfrm flipV="1">
            <a:off x="-13320" y="3949920"/>
            <a:ext cx="1441800" cy="753120"/>
          </a:xfrm>
          <a:prstGeom prst="straightConnector1">
            <a:avLst/>
          </a:prstGeom>
          <a:ln w="9525">
            <a:solidFill>
              <a:srgbClr val="00194c"/>
            </a:solidFill>
            <a:miter/>
          </a:ln>
        </p:spPr>
      </p:cxnSp>
      <p:sp>
        <p:nvSpPr>
          <p:cNvPr id="44" name="Google Shape;170;p24"/>
          <p:cNvSpPr/>
          <p:nvPr/>
        </p:nvSpPr>
        <p:spPr>
          <a:xfrm rot="19959000">
            <a:off x="-103320" y="2554920"/>
            <a:ext cx="1076760" cy="175320"/>
          </a:xfrm>
          <a:prstGeom prst="parallelogram">
            <a:avLst>
              <a:gd name="adj" fmla="val 53218"/>
            </a:avLst>
          </a:prstGeom>
          <a:solidFill>
            <a:schemeClr val="lt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spTree>
  </p:cSld>
  <p:clrMap bg1="lt1" bg2="lt2" tx1="dk1" tx2="dk2" accent1="accent1" accent2="accent2" accent3="accent3" accent4="accent4" accent5="accent5" accent6="accent6" hlink="hlink" folHlink="folHlink"/>
  <p:sldLayoutIdLst>
    <p:sldLayoutId id="2147483675" r:id="rId2"/>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cxnSp>
        <p:nvCxnSpPr>
          <p:cNvPr id="45" name="Google Shape;172;p25"/>
          <p:cNvCxnSpPr/>
          <p:nvPr/>
        </p:nvCxnSpPr>
        <p:spPr>
          <a:xfrm flipH="1" flipV="1">
            <a:off x="-6840" y="2725200"/>
            <a:ext cx="1436400" cy="1181880"/>
          </a:xfrm>
          <a:prstGeom prst="straightConnector1">
            <a:avLst/>
          </a:prstGeom>
          <a:ln w="9525">
            <a:solidFill>
              <a:srgbClr val="eab200"/>
            </a:solidFill>
            <a:miter/>
          </a:ln>
        </p:spPr>
      </p:cxnSp>
      <p:grpSp>
        <p:nvGrpSpPr>
          <p:cNvPr id="46" name="Google Shape;173;p25"/>
          <p:cNvGrpSpPr/>
          <p:nvPr/>
        </p:nvGrpSpPr>
        <p:grpSpPr>
          <a:xfrm>
            <a:off x="5668920" y="0"/>
            <a:ext cx="3571920" cy="2653560"/>
            <a:chOff x="5668920" y="0"/>
            <a:chExt cx="3571920" cy="2653560"/>
          </a:xfrm>
        </p:grpSpPr>
        <p:sp>
          <p:nvSpPr>
            <p:cNvPr id="47" name="Google Shape;174;p25"/>
            <p:cNvSpPr/>
            <p:nvPr/>
          </p:nvSpPr>
          <p:spPr>
            <a:xfrm flipH="1">
              <a:off x="5668920" y="0"/>
              <a:ext cx="3477600" cy="2653560"/>
            </a:xfrm>
            <a:prstGeom prst="diagStripe">
              <a:avLst>
                <a:gd name="adj" fmla="val 51202"/>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dk1"/>
                </a:solidFill>
                <a:latin typeface="Calibri"/>
                <a:ea typeface="Calibri"/>
              </a:endParaRPr>
            </a:p>
          </p:txBody>
        </p:sp>
        <p:cxnSp>
          <p:nvCxnSpPr>
            <p:cNvPr id="48" name="Google Shape;175;p25"/>
            <p:cNvCxnSpPr/>
            <p:nvPr/>
          </p:nvCxnSpPr>
          <p:spPr>
            <a:xfrm flipH="1" flipV="1">
              <a:off x="7144560" y="0"/>
              <a:ext cx="933120" cy="725040"/>
            </a:xfrm>
            <a:prstGeom prst="straightConnector1">
              <a:avLst/>
            </a:prstGeom>
            <a:ln w="9525">
              <a:solidFill>
                <a:srgbClr val="bfbfbf"/>
              </a:solidFill>
              <a:miter/>
            </a:ln>
          </p:spPr>
        </p:cxnSp>
        <p:sp>
          <p:nvSpPr>
            <p:cNvPr id="49" name="Google Shape;176;p25"/>
            <p:cNvSpPr/>
            <p:nvPr/>
          </p:nvSpPr>
          <p:spPr>
            <a:xfrm flipH="1" rot="2178600">
              <a:off x="8275320" y="899640"/>
              <a:ext cx="1013760" cy="167760"/>
            </a:xfrm>
            <a:prstGeom prst="parallelogram">
              <a:avLst>
                <a:gd name="adj" fmla="val 72003"/>
              </a:avLst>
            </a:prstGeom>
            <a:solidFill>
              <a:schemeClr val="accent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grpSp>
      <p:sp>
        <p:nvSpPr>
          <p:cNvPr id="50" name="Google Shape;177;p25"/>
          <p:cNvSpPr/>
          <p:nvPr/>
        </p:nvSpPr>
        <p:spPr>
          <a:xfrm>
            <a:off x="8304120" y="176760"/>
            <a:ext cx="608760" cy="464040"/>
          </a:xfrm>
          <a:prstGeom prst="rect">
            <a:avLst/>
          </a:prstGeom>
          <a:noFill/>
          <a:ln w="0">
            <a:noFill/>
          </a:ln>
        </p:spPr>
        <p:style>
          <a:lnRef idx="0"/>
          <a:fillRef idx="0"/>
          <a:effectRef idx="0"/>
          <a:fontRef idx="minor"/>
        </p:style>
        <p:txBody>
          <a:bodyPr lIns="68400" rIns="68400" tIns="34200" bIns="34200" anchor="t">
            <a:spAutoFit/>
          </a:bodyPr>
          <a:p>
            <a:pPr defTabSz="914400">
              <a:lnSpc>
                <a:spcPct val="100000"/>
              </a:lnSpc>
              <a:tabLst>
                <a:tab algn="l" pos="0"/>
              </a:tabLst>
            </a:pPr>
            <a:r>
              <a:rPr b="1" lang="fr" sz="2600" spc="-1" strike="noStrike">
                <a:solidFill>
                  <a:schemeClr val="accent6"/>
                </a:solidFill>
                <a:latin typeface="Arial Black"/>
                <a:ea typeface="Arial Black"/>
              </a:rPr>
              <a:t>FR</a:t>
            </a:r>
            <a:endParaRPr b="0" lang="fr-FR" sz="2600" spc="-1" strike="noStrike">
              <a:solidFill>
                <a:srgbClr val="000000"/>
              </a:solidFill>
              <a:latin typeface="Arial"/>
            </a:endParaRPr>
          </a:p>
        </p:txBody>
      </p:sp>
      <p:sp>
        <p:nvSpPr>
          <p:cNvPr id="51" name="Google Shape;178;p25"/>
          <p:cNvSpPr/>
          <p:nvPr/>
        </p:nvSpPr>
        <p:spPr>
          <a:xfrm flipH="1">
            <a:off x="5007600" y="0"/>
            <a:ext cx="1083600" cy="477000"/>
          </a:xfrm>
          <a:prstGeom prst="parallelogram">
            <a:avLst>
              <a:gd name="adj" fmla="val 135617"/>
            </a:avLst>
          </a:prstGeom>
          <a:solidFill>
            <a:schemeClr val="accent6"/>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sp>
        <p:nvSpPr>
          <p:cNvPr id="52" name="PlaceHolder 1"/>
          <p:cNvSpPr>
            <a:spLocks noGrp="1"/>
          </p:cNvSpPr>
          <p:nvPr>
            <p:ph type="ftr" idx="12"/>
          </p:nvPr>
        </p:nvSpPr>
        <p:spPr>
          <a:xfrm>
            <a:off x="253800" y="4767120"/>
            <a:ext cx="3084120" cy="271800"/>
          </a:xfrm>
          <a:prstGeom prst="rect">
            <a:avLst/>
          </a:prstGeom>
          <a:noFill/>
          <a:ln w="0">
            <a:noFill/>
          </a:ln>
        </p:spPr>
        <p:txBody>
          <a:bodyPr lIns="68400" rIns="68400" tIns="34200" bIns="34200" anchor="ctr">
            <a:noAutofit/>
          </a:bodyPr>
          <a:lstStyle>
            <a:lvl1pPr indent="0" algn="ctr" defTabSz="914400">
              <a:lnSpc>
                <a:spcPct val="100000"/>
              </a:lnSpc>
              <a:buNone/>
              <a:tabLst>
                <a:tab algn="l" pos="0"/>
              </a:tabLst>
              <a:defRPr b="0" lang="fr-FR" sz="1400" spc="-1" strike="noStrike">
                <a:solidFill>
                  <a:srgbClr val="000000"/>
                </a:solidFill>
                <a:latin typeface="Times New Roman"/>
              </a:defRPr>
            </a:lvl1pPr>
          </a:lstStyle>
          <a:p>
            <a:pPr indent="0" algn="ctr" defTabSz="914400">
              <a:lnSpc>
                <a:spcPct val="100000"/>
              </a:lnSpc>
              <a:buNone/>
              <a:tabLst>
                <a:tab algn="l" pos="0"/>
              </a:tabLst>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53" name="PlaceHolder 2"/>
          <p:cNvSpPr>
            <a:spLocks noGrp="1"/>
          </p:cNvSpPr>
          <p:nvPr>
            <p:ph type="sldNum" idx="13"/>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chemeClr val="lt2"/>
                </a:solidFill>
                <a:latin typeface="Calibri"/>
                <a:ea typeface="Calibri"/>
              </a:defRPr>
            </a:lvl1pPr>
          </a:lstStyle>
          <a:p>
            <a:pPr indent="0" algn="r" defTabSz="914400">
              <a:lnSpc>
                <a:spcPct val="100000"/>
              </a:lnSpc>
              <a:buNone/>
              <a:tabLst>
                <a:tab algn="l" pos="0"/>
              </a:tabLst>
            </a:pPr>
            <a:fld id="{5138D113-91A8-4474-B003-293B45301F8D}" type="slidenum">
              <a:rPr b="0" lang="fr" sz="900" spc="-1" strike="noStrike">
                <a:solidFill>
                  <a:schemeClr val="lt2"/>
                </a:solidFill>
                <a:latin typeface="Calibri"/>
                <a:ea typeface="Calibri"/>
              </a:rPr>
              <a:t>&lt;numéro&gt;</a:t>
            </a:fld>
            <a:endParaRPr b="0" lang="fr-FR"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7" r:id="rId2"/>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cxnSp>
        <p:nvCxnSpPr>
          <p:cNvPr id="54" name="Google Shape;184;p26"/>
          <p:cNvCxnSpPr/>
          <p:nvPr/>
        </p:nvCxnSpPr>
        <p:spPr>
          <a:xfrm flipH="1" flipV="1">
            <a:off x="-6840" y="2725200"/>
            <a:ext cx="1436400" cy="1181880"/>
          </a:xfrm>
          <a:prstGeom prst="straightConnector1">
            <a:avLst/>
          </a:prstGeom>
          <a:ln w="9525">
            <a:solidFill>
              <a:srgbClr val="eab200"/>
            </a:solidFill>
            <a:miter/>
          </a:ln>
        </p:spPr>
      </p:cxnSp>
      <p:grpSp>
        <p:nvGrpSpPr>
          <p:cNvPr id="55" name="Google Shape;185;p26"/>
          <p:cNvGrpSpPr/>
          <p:nvPr/>
        </p:nvGrpSpPr>
        <p:grpSpPr>
          <a:xfrm>
            <a:off x="5668920" y="0"/>
            <a:ext cx="3571920" cy="2653560"/>
            <a:chOff x="5668920" y="0"/>
            <a:chExt cx="3571920" cy="2653560"/>
          </a:xfrm>
        </p:grpSpPr>
        <p:sp>
          <p:nvSpPr>
            <p:cNvPr id="56" name="Google Shape;186;p26"/>
            <p:cNvSpPr/>
            <p:nvPr/>
          </p:nvSpPr>
          <p:spPr>
            <a:xfrm flipH="1">
              <a:off x="5668920" y="0"/>
              <a:ext cx="3477600" cy="2653560"/>
            </a:xfrm>
            <a:prstGeom prst="diagStripe">
              <a:avLst>
                <a:gd name="adj" fmla="val 51202"/>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dk1"/>
                </a:solidFill>
                <a:latin typeface="Calibri"/>
                <a:ea typeface="Calibri"/>
              </a:endParaRPr>
            </a:p>
          </p:txBody>
        </p:sp>
        <p:cxnSp>
          <p:nvCxnSpPr>
            <p:cNvPr id="57" name="Google Shape;187;p26"/>
            <p:cNvCxnSpPr/>
            <p:nvPr/>
          </p:nvCxnSpPr>
          <p:spPr>
            <a:xfrm flipH="1" flipV="1">
              <a:off x="7144560" y="0"/>
              <a:ext cx="933120" cy="725040"/>
            </a:xfrm>
            <a:prstGeom prst="straightConnector1">
              <a:avLst/>
            </a:prstGeom>
            <a:ln w="9525">
              <a:solidFill>
                <a:srgbClr val="bfbfbf"/>
              </a:solidFill>
              <a:miter/>
            </a:ln>
          </p:spPr>
        </p:cxnSp>
        <p:sp>
          <p:nvSpPr>
            <p:cNvPr id="58" name="Google Shape;188;p26"/>
            <p:cNvSpPr/>
            <p:nvPr/>
          </p:nvSpPr>
          <p:spPr>
            <a:xfrm flipH="1" rot="2178600">
              <a:off x="8275320" y="899640"/>
              <a:ext cx="1013760" cy="167760"/>
            </a:xfrm>
            <a:prstGeom prst="parallelogram">
              <a:avLst>
                <a:gd name="adj" fmla="val 72003"/>
              </a:avLst>
            </a:prstGeom>
            <a:solidFill>
              <a:schemeClr val="accent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grpSp>
      <p:sp>
        <p:nvSpPr>
          <p:cNvPr id="59" name="Google Shape;189;p26"/>
          <p:cNvSpPr/>
          <p:nvPr/>
        </p:nvSpPr>
        <p:spPr>
          <a:xfrm>
            <a:off x="8304120" y="176760"/>
            <a:ext cx="608760" cy="464040"/>
          </a:xfrm>
          <a:prstGeom prst="rect">
            <a:avLst/>
          </a:prstGeom>
          <a:noFill/>
          <a:ln w="0">
            <a:noFill/>
          </a:ln>
        </p:spPr>
        <p:style>
          <a:lnRef idx="0"/>
          <a:fillRef idx="0"/>
          <a:effectRef idx="0"/>
          <a:fontRef idx="minor"/>
        </p:style>
        <p:txBody>
          <a:bodyPr lIns="68400" rIns="68400" tIns="34200" bIns="34200" anchor="t">
            <a:spAutoFit/>
          </a:bodyPr>
          <a:p>
            <a:pPr defTabSz="914400">
              <a:lnSpc>
                <a:spcPct val="100000"/>
              </a:lnSpc>
              <a:tabLst>
                <a:tab algn="l" pos="0"/>
              </a:tabLst>
            </a:pPr>
            <a:r>
              <a:rPr b="1" lang="fr" sz="2600" spc="-1" strike="noStrike">
                <a:solidFill>
                  <a:schemeClr val="accent6"/>
                </a:solidFill>
                <a:latin typeface="Arial Black"/>
                <a:ea typeface="Arial Black"/>
              </a:rPr>
              <a:t>FR</a:t>
            </a:r>
            <a:endParaRPr b="0" lang="fr-FR" sz="2600" spc="-1" strike="noStrike">
              <a:solidFill>
                <a:srgbClr val="000000"/>
              </a:solidFill>
              <a:latin typeface="Arial"/>
            </a:endParaRPr>
          </a:p>
        </p:txBody>
      </p:sp>
      <p:sp>
        <p:nvSpPr>
          <p:cNvPr id="60" name="Google Shape;190;p26"/>
          <p:cNvSpPr/>
          <p:nvPr/>
        </p:nvSpPr>
        <p:spPr>
          <a:xfrm flipH="1">
            <a:off x="5007600" y="0"/>
            <a:ext cx="1083600" cy="477000"/>
          </a:xfrm>
          <a:prstGeom prst="parallelogram">
            <a:avLst>
              <a:gd name="adj" fmla="val 135617"/>
            </a:avLst>
          </a:prstGeom>
          <a:solidFill>
            <a:schemeClr val="accent6"/>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sp>
        <p:nvSpPr>
          <p:cNvPr id="61" name="PlaceHolder 1"/>
          <p:cNvSpPr>
            <a:spLocks noGrp="1"/>
          </p:cNvSpPr>
          <p:nvPr>
            <p:ph type="ftr" idx="14"/>
          </p:nvPr>
        </p:nvSpPr>
        <p:spPr>
          <a:xfrm>
            <a:off x="253800" y="4767120"/>
            <a:ext cx="3084120" cy="271800"/>
          </a:xfrm>
          <a:prstGeom prst="rect">
            <a:avLst/>
          </a:prstGeom>
          <a:noFill/>
          <a:ln w="0">
            <a:noFill/>
          </a:ln>
        </p:spPr>
        <p:txBody>
          <a:bodyPr lIns="68400" rIns="68400" tIns="34200" bIns="34200" anchor="ctr">
            <a:noAutofit/>
          </a:bodyPr>
          <a:lstStyle>
            <a:lvl1pPr indent="0" algn="ctr" defTabSz="914400">
              <a:lnSpc>
                <a:spcPct val="100000"/>
              </a:lnSpc>
              <a:buNone/>
              <a:tabLst>
                <a:tab algn="l" pos="0"/>
              </a:tabLst>
              <a:defRPr b="0" lang="fr-FR" sz="1400" spc="-1" strike="noStrike">
                <a:solidFill>
                  <a:srgbClr val="000000"/>
                </a:solidFill>
                <a:latin typeface="Times New Roman"/>
              </a:defRPr>
            </a:lvl1pPr>
          </a:lstStyle>
          <a:p>
            <a:pPr indent="0" algn="ctr" defTabSz="914400">
              <a:lnSpc>
                <a:spcPct val="100000"/>
              </a:lnSpc>
              <a:buNone/>
              <a:tabLst>
                <a:tab algn="l" pos="0"/>
              </a:tabLst>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62" name="PlaceHolder 2"/>
          <p:cNvSpPr>
            <a:spLocks noGrp="1"/>
          </p:cNvSpPr>
          <p:nvPr>
            <p:ph type="sldNum" idx="15"/>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chemeClr val="lt2"/>
                </a:solidFill>
                <a:latin typeface="Calibri"/>
                <a:ea typeface="Calibri"/>
              </a:defRPr>
            </a:lvl1pPr>
          </a:lstStyle>
          <a:p>
            <a:pPr indent="0" algn="r" defTabSz="914400">
              <a:lnSpc>
                <a:spcPct val="100000"/>
              </a:lnSpc>
              <a:buNone/>
              <a:tabLst>
                <a:tab algn="l" pos="0"/>
              </a:tabLst>
            </a:pPr>
            <a:fld id="{3A11D0C5-D3F4-4662-B3D7-F8A65F3701C9}" type="slidenum">
              <a:rPr b="0" lang="fr" sz="900" spc="-1" strike="noStrike">
                <a:solidFill>
                  <a:schemeClr val="lt2"/>
                </a:solidFill>
                <a:latin typeface="Calibri"/>
                <a:ea typeface="Calibri"/>
              </a:rPr>
              <a:t>&lt;numéro&gt;</a:t>
            </a:fld>
            <a:endParaRPr b="0" lang="fr-FR"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9" r:id="rId2"/>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cxnSp>
        <p:nvCxnSpPr>
          <p:cNvPr id="63" name="Google Shape;197;p27"/>
          <p:cNvCxnSpPr/>
          <p:nvPr/>
        </p:nvCxnSpPr>
        <p:spPr>
          <a:xfrm flipH="1" flipV="1">
            <a:off x="-6840" y="2725200"/>
            <a:ext cx="1436400" cy="1181880"/>
          </a:xfrm>
          <a:prstGeom prst="straightConnector1">
            <a:avLst/>
          </a:prstGeom>
          <a:ln w="9525">
            <a:solidFill>
              <a:srgbClr val="eab200"/>
            </a:solidFill>
            <a:miter/>
          </a:ln>
        </p:spPr>
      </p:cxnSp>
      <p:grpSp>
        <p:nvGrpSpPr>
          <p:cNvPr id="64" name="Google Shape;198;p27"/>
          <p:cNvGrpSpPr/>
          <p:nvPr/>
        </p:nvGrpSpPr>
        <p:grpSpPr>
          <a:xfrm>
            <a:off x="5668920" y="0"/>
            <a:ext cx="3571920" cy="2653560"/>
            <a:chOff x="5668920" y="0"/>
            <a:chExt cx="3571920" cy="2653560"/>
          </a:xfrm>
        </p:grpSpPr>
        <p:sp>
          <p:nvSpPr>
            <p:cNvPr id="65" name="Google Shape;199;p27"/>
            <p:cNvSpPr/>
            <p:nvPr/>
          </p:nvSpPr>
          <p:spPr>
            <a:xfrm flipH="1">
              <a:off x="5668920" y="0"/>
              <a:ext cx="3477600" cy="2653560"/>
            </a:xfrm>
            <a:prstGeom prst="diagStripe">
              <a:avLst>
                <a:gd name="adj" fmla="val 51202"/>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dk1"/>
                </a:solidFill>
                <a:latin typeface="Calibri"/>
                <a:ea typeface="Calibri"/>
              </a:endParaRPr>
            </a:p>
          </p:txBody>
        </p:sp>
        <p:cxnSp>
          <p:nvCxnSpPr>
            <p:cNvPr id="66" name="Google Shape;200;p27"/>
            <p:cNvCxnSpPr/>
            <p:nvPr/>
          </p:nvCxnSpPr>
          <p:spPr>
            <a:xfrm flipH="1" flipV="1">
              <a:off x="7144560" y="0"/>
              <a:ext cx="933120" cy="725040"/>
            </a:xfrm>
            <a:prstGeom prst="straightConnector1">
              <a:avLst/>
            </a:prstGeom>
            <a:ln w="9525">
              <a:solidFill>
                <a:srgbClr val="bfbfbf"/>
              </a:solidFill>
              <a:miter/>
            </a:ln>
          </p:spPr>
        </p:cxnSp>
        <p:sp>
          <p:nvSpPr>
            <p:cNvPr id="67" name="Google Shape;201;p27"/>
            <p:cNvSpPr/>
            <p:nvPr/>
          </p:nvSpPr>
          <p:spPr>
            <a:xfrm flipH="1" rot="2178600">
              <a:off x="8275320" y="899640"/>
              <a:ext cx="1013760" cy="167760"/>
            </a:xfrm>
            <a:prstGeom prst="parallelogram">
              <a:avLst>
                <a:gd name="adj" fmla="val 72003"/>
              </a:avLst>
            </a:prstGeom>
            <a:solidFill>
              <a:schemeClr val="accent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grpSp>
      <p:sp>
        <p:nvSpPr>
          <p:cNvPr id="68" name="Google Shape;202;p27"/>
          <p:cNvSpPr/>
          <p:nvPr/>
        </p:nvSpPr>
        <p:spPr>
          <a:xfrm>
            <a:off x="8304120" y="176760"/>
            <a:ext cx="608760" cy="464040"/>
          </a:xfrm>
          <a:prstGeom prst="rect">
            <a:avLst/>
          </a:prstGeom>
          <a:noFill/>
          <a:ln w="0">
            <a:noFill/>
          </a:ln>
        </p:spPr>
        <p:style>
          <a:lnRef idx="0"/>
          <a:fillRef idx="0"/>
          <a:effectRef idx="0"/>
          <a:fontRef idx="minor"/>
        </p:style>
        <p:txBody>
          <a:bodyPr lIns="68400" rIns="68400" tIns="34200" bIns="34200" anchor="t">
            <a:spAutoFit/>
          </a:bodyPr>
          <a:p>
            <a:pPr defTabSz="914400">
              <a:lnSpc>
                <a:spcPct val="100000"/>
              </a:lnSpc>
              <a:tabLst>
                <a:tab algn="l" pos="0"/>
              </a:tabLst>
            </a:pPr>
            <a:r>
              <a:rPr b="1" lang="fr" sz="2600" spc="-1" strike="noStrike">
                <a:solidFill>
                  <a:schemeClr val="accent6"/>
                </a:solidFill>
                <a:latin typeface="Arial Black"/>
                <a:ea typeface="Arial Black"/>
              </a:rPr>
              <a:t>FR</a:t>
            </a:r>
            <a:endParaRPr b="0" lang="fr-FR" sz="2600" spc="-1" strike="noStrike">
              <a:solidFill>
                <a:srgbClr val="000000"/>
              </a:solidFill>
              <a:latin typeface="Arial"/>
            </a:endParaRPr>
          </a:p>
        </p:txBody>
      </p:sp>
      <p:sp>
        <p:nvSpPr>
          <p:cNvPr id="69" name="Google Shape;203;p27"/>
          <p:cNvSpPr/>
          <p:nvPr/>
        </p:nvSpPr>
        <p:spPr>
          <a:xfrm flipH="1">
            <a:off x="5007600" y="0"/>
            <a:ext cx="1083600" cy="477000"/>
          </a:xfrm>
          <a:prstGeom prst="parallelogram">
            <a:avLst>
              <a:gd name="adj" fmla="val 135617"/>
            </a:avLst>
          </a:prstGeom>
          <a:solidFill>
            <a:schemeClr val="accent6"/>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sp>
        <p:nvSpPr>
          <p:cNvPr id="70" name="PlaceHolder 1"/>
          <p:cNvSpPr>
            <a:spLocks noGrp="1"/>
          </p:cNvSpPr>
          <p:nvPr>
            <p:ph type="ftr" idx="16"/>
          </p:nvPr>
        </p:nvSpPr>
        <p:spPr>
          <a:xfrm>
            <a:off x="253800" y="4767120"/>
            <a:ext cx="3084120" cy="271800"/>
          </a:xfrm>
          <a:prstGeom prst="rect">
            <a:avLst/>
          </a:prstGeom>
          <a:noFill/>
          <a:ln w="0">
            <a:noFill/>
          </a:ln>
        </p:spPr>
        <p:txBody>
          <a:bodyPr lIns="68400" rIns="68400" tIns="34200" bIns="34200" anchor="ctr">
            <a:noAutofit/>
          </a:bodyPr>
          <a:lstStyle>
            <a:lvl1pPr indent="0" algn="ctr" defTabSz="914400">
              <a:lnSpc>
                <a:spcPct val="100000"/>
              </a:lnSpc>
              <a:buNone/>
              <a:tabLst>
                <a:tab algn="l" pos="0"/>
              </a:tabLst>
              <a:defRPr b="0" lang="fr-FR" sz="1400" spc="-1" strike="noStrike">
                <a:solidFill>
                  <a:srgbClr val="000000"/>
                </a:solidFill>
                <a:latin typeface="Times New Roman"/>
              </a:defRPr>
            </a:lvl1pPr>
          </a:lstStyle>
          <a:p>
            <a:pPr indent="0" algn="ctr" defTabSz="914400">
              <a:lnSpc>
                <a:spcPct val="100000"/>
              </a:lnSpc>
              <a:buNone/>
              <a:tabLst>
                <a:tab algn="l" pos="0"/>
              </a:tabLst>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71" name="PlaceHolder 2"/>
          <p:cNvSpPr>
            <a:spLocks noGrp="1"/>
          </p:cNvSpPr>
          <p:nvPr>
            <p:ph type="sldNum" idx="17"/>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chemeClr val="lt2"/>
                </a:solidFill>
                <a:latin typeface="Calibri"/>
                <a:ea typeface="Calibri"/>
              </a:defRPr>
            </a:lvl1pPr>
          </a:lstStyle>
          <a:p>
            <a:pPr indent="0" algn="r" defTabSz="914400">
              <a:lnSpc>
                <a:spcPct val="100000"/>
              </a:lnSpc>
              <a:buNone/>
              <a:tabLst>
                <a:tab algn="l" pos="0"/>
              </a:tabLst>
            </a:pPr>
            <a:fld id="{85C15D86-9A57-46B6-B2AC-AD8568261835}" type="slidenum">
              <a:rPr b="0" lang="fr" sz="900" spc="-1" strike="noStrike">
                <a:solidFill>
                  <a:schemeClr val="lt2"/>
                </a:solidFill>
                <a:latin typeface="Calibri"/>
                <a:ea typeface="Calibri"/>
              </a:rPr>
              <a:t>&lt;numéro&gt;</a:t>
            </a:fld>
            <a:endParaRPr b="0" lang="fr-FR"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1" r:id="rId2"/>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72" name="Google Shape;212;p28"/>
          <p:cNvSpPr/>
          <p:nvPr/>
        </p:nvSpPr>
        <p:spPr>
          <a:xfrm flipH="1" rot="10800000">
            <a:off x="0" y="2160"/>
            <a:ext cx="7966800" cy="4051080"/>
          </a:xfrm>
          <a:prstGeom prst="rtTriangle">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cxnSp>
        <p:nvCxnSpPr>
          <p:cNvPr id="73" name="Google Shape;213;p28"/>
          <p:cNvCxnSpPr/>
          <p:nvPr/>
        </p:nvCxnSpPr>
        <p:spPr>
          <a:xfrm flipV="1">
            <a:off x="0" y="0"/>
            <a:ext cx="4524840" cy="2255400"/>
          </a:xfrm>
          <a:prstGeom prst="straightConnector1">
            <a:avLst/>
          </a:prstGeom>
          <a:ln w="9525">
            <a:solidFill>
              <a:srgbClr val="a5a5a5"/>
            </a:solidFill>
            <a:miter/>
          </a:ln>
        </p:spPr>
      </p:cxnSp>
      <p:cxnSp>
        <p:nvCxnSpPr>
          <p:cNvPr id="74" name="Google Shape;214;p28"/>
          <p:cNvCxnSpPr/>
          <p:nvPr/>
        </p:nvCxnSpPr>
        <p:spPr>
          <a:xfrm flipV="1">
            <a:off x="6752880" y="2943000"/>
            <a:ext cx="2393280" cy="1269000"/>
          </a:xfrm>
          <a:prstGeom prst="straightConnector1">
            <a:avLst/>
          </a:prstGeom>
          <a:ln w="9525">
            <a:solidFill>
              <a:srgbClr val="eab200"/>
            </a:solidFill>
            <a:miter/>
          </a:ln>
        </p:spPr>
      </p:cxnSp>
      <p:cxnSp>
        <p:nvCxnSpPr>
          <p:cNvPr id="75" name="Google Shape;216;p28"/>
          <p:cNvCxnSpPr/>
          <p:nvPr/>
        </p:nvCxnSpPr>
        <p:spPr>
          <a:xfrm flipV="1">
            <a:off x="-13320" y="3524760"/>
            <a:ext cx="1441800" cy="753120"/>
          </a:xfrm>
          <a:prstGeom prst="straightConnector1">
            <a:avLst/>
          </a:prstGeom>
          <a:ln w="9525">
            <a:solidFill>
              <a:srgbClr val="00194c"/>
            </a:solidFill>
            <a:miter/>
          </a:ln>
        </p:spPr>
      </p:cxnSp>
    </p:spTree>
  </p:cSld>
  <p:clrMap bg1="lt1" bg2="lt2" tx1="dk1" tx2="dk2" accent1="accent1" accent2="accent2" accent3="accent3" accent4="accent4" accent5="accent5" accent6="accent6" hlink="hlink" folHlink="folHlink"/>
  <p:sldLayoutIdLst>
    <p:sldLayoutId id="2147483683" r:id="rId2"/>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76" name="Google Shape;220;p29"/>
          <p:cNvSpPr/>
          <p:nvPr/>
        </p:nvSpPr>
        <p:spPr>
          <a:xfrm flipH="1" rot="10800000">
            <a:off x="0" y="2160"/>
            <a:ext cx="7966800" cy="4051080"/>
          </a:xfrm>
          <a:prstGeom prst="rtTriangle">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cxnSp>
        <p:nvCxnSpPr>
          <p:cNvPr id="77" name="Google Shape;221;p29"/>
          <p:cNvCxnSpPr/>
          <p:nvPr/>
        </p:nvCxnSpPr>
        <p:spPr>
          <a:xfrm flipV="1">
            <a:off x="0" y="0"/>
            <a:ext cx="4524840" cy="2255400"/>
          </a:xfrm>
          <a:prstGeom prst="straightConnector1">
            <a:avLst/>
          </a:prstGeom>
          <a:ln w="9525">
            <a:solidFill>
              <a:srgbClr val="a5a5a5"/>
            </a:solidFill>
            <a:miter/>
          </a:ln>
        </p:spPr>
      </p:cxnSp>
      <p:cxnSp>
        <p:nvCxnSpPr>
          <p:cNvPr id="78" name="Google Shape;222;p29"/>
          <p:cNvCxnSpPr/>
          <p:nvPr/>
        </p:nvCxnSpPr>
        <p:spPr>
          <a:xfrm flipV="1">
            <a:off x="6752880" y="2943000"/>
            <a:ext cx="2393280" cy="1269000"/>
          </a:xfrm>
          <a:prstGeom prst="straightConnector1">
            <a:avLst/>
          </a:prstGeom>
          <a:ln w="9525">
            <a:solidFill>
              <a:srgbClr val="eab200"/>
            </a:solidFill>
            <a:miter/>
          </a:ln>
        </p:spPr>
      </p:cxnSp>
      <p:cxnSp>
        <p:nvCxnSpPr>
          <p:cNvPr id="79" name="Google Shape;224;p29"/>
          <p:cNvCxnSpPr/>
          <p:nvPr/>
        </p:nvCxnSpPr>
        <p:spPr>
          <a:xfrm flipV="1">
            <a:off x="-13320" y="3524760"/>
            <a:ext cx="1441800" cy="753120"/>
          </a:xfrm>
          <a:prstGeom prst="straightConnector1">
            <a:avLst/>
          </a:prstGeom>
          <a:ln w="9525">
            <a:solidFill>
              <a:srgbClr val="00194c"/>
            </a:solidFill>
            <a:miter/>
          </a:ln>
        </p:spPr>
      </p:cxnSp>
    </p:spTree>
  </p:cSld>
  <p:clrMap bg1="lt1" bg2="lt2" tx1="dk1" tx2="dk2" accent1="accent1" accent2="accent2" accent3="accent3" accent4="accent4" accent5="accent5" accent6="accent6" hlink="hlink" folHlink="folHlink"/>
  <p:sldLayoutIdLst>
    <p:sldLayoutId id="2147483685" r:id="rId2"/>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80" name="Google Shape;228;p30"/>
          <p:cNvSpPr/>
          <p:nvPr/>
        </p:nvSpPr>
        <p:spPr>
          <a:xfrm>
            <a:off x="8304120" y="176760"/>
            <a:ext cx="608760" cy="464040"/>
          </a:xfrm>
          <a:prstGeom prst="rect">
            <a:avLst/>
          </a:prstGeom>
          <a:noFill/>
          <a:ln w="0">
            <a:noFill/>
          </a:ln>
        </p:spPr>
        <p:style>
          <a:lnRef idx="0"/>
          <a:fillRef idx="0"/>
          <a:effectRef idx="0"/>
          <a:fontRef idx="minor"/>
        </p:style>
        <p:txBody>
          <a:bodyPr lIns="68400" rIns="68400" tIns="34200" bIns="34200" anchor="t">
            <a:spAutoFit/>
          </a:bodyPr>
          <a:p>
            <a:pPr defTabSz="914400">
              <a:lnSpc>
                <a:spcPct val="100000"/>
              </a:lnSpc>
              <a:tabLst>
                <a:tab algn="l" pos="0"/>
              </a:tabLst>
            </a:pPr>
            <a:r>
              <a:rPr b="1" lang="fr" sz="2600" spc="-1" strike="noStrike">
                <a:solidFill>
                  <a:schemeClr val="accent1"/>
                </a:solidFill>
                <a:latin typeface="Arial Black"/>
                <a:ea typeface="Arial Black"/>
              </a:rPr>
              <a:t>FR</a:t>
            </a:r>
            <a:endParaRPr b="0" lang="fr-FR" sz="2600" spc="-1" strike="noStrike">
              <a:solidFill>
                <a:srgbClr val="000000"/>
              </a:solidFill>
              <a:latin typeface="Arial"/>
            </a:endParaRPr>
          </a:p>
        </p:txBody>
      </p:sp>
      <p:grpSp>
        <p:nvGrpSpPr>
          <p:cNvPr id="81" name="Google Shape;229;p30"/>
          <p:cNvGrpSpPr/>
          <p:nvPr/>
        </p:nvGrpSpPr>
        <p:grpSpPr>
          <a:xfrm>
            <a:off x="5668920" y="0"/>
            <a:ext cx="3571920" cy="2653560"/>
            <a:chOff x="5668920" y="0"/>
            <a:chExt cx="3571920" cy="2653560"/>
          </a:xfrm>
        </p:grpSpPr>
        <p:sp>
          <p:nvSpPr>
            <p:cNvPr id="82" name="Google Shape;230;p30"/>
            <p:cNvSpPr/>
            <p:nvPr/>
          </p:nvSpPr>
          <p:spPr>
            <a:xfrm flipH="1">
              <a:off x="5668920" y="0"/>
              <a:ext cx="3477600" cy="2653560"/>
            </a:xfrm>
            <a:prstGeom prst="diagStripe">
              <a:avLst>
                <a:gd name="adj" fmla="val 51202"/>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dk1"/>
                </a:solidFill>
                <a:latin typeface="Calibri"/>
                <a:ea typeface="Calibri"/>
              </a:endParaRPr>
            </a:p>
          </p:txBody>
        </p:sp>
        <p:cxnSp>
          <p:nvCxnSpPr>
            <p:cNvPr id="83" name="Google Shape;231;p30"/>
            <p:cNvCxnSpPr/>
            <p:nvPr/>
          </p:nvCxnSpPr>
          <p:spPr>
            <a:xfrm flipH="1" flipV="1">
              <a:off x="7144560" y="0"/>
              <a:ext cx="933120" cy="725040"/>
            </a:xfrm>
            <a:prstGeom prst="straightConnector1">
              <a:avLst/>
            </a:prstGeom>
            <a:ln w="9525">
              <a:solidFill>
                <a:srgbClr val="bfbfbf"/>
              </a:solidFill>
              <a:miter/>
            </a:ln>
          </p:spPr>
        </p:cxnSp>
        <p:sp>
          <p:nvSpPr>
            <p:cNvPr id="84" name="Google Shape;232;p30"/>
            <p:cNvSpPr/>
            <p:nvPr/>
          </p:nvSpPr>
          <p:spPr>
            <a:xfrm flipH="1" rot="2178600">
              <a:off x="8275320" y="899640"/>
              <a:ext cx="1013760" cy="167760"/>
            </a:xfrm>
            <a:prstGeom prst="parallelogram">
              <a:avLst>
                <a:gd name="adj" fmla="val 72003"/>
              </a:avLst>
            </a:prstGeom>
            <a:solidFill>
              <a:schemeClr val="accent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grpSp>
      <p:sp>
        <p:nvSpPr>
          <p:cNvPr id="85" name="Google Shape;233;p30"/>
          <p:cNvSpPr/>
          <p:nvPr/>
        </p:nvSpPr>
        <p:spPr>
          <a:xfrm flipH="1">
            <a:off x="5007600" y="0"/>
            <a:ext cx="1083600" cy="477000"/>
          </a:xfrm>
          <a:prstGeom prst="parallelogram">
            <a:avLst>
              <a:gd name="adj" fmla="val 135617"/>
            </a:avLst>
          </a:prstGeom>
          <a:solidFill>
            <a:schemeClr val="accent6"/>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sp>
        <p:nvSpPr>
          <p:cNvPr id="86" name="PlaceHolder 1"/>
          <p:cNvSpPr>
            <a:spLocks noGrp="1"/>
          </p:cNvSpPr>
          <p:nvPr>
            <p:ph type="ftr" idx="18"/>
          </p:nvPr>
        </p:nvSpPr>
        <p:spPr>
          <a:xfrm>
            <a:off x="253800" y="4767120"/>
            <a:ext cx="3084120" cy="271800"/>
          </a:xfrm>
          <a:prstGeom prst="rect">
            <a:avLst/>
          </a:prstGeom>
          <a:noFill/>
          <a:ln w="0">
            <a:noFill/>
          </a:ln>
        </p:spPr>
        <p:txBody>
          <a:bodyPr lIns="68400" rIns="68400" tIns="34200" bIns="34200" anchor="ctr">
            <a:noAutofit/>
          </a:bodyPr>
          <a:lstStyle>
            <a:lvl1pPr indent="0" algn="ctr" defTabSz="914400">
              <a:lnSpc>
                <a:spcPct val="100000"/>
              </a:lnSpc>
              <a:buNone/>
              <a:tabLst>
                <a:tab algn="l" pos="0"/>
              </a:tabLst>
              <a:defRPr b="0" lang="fr-FR" sz="1400" spc="-1" strike="noStrike">
                <a:solidFill>
                  <a:srgbClr val="000000"/>
                </a:solidFill>
                <a:latin typeface="Times New Roman"/>
              </a:defRPr>
            </a:lvl1pPr>
          </a:lstStyle>
          <a:p>
            <a:pPr indent="0" algn="ctr" defTabSz="914400">
              <a:lnSpc>
                <a:spcPct val="100000"/>
              </a:lnSpc>
              <a:buNone/>
              <a:tabLst>
                <a:tab algn="l" pos="0"/>
              </a:tabLst>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87" name="PlaceHolder 2"/>
          <p:cNvSpPr>
            <a:spLocks noGrp="1"/>
          </p:cNvSpPr>
          <p:nvPr>
            <p:ph type="sldNum" idx="19"/>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chemeClr val="lt2"/>
                </a:solidFill>
                <a:latin typeface="Calibri"/>
                <a:ea typeface="Calibri"/>
              </a:defRPr>
            </a:lvl1pPr>
          </a:lstStyle>
          <a:p>
            <a:pPr indent="0" algn="r" defTabSz="914400">
              <a:lnSpc>
                <a:spcPct val="100000"/>
              </a:lnSpc>
              <a:buNone/>
              <a:tabLst>
                <a:tab algn="l" pos="0"/>
              </a:tabLst>
            </a:pPr>
            <a:fld id="{7892D488-7C1E-4B00-B601-8984ECF5DF65}" type="slidenum">
              <a:rPr b="0" lang="fr" sz="900" spc="-1" strike="noStrike">
                <a:solidFill>
                  <a:schemeClr val="lt2"/>
                </a:solidFill>
                <a:latin typeface="Calibri"/>
                <a:ea typeface="Calibri"/>
              </a:rPr>
              <a:t>&lt;numéro&gt;</a:t>
            </a:fld>
            <a:endParaRPr b="0" lang="fr-FR"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7" r:id="rId2"/>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88" name="Google Shape;237;p31"/>
          <p:cNvSpPr/>
          <p:nvPr/>
        </p:nvSpPr>
        <p:spPr>
          <a:xfrm>
            <a:off x="8304120" y="176760"/>
            <a:ext cx="608760" cy="464040"/>
          </a:xfrm>
          <a:prstGeom prst="rect">
            <a:avLst/>
          </a:prstGeom>
          <a:noFill/>
          <a:ln w="0">
            <a:noFill/>
          </a:ln>
        </p:spPr>
        <p:style>
          <a:lnRef idx="0"/>
          <a:fillRef idx="0"/>
          <a:effectRef idx="0"/>
          <a:fontRef idx="minor"/>
        </p:style>
        <p:txBody>
          <a:bodyPr lIns="68400" rIns="68400" tIns="34200" bIns="34200" anchor="t">
            <a:spAutoFit/>
          </a:bodyPr>
          <a:p>
            <a:pPr defTabSz="914400">
              <a:lnSpc>
                <a:spcPct val="100000"/>
              </a:lnSpc>
              <a:tabLst>
                <a:tab algn="l" pos="0"/>
              </a:tabLst>
            </a:pPr>
            <a:r>
              <a:rPr b="1" lang="fr" sz="2600" spc="-1" strike="noStrike">
                <a:solidFill>
                  <a:schemeClr val="accent1"/>
                </a:solidFill>
                <a:latin typeface="Arial Black"/>
                <a:ea typeface="Arial Black"/>
              </a:rPr>
              <a:t>FR</a:t>
            </a:r>
            <a:endParaRPr b="0" lang="fr-FR" sz="2600" spc="-1" strike="noStrike">
              <a:solidFill>
                <a:srgbClr val="000000"/>
              </a:solidFill>
              <a:latin typeface="Arial"/>
            </a:endParaRPr>
          </a:p>
        </p:txBody>
      </p:sp>
      <p:grpSp>
        <p:nvGrpSpPr>
          <p:cNvPr id="89" name="Google Shape;238;p31"/>
          <p:cNvGrpSpPr/>
          <p:nvPr/>
        </p:nvGrpSpPr>
        <p:grpSpPr>
          <a:xfrm>
            <a:off x="5668920" y="0"/>
            <a:ext cx="3571920" cy="2653560"/>
            <a:chOff x="5668920" y="0"/>
            <a:chExt cx="3571920" cy="2653560"/>
          </a:xfrm>
        </p:grpSpPr>
        <p:sp>
          <p:nvSpPr>
            <p:cNvPr id="90" name="Google Shape;239;p31"/>
            <p:cNvSpPr/>
            <p:nvPr/>
          </p:nvSpPr>
          <p:spPr>
            <a:xfrm flipH="1">
              <a:off x="5668920" y="0"/>
              <a:ext cx="3477600" cy="2653560"/>
            </a:xfrm>
            <a:prstGeom prst="diagStripe">
              <a:avLst>
                <a:gd name="adj" fmla="val 51202"/>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dk1"/>
                </a:solidFill>
                <a:latin typeface="Calibri"/>
                <a:ea typeface="Calibri"/>
              </a:endParaRPr>
            </a:p>
          </p:txBody>
        </p:sp>
        <p:cxnSp>
          <p:nvCxnSpPr>
            <p:cNvPr id="91" name="Google Shape;240;p31"/>
            <p:cNvCxnSpPr/>
            <p:nvPr/>
          </p:nvCxnSpPr>
          <p:spPr>
            <a:xfrm flipH="1" flipV="1">
              <a:off x="7144560" y="0"/>
              <a:ext cx="933120" cy="725040"/>
            </a:xfrm>
            <a:prstGeom prst="straightConnector1">
              <a:avLst/>
            </a:prstGeom>
            <a:ln w="9525">
              <a:solidFill>
                <a:srgbClr val="bfbfbf"/>
              </a:solidFill>
              <a:miter/>
            </a:ln>
          </p:spPr>
        </p:cxnSp>
        <p:sp>
          <p:nvSpPr>
            <p:cNvPr id="92" name="Google Shape;241;p31"/>
            <p:cNvSpPr/>
            <p:nvPr/>
          </p:nvSpPr>
          <p:spPr>
            <a:xfrm flipH="1" rot="2178600">
              <a:off x="8275320" y="899640"/>
              <a:ext cx="1013760" cy="167760"/>
            </a:xfrm>
            <a:prstGeom prst="parallelogram">
              <a:avLst>
                <a:gd name="adj" fmla="val 72003"/>
              </a:avLst>
            </a:prstGeom>
            <a:solidFill>
              <a:schemeClr val="accent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grpSp>
      <p:sp>
        <p:nvSpPr>
          <p:cNvPr id="93" name="Google Shape;242;p31"/>
          <p:cNvSpPr/>
          <p:nvPr/>
        </p:nvSpPr>
        <p:spPr>
          <a:xfrm flipH="1">
            <a:off x="5007600" y="0"/>
            <a:ext cx="1083600" cy="477000"/>
          </a:xfrm>
          <a:prstGeom prst="parallelogram">
            <a:avLst>
              <a:gd name="adj" fmla="val 135617"/>
            </a:avLst>
          </a:prstGeom>
          <a:solidFill>
            <a:schemeClr val="accent6"/>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sp>
        <p:nvSpPr>
          <p:cNvPr id="94" name="PlaceHolder 1"/>
          <p:cNvSpPr>
            <a:spLocks noGrp="1"/>
          </p:cNvSpPr>
          <p:nvPr>
            <p:ph type="ftr" idx="20"/>
          </p:nvPr>
        </p:nvSpPr>
        <p:spPr>
          <a:xfrm>
            <a:off x="253800" y="4767120"/>
            <a:ext cx="3084120" cy="271800"/>
          </a:xfrm>
          <a:prstGeom prst="rect">
            <a:avLst/>
          </a:prstGeom>
          <a:noFill/>
          <a:ln w="0">
            <a:noFill/>
          </a:ln>
        </p:spPr>
        <p:txBody>
          <a:bodyPr lIns="68400" rIns="68400" tIns="34200" bIns="34200" anchor="ctr">
            <a:noAutofit/>
          </a:bodyPr>
          <a:lstStyle>
            <a:lvl1pPr indent="0" algn="ctr" defTabSz="914400">
              <a:lnSpc>
                <a:spcPct val="100000"/>
              </a:lnSpc>
              <a:buNone/>
              <a:tabLst>
                <a:tab algn="l" pos="0"/>
              </a:tabLst>
              <a:defRPr b="0" lang="fr-FR" sz="1400" spc="-1" strike="noStrike">
                <a:solidFill>
                  <a:srgbClr val="000000"/>
                </a:solidFill>
                <a:latin typeface="Times New Roman"/>
              </a:defRPr>
            </a:lvl1pPr>
          </a:lstStyle>
          <a:p>
            <a:pPr indent="0" algn="ctr" defTabSz="914400">
              <a:lnSpc>
                <a:spcPct val="100000"/>
              </a:lnSpc>
              <a:buNone/>
              <a:tabLst>
                <a:tab algn="l" pos="0"/>
              </a:tabLst>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95" name="PlaceHolder 2"/>
          <p:cNvSpPr>
            <a:spLocks noGrp="1"/>
          </p:cNvSpPr>
          <p:nvPr>
            <p:ph type="sldNum" idx="21"/>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chemeClr val="lt2"/>
                </a:solidFill>
                <a:latin typeface="Calibri"/>
                <a:ea typeface="Calibri"/>
              </a:defRPr>
            </a:lvl1pPr>
          </a:lstStyle>
          <a:p>
            <a:pPr indent="0" algn="r" defTabSz="914400">
              <a:lnSpc>
                <a:spcPct val="100000"/>
              </a:lnSpc>
              <a:buNone/>
              <a:tabLst>
                <a:tab algn="l" pos="0"/>
              </a:tabLst>
            </a:pPr>
            <a:fld id="{2F88E734-EA5B-4220-830A-81BC0E2CAC7B}" type="slidenum">
              <a:rPr b="0" lang="fr" sz="900" spc="-1" strike="noStrike">
                <a:solidFill>
                  <a:schemeClr val="lt2"/>
                </a:solidFill>
                <a:latin typeface="Calibri"/>
                <a:ea typeface="Calibri"/>
              </a:rPr>
              <a:t>&lt;numéro&gt;</a:t>
            </a:fld>
            <a:endParaRPr b="0" lang="fr-FR"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9" r:id="rId2"/>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91" r:id="rId2"/>
  </p:sldLayoutIdLst>
</p:sldMaster>
</file>

<file path=ppt/slideMasters/slideMaster2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96" name="Google Shape;64;p15"/>
          <p:cNvSpPr/>
          <p:nvPr/>
        </p:nvSpPr>
        <p:spPr>
          <a:xfrm rot="10800000">
            <a:off x="1382040" y="0"/>
            <a:ext cx="7761960" cy="4227120"/>
          </a:xfrm>
          <a:prstGeom prst="rtTriangle">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sp>
        <p:nvSpPr>
          <p:cNvPr id="97" name="Google Shape;65;p15"/>
          <p:cNvSpPr/>
          <p:nvPr/>
        </p:nvSpPr>
        <p:spPr>
          <a:xfrm flipH="1">
            <a:off x="2231280" y="0"/>
            <a:ext cx="3088800" cy="978840"/>
          </a:xfrm>
          <a:prstGeom prst="parallelogram">
            <a:avLst>
              <a:gd name="adj" fmla="val 186380"/>
            </a:avLst>
          </a:prstGeom>
          <a:solidFill>
            <a:srgbClr val="e26064"/>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cxnSp>
        <p:nvCxnSpPr>
          <p:cNvPr id="98" name="Google Shape;66;p15"/>
          <p:cNvCxnSpPr/>
          <p:nvPr/>
        </p:nvCxnSpPr>
        <p:spPr>
          <a:xfrm flipV="1">
            <a:off x="4781520" y="3785040"/>
            <a:ext cx="1145520" cy="1354680"/>
          </a:xfrm>
          <a:prstGeom prst="straightConnector1">
            <a:avLst/>
          </a:prstGeom>
          <a:ln w="9525">
            <a:solidFill>
              <a:srgbClr val="ee9571"/>
            </a:solidFill>
            <a:miter/>
          </a:ln>
        </p:spPr>
      </p:cxnSp>
      <p:sp>
        <p:nvSpPr>
          <p:cNvPr id="99" name="PlaceHolder 1"/>
          <p:cNvSpPr>
            <a:spLocks noGrp="1"/>
          </p:cNvSpPr>
          <p:nvPr>
            <p:ph type="ftr" idx="22"/>
          </p:nvPr>
        </p:nvSpPr>
        <p:spPr>
          <a:xfrm>
            <a:off x="253800" y="4767120"/>
            <a:ext cx="3084120" cy="271800"/>
          </a:xfrm>
          <a:prstGeom prst="rect">
            <a:avLst/>
          </a:prstGeom>
          <a:noFill/>
          <a:ln w="0">
            <a:noFill/>
          </a:ln>
        </p:spPr>
        <p:txBody>
          <a:bodyPr lIns="68400" rIns="68400" tIns="34200" bIns="34200" anchor="ctr">
            <a:noAutofit/>
          </a:bodyPr>
          <a:lstStyle>
            <a:lvl1pPr indent="0" algn="ctr" defTabSz="914400">
              <a:lnSpc>
                <a:spcPct val="100000"/>
              </a:lnSpc>
              <a:buNone/>
              <a:tabLst>
                <a:tab algn="l" pos="0"/>
              </a:tabLst>
              <a:defRPr b="0" lang="fr-FR" sz="1400" spc="-1" strike="noStrike">
                <a:solidFill>
                  <a:srgbClr val="000000"/>
                </a:solidFill>
                <a:latin typeface="Times New Roman"/>
              </a:defRPr>
            </a:lvl1pPr>
          </a:lstStyle>
          <a:p>
            <a:pPr indent="0" algn="ctr" defTabSz="914400">
              <a:lnSpc>
                <a:spcPct val="100000"/>
              </a:lnSpc>
              <a:buNone/>
              <a:tabLst>
                <a:tab algn="l" pos="0"/>
              </a:tabLst>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100" name="PlaceHolder 2"/>
          <p:cNvSpPr>
            <a:spLocks noGrp="1"/>
          </p:cNvSpPr>
          <p:nvPr>
            <p:ph type="sldNum" idx="23"/>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chemeClr val="lt2"/>
                </a:solidFill>
                <a:latin typeface="Calibri"/>
                <a:ea typeface="Calibri"/>
              </a:defRPr>
            </a:lvl1pPr>
          </a:lstStyle>
          <a:p>
            <a:pPr indent="0" algn="r" defTabSz="914400">
              <a:lnSpc>
                <a:spcPct val="100000"/>
              </a:lnSpc>
              <a:buNone/>
              <a:tabLst>
                <a:tab algn="l" pos="0"/>
              </a:tabLst>
            </a:pPr>
            <a:fld id="{8F3D005E-FFE5-4981-89DC-7C5F685DD91F}" type="slidenum">
              <a:rPr b="0" lang="fr" sz="900" spc="-1" strike="noStrike">
                <a:solidFill>
                  <a:schemeClr val="lt2"/>
                </a:solidFill>
                <a:latin typeface="Calibri"/>
                <a:ea typeface="Calibri"/>
              </a:rPr>
              <a:t>&lt;numéro&gt;</a:t>
            </a:fld>
            <a:endParaRPr b="0" lang="fr-FR" sz="900" spc="-1" strike="noStrike">
              <a:solidFill>
                <a:srgbClr val="000000"/>
              </a:solidFill>
              <a:latin typeface="Times New Roman"/>
            </a:endParaRPr>
          </a:p>
        </p:txBody>
      </p:sp>
      <p:sp>
        <p:nvSpPr>
          <p:cNvPr id="101" name="PlaceHolder 3"/>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r>
              <a:rPr b="0" lang="fr-FR" sz="1800" spc="-1" strike="noStrike">
                <a:solidFill>
                  <a:schemeClr val="dk1"/>
                </a:solidFill>
                <a:latin typeface="Arial"/>
              </a:rPr>
              <a:t>Cliquez pour éditer le format du texte-titre</a:t>
            </a:r>
            <a:endParaRPr b="0" lang="fr-FR" sz="1800" spc="-1" strike="noStrike">
              <a:solidFill>
                <a:schemeClr val="dk1"/>
              </a:solidFill>
              <a:latin typeface="Arial"/>
            </a:endParaRPr>
          </a:p>
        </p:txBody>
      </p:sp>
      <p:sp>
        <p:nvSpPr>
          <p:cNvPr id="102" name="PlaceHolder 4"/>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fr-FR" sz="2800" spc="-1" strike="noStrike">
                <a:solidFill>
                  <a:schemeClr val="dk1"/>
                </a:solidFill>
                <a:latin typeface="Arial"/>
              </a:rPr>
              <a:t>Cliquez pour éditer le format du plan de texte</a:t>
            </a:r>
            <a:endParaRPr b="0" lang="fr-FR" sz="2800" spc="-1" strike="noStrike">
              <a:solidFill>
                <a:schemeClr val="dk1"/>
              </a:solidFill>
              <a:latin typeface="Arial"/>
            </a:endParaRPr>
          </a:p>
          <a:p>
            <a:pPr lvl="1" marL="864000" indent="-324000">
              <a:lnSpc>
                <a:spcPct val="90000"/>
              </a:lnSpc>
              <a:spcBef>
                <a:spcPts val="1134"/>
              </a:spcBef>
              <a:buClr>
                <a:srgbClr val="000000"/>
              </a:buClr>
              <a:buSzPct val="75000"/>
              <a:buFont typeface="Symbol" charset="2"/>
              <a:buChar char=""/>
            </a:pPr>
            <a:r>
              <a:rPr b="0" lang="fr-FR" sz="2000" spc="-1" strike="noStrike">
                <a:solidFill>
                  <a:schemeClr val="dk1"/>
                </a:solidFill>
                <a:latin typeface="Arial"/>
              </a:rPr>
              <a:t>Second niveau de plan</a:t>
            </a:r>
            <a:endParaRPr b="0" lang="fr-FR" sz="2000" spc="-1" strike="noStrike">
              <a:solidFill>
                <a:schemeClr val="dk1"/>
              </a:solidFill>
              <a:latin typeface="Arial"/>
            </a:endParaRPr>
          </a:p>
          <a:p>
            <a:pPr lvl="2" marL="1296000" indent="-288000">
              <a:lnSpc>
                <a:spcPct val="90000"/>
              </a:lnSpc>
              <a:spcBef>
                <a:spcPts val="850"/>
              </a:spcBef>
              <a:buClr>
                <a:srgbClr val="000000"/>
              </a:buClr>
              <a:buSzPct val="45000"/>
              <a:buFont typeface="Wingdings" charset="2"/>
              <a:buChar char=""/>
            </a:pPr>
            <a:r>
              <a:rPr b="0" lang="fr-FR" sz="1800" spc="-1" strike="noStrike">
                <a:solidFill>
                  <a:schemeClr val="dk1"/>
                </a:solidFill>
                <a:latin typeface="Arial"/>
              </a:rPr>
              <a:t>Troisième niveau de plan</a:t>
            </a:r>
            <a:endParaRPr b="0" lang="fr-FR" sz="1800" spc="-1" strike="noStrike">
              <a:solidFill>
                <a:schemeClr val="dk1"/>
              </a:solidFill>
              <a:latin typeface="Arial"/>
            </a:endParaRPr>
          </a:p>
          <a:p>
            <a:pPr lvl="3" marL="1728000" indent="-216000">
              <a:lnSpc>
                <a:spcPct val="90000"/>
              </a:lnSpc>
              <a:spcBef>
                <a:spcPts val="567"/>
              </a:spcBef>
              <a:buClr>
                <a:srgbClr val="000000"/>
              </a:buClr>
              <a:buSzPct val="75000"/>
              <a:buFont typeface="Symbol" charset="2"/>
              <a:buChar char=""/>
            </a:pPr>
            <a:r>
              <a:rPr b="0" lang="fr-FR" sz="1800" spc="-1" strike="noStrike">
                <a:solidFill>
                  <a:schemeClr val="dk1"/>
                </a:solidFill>
                <a:latin typeface="Arial"/>
              </a:rPr>
              <a:t>Quatrième niveau de plan</a:t>
            </a:r>
            <a:endParaRPr b="0" lang="fr-FR" sz="1800" spc="-1" strike="noStrike">
              <a:solidFill>
                <a:schemeClr val="dk1"/>
              </a:solidFill>
              <a:latin typeface="Arial"/>
            </a:endParaRPr>
          </a:p>
          <a:p>
            <a:pPr lvl="4" marL="2160000" indent="-216000">
              <a:lnSpc>
                <a:spcPct val="90000"/>
              </a:lnSpc>
              <a:spcBef>
                <a:spcPts val="283"/>
              </a:spcBef>
              <a:buClr>
                <a:srgbClr val="000000"/>
              </a:buClr>
              <a:buSzPct val="45000"/>
              <a:buFont typeface="Wingdings" charset="2"/>
              <a:buChar char=""/>
            </a:pPr>
            <a:r>
              <a:rPr b="0" lang="fr-FR" sz="2000" spc="-1" strike="noStrike">
                <a:solidFill>
                  <a:schemeClr val="dk1"/>
                </a:solidFill>
                <a:latin typeface="Arial"/>
              </a:rPr>
              <a:t>Cinquième niveau de plan</a:t>
            </a:r>
            <a:endParaRPr b="0" lang="fr-FR" sz="2000" spc="-1" strike="noStrike">
              <a:solidFill>
                <a:schemeClr val="dk1"/>
              </a:solidFill>
              <a:latin typeface="Arial"/>
            </a:endParaRPr>
          </a:p>
          <a:p>
            <a:pPr lvl="5" marL="2592000" indent="-216000">
              <a:lnSpc>
                <a:spcPct val="90000"/>
              </a:lnSpc>
              <a:spcBef>
                <a:spcPts val="283"/>
              </a:spcBef>
              <a:buClr>
                <a:srgbClr val="000000"/>
              </a:buClr>
              <a:buSzPct val="45000"/>
              <a:buFont typeface="Wingdings" charset="2"/>
              <a:buChar char=""/>
            </a:pPr>
            <a:r>
              <a:rPr b="0" lang="fr-FR" sz="2000" spc="-1" strike="noStrike">
                <a:solidFill>
                  <a:schemeClr val="dk1"/>
                </a:solidFill>
                <a:latin typeface="Arial"/>
              </a:rPr>
              <a:t>Sixième niveau de plan</a:t>
            </a:r>
            <a:endParaRPr b="0" lang="fr-FR" sz="2000" spc="-1" strike="noStrike">
              <a:solidFill>
                <a:schemeClr val="dk1"/>
              </a:solidFill>
              <a:latin typeface="Arial"/>
            </a:endParaRPr>
          </a:p>
          <a:p>
            <a:pPr lvl="6" marL="3024000" indent="-216000">
              <a:lnSpc>
                <a:spcPct val="90000"/>
              </a:lnSpc>
              <a:spcBef>
                <a:spcPts val="283"/>
              </a:spcBef>
              <a:buClr>
                <a:srgbClr val="000000"/>
              </a:buClr>
              <a:buSzPct val="45000"/>
              <a:buFont typeface="Wingdings" charset="2"/>
              <a:buChar char=""/>
            </a:pPr>
            <a:r>
              <a:rPr b="0" lang="fr-FR" sz="2000" spc="-1" strike="noStrike">
                <a:solidFill>
                  <a:schemeClr val="dk1"/>
                </a:solidFill>
                <a:latin typeface="Arial"/>
              </a:rPr>
              <a:t>Septième niveau de plan</a:t>
            </a:r>
            <a:endParaRPr b="0" lang="fr-FR" sz="2000" spc="-1" strike="noStrike">
              <a:solidFill>
                <a:schemeClr val="dk1"/>
              </a:solidFill>
              <a:latin typeface="Arial"/>
            </a:endParaRPr>
          </a:p>
        </p:txBody>
      </p:sp>
    </p:spTree>
  </p:cSld>
  <p:clrMap bg1="lt1" bg2="lt2" tx1="dk1" tx2="dk2" accent1="accent1" accent2="accent2" accent3="accent3" accent4="accent4" accent5="accent5" accent6="accent6" hlink="hlink" folHlink="folHlink"/>
  <p:sldLayoutIdLst>
    <p:sldLayoutId id="2147483693" r:id="rId2"/>
  </p:sldLayoutIdLst>
</p:sldMaster>
</file>

<file path=ppt/slideMasters/slideMaster2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cxnSp>
        <p:nvCxnSpPr>
          <p:cNvPr id="103" name="Google Shape;73;p16"/>
          <p:cNvCxnSpPr/>
          <p:nvPr/>
        </p:nvCxnSpPr>
        <p:spPr>
          <a:xfrm flipH="1" flipV="1">
            <a:off x="-6840" y="2725200"/>
            <a:ext cx="1436400" cy="1181880"/>
          </a:xfrm>
          <a:prstGeom prst="straightConnector1">
            <a:avLst/>
          </a:prstGeom>
          <a:ln w="9525">
            <a:solidFill>
              <a:srgbClr val="ee9571"/>
            </a:solidFill>
            <a:miter/>
          </a:ln>
        </p:spPr>
      </p:cxnSp>
      <p:grpSp>
        <p:nvGrpSpPr>
          <p:cNvPr id="104" name="Google Shape;74;p16"/>
          <p:cNvGrpSpPr/>
          <p:nvPr/>
        </p:nvGrpSpPr>
        <p:grpSpPr>
          <a:xfrm>
            <a:off x="5668920" y="0"/>
            <a:ext cx="3571920" cy="2653560"/>
            <a:chOff x="5668920" y="0"/>
            <a:chExt cx="3571920" cy="2653560"/>
          </a:xfrm>
        </p:grpSpPr>
        <p:sp>
          <p:nvSpPr>
            <p:cNvPr id="105" name="Google Shape;75;p16"/>
            <p:cNvSpPr/>
            <p:nvPr/>
          </p:nvSpPr>
          <p:spPr>
            <a:xfrm flipH="1">
              <a:off x="5668920" y="0"/>
              <a:ext cx="3477600" cy="2653560"/>
            </a:xfrm>
            <a:prstGeom prst="diagStripe">
              <a:avLst>
                <a:gd name="adj" fmla="val 51202"/>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dk1"/>
                </a:solidFill>
                <a:latin typeface="Calibri"/>
                <a:ea typeface="Calibri"/>
              </a:endParaRPr>
            </a:p>
          </p:txBody>
        </p:sp>
        <p:cxnSp>
          <p:nvCxnSpPr>
            <p:cNvPr id="106" name="Google Shape;76;p16"/>
            <p:cNvCxnSpPr/>
            <p:nvPr/>
          </p:nvCxnSpPr>
          <p:spPr>
            <a:xfrm flipH="1" flipV="1">
              <a:off x="7144560" y="0"/>
              <a:ext cx="933120" cy="725040"/>
            </a:xfrm>
            <a:prstGeom prst="straightConnector1">
              <a:avLst/>
            </a:prstGeom>
            <a:ln w="9525">
              <a:solidFill>
                <a:srgbClr val="bfbfbf"/>
              </a:solidFill>
              <a:miter/>
            </a:ln>
          </p:spPr>
        </p:cxnSp>
        <p:sp>
          <p:nvSpPr>
            <p:cNvPr id="107" name="Google Shape;77;p16"/>
            <p:cNvSpPr/>
            <p:nvPr/>
          </p:nvSpPr>
          <p:spPr>
            <a:xfrm flipH="1" rot="2178600">
              <a:off x="8275320" y="899640"/>
              <a:ext cx="1013760" cy="167760"/>
            </a:xfrm>
            <a:prstGeom prst="parallelogram">
              <a:avLst>
                <a:gd name="adj" fmla="val 72003"/>
              </a:avLst>
            </a:prstGeom>
            <a:solidFill>
              <a:srgbClr val="ee9571"/>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grpSp>
      <p:sp>
        <p:nvSpPr>
          <p:cNvPr id="108" name="Google Shape;83;p16"/>
          <p:cNvSpPr/>
          <p:nvPr/>
        </p:nvSpPr>
        <p:spPr>
          <a:xfrm flipH="1">
            <a:off x="5007600" y="0"/>
            <a:ext cx="1083600" cy="477000"/>
          </a:xfrm>
          <a:prstGeom prst="parallelogram">
            <a:avLst>
              <a:gd name="adj" fmla="val 135617"/>
            </a:avLst>
          </a:prstGeom>
          <a:solidFill>
            <a:srgbClr val="e26064"/>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sp>
        <p:nvSpPr>
          <p:cNvPr id="109" name="PlaceHolder 1"/>
          <p:cNvSpPr>
            <a:spLocks noGrp="1"/>
          </p:cNvSpPr>
          <p:nvPr>
            <p:ph type="ftr" idx="24"/>
          </p:nvPr>
        </p:nvSpPr>
        <p:spPr>
          <a:xfrm>
            <a:off x="253800" y="4767120"/>
            <a:ext cx="3084120" cy="271800"/>
          </a:xfrm>
          <a:prstGeom prst="rect">
            <a:avLst/>
          </a:prstGeom>
          <a:noFill/>
          <a:ln w="0">
            <a:noFill/>
          </a:ln>
        </p:spPr>
        <p:txBody>
          <a:bodyPr lIns="68400" rIns="68400" tIns="34200" bIns="34200" anchor="ctr">
            <a:noAutofit/>
          </a:bodyPr>
          <a:lstStyle>
            <a:lvl1pPr indent="0" algn="ctr" defTabSz="914400">
              <a:lnSpc>
                <a:spcPct val="100000"/>
              </a:lnSpc>
              <a:buNone/>
              <a:tabLst>
                <a:tab algn="l" pos="0"/>
              </a:tabLst>
              <a:defRPr b="0" lang="fr-FR" sz="1400" spc="-1" strike="noStrike">
                <a:solidFill>
                  <a:srgbClr val="000000"/>
                </a:solidFill>
                <a:latin typeface="Times New Roman"/>
              </a:defRPr>
            </a:lvl1pPr>
          </a:lstStyle>
          <a:p>
            <a:pPr indent="0" algn="ctr" defTabSz="914400">
              <a:lnSpc>
                <a:spcPct val="100000"/>
              </a:lnSpc>
              <a:buNone/>
              <a:tabLst>
                <a:tab algn="l" pos="0"/>
              </a:tabLst>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110" name="PlaceHolder 2"/>
          <p:cNvSpPr>
            <a:spLocks noGrp="1"/>
          </p:cNvSpPr>
          <p:nvPr>
            <p:ph type="sldNum" idx="25"/>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chemeClr val="lt2"/>
                </a:solidFill>
                <a:latin typeface="Calibri"/>
                <a:ea typeface="Calibri"/>
              </a:defRPr>
            </a:lvl1pPr>
          </a:lstStyle>
          <a:p>
            <a:pPr indent="0" algn="r" defTabSz="914400">
              <a:lnSpc>
                <a:spcPct val="100000"/>
              </a:lnSpc>
              <a:buNone/>
              <a:tabLst>
                <a:tab algn="l" pos="0"/>
              </a:tabLst>
            </a:pPr>
            <a:fld id="{C1CD4D7D-FFC7-4A30-ABD5-5AD11FD05344}" type="slidenum">
              <a:rPr b="0" lang="fr" sz="900" spc="-1" strike="noStrike">
                <a:solidFill>
                  <a:schemeClr val="lt2"/>
                </a:solidFill>
                <a:latin typeface="Calibri"/>
                <a:ea typeface="Calibri"/>
              </a:rPr>
              <a:t>&lt;numéro&gt;</a:t>
            </a:fld>
            <a:endParaRPr b="0" lang="fr-FR" sz="900" spc="-1" strike="noStrike">
              <a:solidFill>
                <a:srgbClr val="000000"/>
              </a:solidFill>
              <a:latin typeface="Times New Roman"/>
            </a:endParaRPr>
          </a:p>
        </p:txBody>
      </p:sp>
      <p:sp>
        <p:nvSpPr>
          <p:cNvPr id="111" name="PlaceHolder 3"/>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r>
              <a:rPr b="0" lang="fr-FR" sz="1800" spc="-1" strike="noStrike">
                <a:solidFill>
                  <a:schemeClr val="dk1"/>
                </a:solidFill>
                <a:latin typeface="Arial"/>
              </a:rPr>
              <a:t>Cliquez pour éditer le format du texte-titre</a:t>
            </a:r>
            <a:endParaRPr b="0" lang="fr-FR" sz="1800" spc="-1" strike="noStrike">
              <a:solidFill>
                <a:schemeClr val="dk1"/>
              </a:solidFill>
              <a:latin typeface="Arial"/>
            </a:endParaRPr>
          </a:p>
        </p:txBody>
      </p:sp>
      <p:sp>
        <p:nvSpPr>
          <p:cNvPr id="112" name="PlaceHolder 4"/>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fr-FR" sz="2800" spc="-1" strike="noStrike">
                <a:solidFill>
                  <a:schemeClr val="dk1"/>
                </a:solidFill>
                <a:latin typeface="Arial"/>
              </a:rPr>
              <a:t>Cliquez pour éditer le format du plan de texte</a:t>
            </a:r>
            <a:endParaRPr b="0" lang="fr-FR" sz="2800" spc="-1" strike="noStrike">
              <a:solidFill>
                <a:schemeClr val="dk1"/>
              </a:solidFill>
              <a:latin typeface="Arial"/>
            </a:endParaRPr>
          </a:p>
          <a:p>
            <a:pPr lvl="1" marL="864000" indent="-324000">
              <a:lnSpc>
                <a:spcPct val="90000"/>
              </a:lnSpc>
              <a:spcBef>
                <a:spcPts val="1134"/>
              </a:spcBef>
              <a:buClr>
                <a:srgbClr val="000000"/>
              </a:buClr>
              <a:buSzPct val="75000"/>
              <a:buFont typeface="Symbol" charset="2"/>
              <a:buChar char=""/>
            </a:pPr>
            <a:r>
              <a:rPr b="0" lang="fr-FR" sz="2000" spc="-1" strike="noStrike">
                <a:solidFill>
                  <a:schemeClr val="dk1"/>
                </a:solidFill>
                <a:latin typeface="Arial"/>
              </a:rPr>
              <a:t>Second niveau de plan</a:t>
            </a:r>
            <a:endParaRPr b="0" lang="fr-FR" sz="2000" spc="-1" strike="noStrike">
              <a:solidFill>
                <a:schemeClr val="dk1"/>
              </a:solidFill>
              <a:latin typeface="Arial"/>
            </a:endParaRPr>
          </a:p>
          <a:p>
            <a:pPr lvl="2" marL="1296000" indent="-288000">
              <a:lnSpc>
                <a:spcPct val="90000"/>
              </a:lnSpc>
              <a:spcBef>
                <a:spcPts val="850"/>
              </a:spcBef>
              <a:buClr>
                <a:srgbClr val="000000"/>
              </a:buClr>
              <a:buSzPct val="45000"/>
              <a:buFont typeface="Wingdings" charset="2"/>
              <a:buChar char=""/>
            </a:pPr>
            <a:r>
              <a:rPr b="0" lang="fr-FR" sz="1800" spc="-1" strike="noStrike">
                <a:solidFill>
                  <a:schemeClr val="dk1"/>
                </a:solidFill>
                <a:latin typeface="Arial"/>
              </a:rPr>
              <a:t>Troisième niveau de plan</a:t>
            </a:r>
            <a:endParaRPr b="0" lang="fr-FR" sz="1800" spc="-1" strike="noStrike">
              <a:solidFill>
                <a:schemeClr val="dk1"/>
              </a:solidFill>
              <a:latin typeface="Arial"/>
            </a:endParaRPr>
          </a:p>
          <a:p>
            <a:pPr lvl="3" marL="1728000" indent="-216000">
              <a:lnSpc>
                <a:spcPct val="90000"/>
              </a:lnSpc>
              <a:spcBef>
                <a:spcPts val="567"/>
              </a:spcBef>
              <a:buClr>
                <a:srgbClr val="000000"/>
              </a:buClr>
              <a:buSzPct val="75000"/>
              <a:buFont typeface="Symbol" charset="2"/>
              <a:buChar char=""/>
            </a:pPr>
            <a:r>
              <a:rPr b="0" lang="fr-FR" sz="1800" spc="-1" strike="noStrike">
                <a:solidFill>
                  <a:schemeClr val="dk1"/>
                </a:solidFill>
                <a:latin typeface="Arial"/>
              </a:rPr>
              <a:t>Quatrième niveau de plan</a:t>
            </a:r>
            <a:endParaRPr b="0" lang="fr-FR" sz="1800" spc="-1" strike="noStrike">
              <a:solidFill>
                <a:schemeClr val="dk1"/>
              </a:solidFill>
              <a:latin typeface="Arial"/>
            </a:endParaRPr>
          </a:p>
          <a:p>
            <a:pPr lvl="4" marL="2160000" indent="-216000">
              <a:lnSpc>
                <a:spcPct val="90000"/>
              </a:lnSpc>
              <a:spcBef>
                <a:spcPts val="283"/>
              </a:spcBef>
              <a:buClr>
                <a:srgbClr val="000000"/>
              </a:buClr>
              <a:buSzPct val="45000"/>
              <a:buFont typeface="Wingdings" charset="2"/>
              <a:buChar char=""/>
            </a:pPr>
            <a:r>
              <a:rPr b="0" lang="fr-FR" sz="2000" spc="-1" strike="noStrike">
                <a:solidFill>
                  <a:schemeClr val="dk1"/>
                </a:solidFill>
                <a:latin typeface="Arial"/>
              </a:rPr>
              <a:t>Cinquième niveau de plan</a:t>
            </a:r>
            <a:endParaRPr b="0" lang="fr-FR" sz="2000" spc="-1" strike="noStrike">
              <a:solidFill>
                <a:schemeClr val="dk1"/>
              </a:solidFill>
              <a:latin typeface="Arial"/>
            </a:endParaRPr>
          </a:p>
          <a:p>
            <a:pPr lvl="5" marL="2592000" indent="-216000">
              <a:lnSpc>
                <a:spcPct val="90000"/>
              </a:lnSpc>
              <a:spcBef>
                <a:spcPts val="283"/>
              </a:spcBef>
              <a:buClr>
                <a:srgbClr val="000000"/>
              </a:buClr>
              <a:buSzPct val="45000"/>
              <a:buFont typeface="Wingdings" charset="2"/>
              <a:buChar char=""/>
            </a:pPr>
            <a:r>
              <a:rPr b="0" lang="fr-FR" sz="2000" spc="-1" strike="noStrike">
                <a:solidFill>
                  <a:schemeClr val="dk1"/>
                </a:solidFill>
                <a:latin typeface="Arial"/>
              </a:rPr>
              <a:t>Sixième niveau de plan</a:t>
            </a:r>
            <a:endParaRPr b="0" lang="fr-FR" sz="2000" spc="-1" strike="noStrike">
              <a:solidFill>
                <a:schemeClr val="dk1"/>
              </a:solidFill>
              <a:latin typeface="Arial"/>
            </a:endParaRPr>
          </a:p>
          <a:p>
            <a:pPr lvl="6" marL="3024000" indent="-216000">
              <a:lnSpc>
                <a:spcPct val="90000"/>
              </a:lnSpc>
              <a:spcBef>
                <a:spcPts val="283"/>
              </a:spcBef>
              <a:buClr>
                <a:srgbClr val="000000"/>
              </a:buClr>
              <a:buSzPct val="45000"/>
              <a:buFont typeface="Wingdings" charset="2"/>
              <a:buChar char=""/>
            </a:pPr>
            <a:r>
              <a:rPr b="0" lang="fr-FR" sz="2000" spc="-1" strike="noStrike">
                <a:solidFill>
                  <a:schemeClr val="dk1"/>
                </a:solidFill>
                <a:latin typeface="Arial"/>
              </a:rPr>
              <a:t>Septième niveau de plan</a:t>
            </a:r>
            <a:endParaRPr b="0" lang="fr-FR" sz="2000" spc="-1" strike="noStrike">
              <a:solidFill>
                <a:schemeClr val="dk1"/>
              </a:solidFill>
              <a:latin typeface="Arial"/>
            </a:endParaRPr>
          </a:p>
        </p:txBody>
      </p:sp>
    </p:spTree>
  </p:cSld>
  <p:clrMap bg1="lt1" bg2="lt2" tx1="dk1" tx2="dk2" accent1="accent1" accent2="accent2" accent3="accent3" accent4="accent4" accent5="accent5" accent6="accent6" hlink="hlink" folHlink="folHlink"/>
  <p:sldLayoutIdLst>
    <p:sldLayoutId id="2147483695" r:id="rId2"/>
  </p:sldLayoutIdLst>
</p:sldMaster>
</file>

<file path=ppt/slideMasters/slideMaster2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13" name="Google Shape;112;p19"/>
          <p:cNvSpPr/>
          <p:nvPr/>
        </p:nvSpPr>
        <p:spPr>
          <a:xfrm rot="10800000">
            <a:off x="1382040" y="0"/>
            <a:ext cx="7761960" cy="4227120"/>
          </a:xfrm>
          <a:prstGeom prst="rtTriangle">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sp>
        <p:nvSpPr>
          <p:cNvPr id="114" name="Google Shape;115;p19"/>
          <p:cNvSpPr/>
          <p:nvPr/>
        </p:nvSpPr>
        <p:spPr>
          <a:xfrm flipH="1">
            <a:off x="2231280" y="0"/>
            <a:ext cx="3088800" cy="978840"/>
          </a:xfrm>
          <a:prstGeom prst="parallelogram">
            <a:avLst>
              <a:gd name="adj" fmla="val 186380"/>
            </a:avLst>
          </a:prstGeom>
          <a:solidFill>
            <a:srgbClr val="e26064"/>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cxnSp>
        <p:nvCxnSpPr>
          <p:cNvPr id="115" name="Google Shape;116;p19"/>
          <p:cNvCxnSpPr/>
          <p:nvPr/>
        </p:nvCxnSpPr>
        <p:spPr>
          <a:xfrm flipV="1">
            <a:off x="7764120" y="888840"/>
            <a:ext cx="1382040" cy="1227600"/>
          </a:xfrm>
          <a:prstGeom prst="straightConnector1">
            <a:avLst/>
          </a:prstGeom>
          <a:ln w="9525">
            <a:solidFill>
              <a:srgbClr val="eab200"/>
            </a:solidFill>
            <a:miter/>
          </a:ln>
        </p:spPr>
      </p:cxnSp>
      <p:sp>
        <p:nvSpPr>
          <p:cNvPr id="116" name="Google Shape;118;p19"/>
          <p:cNvSpPr/>
          <p:nvPr/>
        </p:nvSpPr>
        <p:spPr>
          <a:xfrm>
            <a:off x="8305200" y="178200"/>
            <a:ext cx="608760" cy="464040"/>
          </a:xfrm>
          <a:prstGeom prst="rect">
            <a:avLst/>
          </a:prstGeom>
          <a:noFill/>
          <a:ln w="0">
            <a:noFill/>
          </a:ln>
        </p:spPr>
        <p:style>
          <a:lnRef idx="0"/>
          <a:fillRef idx="0"/>
          <a:effectRef idx="0"/>
          <a:fontRef idx="minor"/>
        </p:style>
        <p:txBody>
          <a:bodyPr lIns="68400" rIns="68400" tIns="34200" bIns="34200" anchor="t">
            <a:spAutoFit/>
          </a:bodyPr>
          <a:p>
            <a:pPr defTabSz="914400">
              <a:lnSpc>
                <a:spcPct val="100000"/>
              </a:lnSpc>
              <a:tabLst>
                <a:tab algn="l" pos="0"/>
              </a:tabLst>
            </a:pPr>
            <a:r>
              <a:rPr b="1" lang="fr" sz="2600" spc="-1" strike="noStrike">
                <a:solidFill>
                  <a:schemeClr val="accent1"/>
                </a:solidFill>
                <a:latin typeface="Arial Black"/>
                <a:ea typeface="Arial Black"/>
              </a:rPr>
              <a:t>FR</a:t>
            </a:r>
            <a:endParaRPr b="0" lang="fr-FR" sz="2600" spc="-1" strike="noStrike">
              <a:solidFill>
                <a:srgbClr val="000000"/>
              </a:solidFill>
              <a:latin typeface="Arial"/>
            </a:endParaRPr>
          </a:p>
        </p:txBody>
      </p:sp>
      <p:sp>
        <p:nvSpPr>
          <p:cNvPr id="117" name="PlaceHolder 1"/>
          <p:cNvSpPr>
            <a:spLocks noGrp="1"/>
          </p:cNvSpPr>
          <p:nvPr>
            <p:ph type="ftr" idx="26"/>
          </p:nvPr>
        </p:nvSpPr>
        <p:spPr>
          <a:xfrm>
            <a:off x="253800" y="4767120"/>
            <a:ext cx="3084120" cy="271800"/>
          </a:xfrm>
          <a:prstGeom prst="rect">
            <a:avLst/>
          </a:prstGeom>
          <a:noFill/>
          <a:ln w="0">
            <a:noFill/>
          </a:ln>
        </p:spPr>
        <p:txBody>
          <a:bodyPr lIns="68400" rIns="68400" tIns="34200" bIns="34200" anchor="ctr">
            <a:noAutofit/>
          </a:bodyPr>
          <a:lstStyle>
            <a:lvl1pPr indent="0" algn="ctr" defTabSz="914400">
              <a:lnSpc>
                <a:spcPct val="100000"/>
              </a:lnSpc>
              <a:buNone/>
              <a:tabLst>
                <a:tab algn="l" pos="0"/>
              </a:tabLst>
              <a:defRPr b="0" lang="fr-FR" sz="1400" spc="-1" strike="noStrike">
                <a:solidFill>
                  <a:srgbClr val="000000"/>
                </a:solidFill>
                <a:latin typeface="Times New Roman"/>
              </a:defRPr>
            </a:lvl1pPr>
          </a:lstStyle>
          <a:p>
            <a:pPr indent="0" algn="ctr" defTabSz="914400">
              <a:lnSpc>
                <a:spcPct val="100000"/>
              </a:lnSpc>
              <a:buNone/>
              <a:tabLst>
                <a:tab algn="l" pos="0"/>
              </a:tabLst>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118" name="PlaceHolder 2"/>
          <p:cNvSpPr>
            <a:spLocks noGrp="1"/>
          </p:cNvSpPr>
          <p:nvPr>
            <p:ph type="sldNum" idx="27"/>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chemeClr val="lt2"/>
                </a:solidFill>
                <a:latin typeface="Calibri"/>
                <a:ea typeface="Calibri"/>
              </a:defRPr>
            </a:lvl1pPr>
          </a:lstStyle>
          <a:p>
            <a:pPr indent="0" algn="r" defTabSz="914400">
              <a:lnSpc>
                <a:spcPct val="100000"/>
              </a:lnSpc>
              <a:buNone/>
              <a:tabLst>
                <a:tab algn="l" pos="0"/>
              </a:tabLst>
            </a:pPr>
            <a:fld id="{5C60F213-6F43-4C6B-9D0F-BBDF61E21833}" type="slidenum">
              <a:rPr b="0" lang="fr" sz="900" spc="-1" strike="noStrike">
                <a:solidFill>
                  <a:schemeClr val="lt2"/>
                </a:solidFill>
                <a:latin typeface="Calibri"/>
                <a:ea typeface="Calibri"/>
              </a:rPr>
              <a:t>&lt;numéro&gt;</a:t>
            </a:fld>
            <a:endParaRPr b="0" lang="fr-FR"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97" r:id="rId2"/>
  </p:sldLayoutIdLst>
</p:sldMaster>
</file>

<file path=ppt/slideMasters/slideMaster2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grpSp>
        <p:nvGrpSpPr>
          <p:cNvPr id="119" name="Google Shape;124;p20"/>
          <p:cNvGrpSpPr/>
          <p:nvPr/>
        </p:nvGrpSpPr>
        <p:grpSpPr>
          <a:xfrm>
            <a:off x="5668920" y="0"/>
            <a:ext cx="3571920" cy="2653560"/>
            <a:chOff x="5668920" y="0"/>
            <a:chExt cx="3571920" cy="2653560"/>
          </a:xfrm>
        </p:grpSpPr>
        <p:sp>
          <p:nvSpPr>
            <p:cNvPr id="120" name="Google Shape;125;p20"/>
            <p:cNvSpPr/>
            <p:nvPr/>
          </p:nvSpPr>
          <p:spPr>
            <a:xfrm flipH="1">
              <a:off x="5668920" y="0"/>
              <a:ext cx="3477600" cy="2653560"/>
            </a:xfrm>
            <a:prstGeom prst="diagStripe">
              <a:avLst>
                <a:gd name="adj" fmla="val 51202"/>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dk1"/>
                </a:solidFill>
                <a:latin typeface="Calibri"/>
                <a:ea typeface="Calibri"/>
              </a:endParaRPr>
            </a:p>
          </p:txBody>
        </p:sp>
        <p:cxnSp>
          <p:nvCxnSpPr>
            <p:cNvPr id="121" name="Google Shape;126;p20"/>
            <p:cNvCxnSpPr/>
            <p:nvPr/>
          </p:nvCxnSpPr>
          <p:spPr>
            <a:xfrm flipH="1" flipV="1">
              <a:off x="7144560" y="0"/>
              <a:ext cx="933120" cy="725040"/>
            </a:xfrm>
            <a:prstGeom prst="straightConnector1">
              <a:avLst/>
            </a:prstGeom>
            <a:ln w="9525">
              <a:solidFill>
                <a:srgbClr val="bfbfbf"/>
              </a:solidFill>
              <a:miter/>
            </a:ln>
          </p:spPr>
        </p:cxnSp>
        <p:sp>
          <p:nvSpPr>
            <p:cNvPr id="122" name="Google Shape;127;p20"/>
            <p:cNvSpPr/>
            <p:nvPr/>
          </p:nvSpPr>
          <p:spPr>
            <a:xfrm flipH="1" rot="2178600">
              <a:off x="8275320" y="899640"/>
              <a:ext cx="1013760" cy="167760"/>
            </a:xfrm>
            <a:prstGeom prst="parallelogram">
              <a:avLst>
                <a:gd name="adj" fmla="val 72003"/>
              </a:avLst>
            </a:prstGeom>
            <a:solidFill>
              <a:schemeClr val="accent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grpSp>
      <p:sp>
        <p:nvSpPr>
          <p:cNvPr id="123" name="Google Shape;128;p20"/>
          <p:cNvSpPr/>
          <p:nvPr/>
        </p:nvSpPr>
        <p:spPr>
          <a:xfrm flipH="1">
            <a:off x="5007600" y="0"/>
            <a:ext cx="1083600" cy="477000"/>
          </a:xfrm>
          <a:prstGeom prst="parallelogram">
            <a:avLst>
              <a:gd name="adj" fmla="val 135617"/>
            </a:avLst>
          </a:prstGeom>
          <a:solidFill>
            <a:schemeClr val="accent6"/>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sp>
        <p:nvSpPr>
          <p:cNvPr id="124" name="PlaceHolder 1"/>
          <p:cNvSpPr>
            <a:spLocks noGrp="1"/>
          </p:cNvSpPr>
          <p:nvPr>
            <p:ph type="ftr" idx="28"/>
          </p:nvPr>
        </p:nvSpPr>
        <p:spPr>
          <a:xfrm>
            <a:off x="253800" y="4767120"/>
            <a:ext cx="3084120" cy="271800"/>
          </a:xfrm>
          <a:prstGeom prst="rect">
            <a:avLst/>
          </a:prstGeom>
          <a:noFill/>
          <a:ln w="0">
            <a:noFill/>
          </a:ln>
        </p:spPr>
        <p:txBody>
          <a:bodyPr lIns="68400" rIns="68400" tIns="34200" bIns="34200" anchor="ctr">
            <a:noAutofit/>
          </a:bodyPr>
          <a:lstStyle>
            <a:lvl1pPr indent="0" algn="ctr" defTabSz="914400">
              <a:lnSpc>
                <a:spcPct val="100000"/>
              </a:lnSpc>
              <a:buNone/>
              <a:tabLst>
                <a:tab algn="l" pos="0"/>
              </a:tabLst>
              <a:defRPr b="0" lang="fr-FR" sz="1400" spc="-1" strike="noStrike">
                <a:solidFill>
                  <a:srgbClr val="000000"/>
                </a:solidFill>
                <a:latin typeface="Times New Roman"/>
              </a:defRPr>
            </a:lvl1pPr>
          </a:lstStyle>
          <a:p>
            <a:pPr indent="0" algn="ctr" defTabSz="914400">
              <a:lnSpc>
                <a:spcPct val="100000"/>
              </a:lnSpc>
              <a:buNone/>
              <a:tabLst>
                <a:tab algn="l" pos="0"/>
              </a:tabLst>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125" name="PlaceHolder 2"/>
          <p:cNvSpPr>
            <a:spLocks noGrp="1"/>
          </p:cNvSpPr>
          <p:nvPr>
            <p:ph type="sldNum" idx="29"/>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chemeClr val="lt2"/>
                </a:solidFill>
                <a:latin typeface="Calibri"/>
                <a:ea typeface="Calibri"/>
              </a:defRPr>
            </a:lvl1pPr>
          </a:lstStyle>
          <a:p>
            <a:pPr indent="0" algn="r" defTabSz="914400">
              <a:lnSpc>
                <a:spcPct val="100000"/>
              </a:lnSpc>
              <a:buNone/>
              <a:tabLst>
                <a:tab algn="l" pos="0"/>
              </a:tabLst>
            </a:pPr>
            <a:fld id="{D4CC4D7F-A5B8-4B02-A871-9577801FB1A6}" type="slidenum">
              <a:rPr b="0" lang="fr" sz="900" spc="-1" strike="noStrike">
                <a:solidFill>
                  <a:schemeClr val="lt2"/>
                </a:solidFill>
                <a:latin typeface="Calibri"/>
                <a:ea typeface="Calibri"/>
              </a:rPr>
              <a:t>&lt;numéro&gt;</a:t>
            </a:fld>
            <a:endParaRPr b="0" lang="fr-FR"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99" r:id="rId2"/>
  </p:sldLayoutIdLst>
</p:sldMaster>
</file>

<file path=ppt/slideMasters/slideMaster2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26" name="Google Shape;134;p21"/>
          <p:cNvSpPr/>
          <p:nvPr/>
        </p:nvSpPr>
        <p:spPr>
          <a:xfrm flipH="1" rot="10800000">
            <a:off x="0" y="2160"/>
            <a:ext cx="8808480" cy="4722120"/>
          </a:xfrm>
          <a:prstGeom prst="rtTriangle">
            <a:avLst/>
          </a:prstGeom>
          <a:solidFill>
            <a:schemeClr val="accent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cxnSp>
        <p:nvCxnSpPr>
          <p:cNvPr id="127" name="Google Shape;136;p21"/>
          <p:cNvCxnSpPr/>
          <p:nvPr/>
        </p:nvCxnSpPr>
        <p:spPr>
          <a:xfrm flipV="1">
            <a:off x="0" y="4008600"/>
            <a:ext cx="1773720" cy="932760"/>
          </a:xfrm>
          <a:prstGeom prst="straightConnector1">
            <a:avLst/>
          </a:prstGeom>
          <a:ln w="9525">
            <a:solidFill>
              <a:srgbClr val="7f7f7f"/>
            </a:solidFill>
            <a:miter/>
          </a:ln>
        </p:spPr>
      </p:cxnSp>
    </p:spTree>
  </p:cSld>
  <p:clrMap bg1="lt1" bg2="lt2" tx1="dk1" tx2="dk2" accent1="accent1" accent2="accent2" accent3="accent3" accent4="accent4" accent5="accent5" accent6="accent6" hlink="hlink" folHlink="folHlink"/>
  <p:sldLayoutIdLst>
    <p:sldLayoutId id="2147483701" r:id="rId2"/>
  </p:sldLayoutIdLst>
</p:sldMaster>
</file>

<file path=ppt/slideMasters/slideMaster2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28" name="Google Shape;143;p22"/>
          <p:cNvSpPr/>
          <p:nvPr/>
        </p:nvSpPr>
        <p:spPr>
          <a:xfrm>
            <a:off x="4844160" y="2629080"/>
            <a:ext cx="191880" cy="191880"/>
          </a:xfrm>
          <a:custGeom>
            <a:avLst/>
            <a:gdLst>
              <a:gd name="textAreaLeft" fmla="*/ 0 w 191880"/>
              <a:gd name="textAreaRight" fmla="*/ 194040 w 191880"/>
              <a:gd name="textAreaTop" fmla="*/ 0 h 191880"/>
              <a:gd name="textAreaBottom" fmla="*/ 194040 h 191880"/>
            </a:gdLst>
            <a:ahLst/>
            <a:rect l="textAreaLeft" t="textAreaTop" r="textAreaRight" b="textAreaBottom"/>
            <a:pathLst>
              <a:path w="21600" h="21600">
                <a:moveTo>
                  <a:pt x="17958" y="17505"/>
                </a:moveTo>
                <a:cubicBezTo>
                  <a:pt x="17372" y="16944"/>
                  <a:pt x="16242" y="15945"/>
                  <a:pt x="15117" y="15413"/>
                </a:cubicBezTo>
                <a:cubicBezTo>
                  <a:pt x="14189" y="14975"/>
                  <a:pt x="13657" y="14531"/>
                  <a:pt x="13491" y="14057"/>
                </a:cubicBezTo>
                <a:cubicBezTo>
                  <a:pt x="13377" y="13728"/>
                  <a:pt x="13428" y="13351"/>
                  <a:pt x="13649" y="12904"/>
                </a:cubicBezTo>
                <a:cubicBezTo>
                  <a:pt x="13815" y="12567"/>
                  <a:pt x="13972" y="12286"/>
                  <a:pt x="14117" y="12028"/>
                </a:cubicBezTo>
                <a:cubicBezTo>
                  <a:pt x="14730" y="10934"/>
                  <a:pt x="15203" y="10145"/>
                  <a:pt x="15203" y="7348"/>
                </a:cubicBezTo>
                <a:cubicBezTo>
                  <a:pt x="15203" y="3162"/>
                  <a:pt x="12787" y="2951"/>
                  <a:pt x="12309" y="2951"/>
                </a:cubicBezTo>
                <a:cubicBezTo>
                  <a:pt x="11917" y="2951"/>
                  <a:pt x="11672" y="3037"/>
                  <a:pt x="11435" y="3121"/>
                </a:cubicBezTo>
                <a:cubicBezTo>
                  <a:pt x="11175" y="3213"/>
                  <a:pt x="10907" y="3309"/>
                  <a:pt x="10296" y="3319"/>
                </a:cubicBezTo>
                <a:cubicBezTo>
                  <a:pt x="9190" y="3337"/>
                  <a:pt x="6873" y="3375"/>
                  <a:pt x="6873" y="7226"/>
                </a:cubicBezTo>
                <a:cubicBezTo>
                  <a:pt x="6873" y="9919"/>
                  <a:pt x="7574" y="11156"/>
                  <a:pt x="8125" y="12150"/>
                </a:cubicBezTo>
                <a:cubicBezTo>
                  <a:pt x="8266" y="12404"/>
                  <a:pt x="8399" y="12645"/>
                  <a:pt x="8505" y="12885"/>
                </a:cubicBezTo>
                <a:cubicBezTo>
                  <a:pt x="8973" y="13949"/>
                  <a:pt x="8631" y="14693"/>
                  <a:pt x="7426" y="15224"/>
                </a:cubicBezTo>
                <a:cubicBezTo>
                  <a:pt x="5905" y="15897"/>
                  <a:pt x="5188" y="16247"/>
                  <a:pt x="3693" y="17562"/>
                </a:cubicBezTo>
                <a:cubicBezTo>
                  <a:pt x="2017" y="15800"/>
                  <a:pt x="982" y="13423"/>
                  <a:pt x="982" y="10800"/>
                </a:cubicBezTo>
                <a:cubicBezTo>
                  <a:pt x="982" y="5377"/>
                  <a:pt x="5377" y="982"/>
                  <a:pt x="10800" y="982"/>
                </a:cubicBezTo>
                <a:cubicBezTo>
                  <a:pt x="16223" y="982"/>
                  <a:pt x="20618" y="5377"/>
                  <a:pt x="20618" y="10800"/>
                </a:cubicBezTo>
                <a:cubicBezTo>
                  <a:pt x="20618" y="13395"/>
                  <a:pt x="19603" y="15749"/>
                  <a:pt x="17958" y="17505"/>
                </a:cubicBezTo>
                <a:moveTo>
                  <a:pt x="10800" y="20618"/>
                </a:moveTo>
                <a:cubicBezTo>
                  <a:pt x="8356" y="20618"/>
                  <a:pt x="6125" y="19720"/>
                  <a:pt x="4407" y="18242"/>
                </a:cubicBezTo>
                <a:cubicBezTo>
                  <a:pt x="5730" y="17084"/>
                  <a:pt x="6362" y="16767"/>
                  <a:pt x="7823" y="16122"/>
                </a:cubicBezTo>
                <a:cubicBezTo>
                  <a:pt x="9515" y="15375"/>
                  <a:pt x="10091" y="14051"/>
                  <a:pt x="9403" y="12489"/>
                </a:cubicBezTo>
                <a:cubicBezTo>
                  <a:pt x="9279" y="12208"/>
                  <a:pt x="9136" y="11949"/>
                  <a:pt x="8984" y="11674"/>
                </a:cubicBezTo>
                <a:cubicBezTo>
                  <a:pt x="8461" y="10732"/>
                  <a:pt x="7855" y="9665"/>
                  <a:pt x="7855" y="7226"/>
                </a:cubicBezTo>
                <a:cubicBezTo>
                  <a:pt x="7855" y="4341"/>
                  <a:pt x="9224" y="4318"/>
                  <a:pt x="10312" y="4300"/>
                </a:cubicBezTo>
                <a:cubicBezTo>
                  <a:pt x="11084" y="4287"/>
                  <a:pt x="11461" y="4154"/>
                  <a:pt x="11763" y="4047"/>
                </a:cubicBezTo>
                <a:cubicBezTo>
                  <a:pt x="11964" y="3975"/>
                  <a:pt x="12086" y="3933"/>
                  <a:pt x="12309" y="3933"/>
                </a:cubicBezTo>
                <a:cubicBezTo>
                  <a:pt x="13218" y="3933"/>
                  <a:pt x="14221" y="4830"/>
                  <a:pt x="14221" y="7348"/>
                </a:cubicBezTo>
                <a:cubicBezTo>
                  <a:pt x="14221" y="9888"/>
                  <a:pt x="13840" y="10513"/>
                  <a:pt x="13261" y="11548"/>
                </a:cubicBezTo>
                <a:cubicBezTo>
                  <a:pt x="13108" y="11820"/>
                  <a:pt x="12943" y="12115"/>
                  <a:pt x="12768" y="12470"/>
                </a:cubicBezTo>
                <a:cubicBezTo>
                  <a:pt x="12430" y="13155"/>
                  <a:pt x="12362" y="13798"/>
                  <a:pt x="12565" y="14380"/>
                </a:cubicBezTo>
                <a:cubicBezTo>
                  <a:pt x="12825" y="15126"/>
                  <a:pt x="13502" y="15737"/>
                  <a:pt x="14696" y="16302"/>
                </a:cubicBezTo>
                <a:cubicBezTo>
                  <a:pt x="15675" y="16764"/>
                  <a:pt x="16700" y="17667"/>
                  <a:pt x="17251" y="18189"/>
                </a:cubicBezTo>
                <a:cubicBezTo>
                  <a:pt x="15525" y="19697"/>
                  <a:pt x="13272" y="20618"/>
                  <a:pt x="10800" y="20618"/>
                </a:cubicBezTo>
                <a:moveTo>
                  <a:pt x="10800" y="0"/>
                </a:moveTo>
                <a:cubicBezTo>
                  <a:pt x="4835" y="0"/>
                  <a:pt x="0" y="4835"/>
                  <a:pt x="0" y="10800"/>
                </a:cubicBezTo>
                <a:cubicBezTo>
                  <a:pt x="0" y="16764"/>
                  <a:pt x="4835" y="21600"/>
                  <a:pt x="10800" y="21600"/>
                </a:cubicBezTo>
                <a:cubicBezTo>
                  <a:pt x="16765" y="21600"/>
                  <a:pt x="21600" y="16764"/>
                  <a:pt x="21600" y="10800"/>
                </a:cubicBezTo>
                <a:cubicBezTo>
                  <a:pt x="21600" y="4835"/>
                  <a:pt x="16765" y="0"/>
                  <a:pt x="10800" y="0"/>
                </a:cubicBezTo>
              </a:path>
            </a:pathLst>
          </a:custGeom>
          <a:solidFill>
            <a:schemeClr val="accent2"/>
          </a:solidFill>
          <a:ln w="0">
            <a:noFill/>
          </a:ln>
        </p:spPr>
        <p:style>
          <a:lnRef idx="0"/>
          <a:fillRef idx="0"/>
          <a:effectRef idx="0"/>
          <a:fontRef idx="minor"/>
        </p:style>
        <p:txBody>
          <a:bodyPr lIns="28440" rIns="28440" tIns="28440" bIns="28440" anchor="ctr">
            <a:noAutofit/>
          </a:bodyPr>
          <a:p>
            <a:pPr algn="ctr" defTabSz="914400">
              <a:lnSpc>
                <a:spcPct val="100000"/>
              </a:lnSpc>
              <a:tabLst>
                <a:tab algn="l" pos="0"/>
              </a:tabLst>
            </a:pPr>
            <a:endParaRPr b="0" lang="fr-FR" sz="1400" spc="-1" strike="noStrike">
              <a:solidFill>
                <a:schemeClr val="dk1"/>
              </a:solidFill>
              <a:latin typeface="Calibri"/>
              <a:ea typeface="Calibri"/>
            </a:endParaRPr>
          </a:p>
        </p:txBody>
      </p:sp>
      <p:sp>
        <p:nvSpPr>
          <p:cNvPr id="129" name="Google Shape;144;p22"/>
          <p:cNvSpPr/>
          <p:nvPr/>
        </p:nvSpPr>
        <p:spPr>
          <a:xfrm>
            <a:off x="4880880" y="2923560"/>
            <a:ext cx="118800" cy="219960"/>
          </a:xfrm>
          <a:custGeom>
            <a:avLst/>
            <a:gdLst>
              <a:gd name="textAreaLeft" fmla="*/ 0 w 118800"/>
              <a:gd name="textAreaRight" fmla="*/ 120960 w 118800"/>
              <a:gd name="textAreaTop" fmla="*/ 0 h 219960"/>
              <a:gd name="textAreaBottom" fmla="*/ 222120 h 219960"/>
            </a:gdLst>
            <a:ahLst/>
            <a:rect l="textAreaLeft" t="textAreaTop" r="textAreaRight" b="textAreaBottom"/>
            <a:pathLst>
              <a:path w="21600" h="21600">
                <a:moveTo>
                  <a:pt x="11700" y="1473"/>
                </a:moveTo>
                <a:lnTo>
                  <a:pt x="9900" y="1473"/>
                </a:lnTo>
                <a:cubicBezTo>
                  <a:pt x="9403" y="1473"/>
                  <a:pt x="9000" y="1692"/>
                  <a:pt x="9000" y="1964"/>
                </a:cubicBezTo>
                <a:cubicBezTo>
                  <a:pt x="9000" y="2235"/>
                  <a:pt x="9403" y="2455"/>
                  <a:pt x="9900" y="2455"/>
                </a:cubicBezTo>
                <a:lnTo>
                  <a:pt x="11700" y="2455"/>
                </a:lnTo>
                <a:cubicBezTo>
                  <a:pt x="12197" y="2455"/>
                  <a:pt x="12600" y="2235"/>
                  <a:pt x="12600" y="1964"/>
                </a:cubicBezTo>
                <a:cubicBezTo>
                  <a:pt x="12600" y="1692"/>
                  <a:pt x="12197" y="1473"/>
                  <a:pt x="11700" y="1473"/>
                </a:cubicBezTo>
                <a:moveTo>
                  <a:pt x="19800" y="2945"/>
                </a:moveTo>
                <a:lnTo>
                  <a:pt x="1800" y="2945"/>
                </a:lnTo>
                <a:lnTo>
                  <a:pt x="1800" y="1964"/>
                </a:lnTo>
                <a:cubicBezTo>
                  <a:pt x="1800" y="1422"/>
                  <a:pt x="2605" y="982"/>
                  <a:pt x="3600" y="982"/>
                </a:cubicBezTo>
                <a:lnTo>
                  <a:pt x="18000" y="982"/>
                </a:lnTo>
                <a:cubicBezTo>
                  <a:pt x="18993" y="982"/>
                  <a:pt x="19800" y="1422"/>
                  <a:pt x="19800" y="1964"/>
                </a:cubicBezTo>
                <a:cubicBezTo>
                  <a:pt x="19800" y="1964"/>
                  <a:pt x="19800" y="2945"/>
                  <a:pt x="19800" y="2945"/>
                </a:cubicBezTo>
                <a:close/>
                <a:moveTo>
                  <a:pt x="19800" y="17673"/>
                </a:moveTo>
                <a:lnTo>
                  <a:pt x="1800" y="17673"/>
                </a:lnTo>
                <a:lnTo>
                  <a:pt x="1800" y="3927"/>
                </a:lnTo>
                <a:lnTo>
                  <a:pt x="19800" y="3927"/>
                </a:lnTo>
                <a:cubicBezTo>
                  <a:pt x="19800" y="3927"/>
                  <a:pt x="19800" y="17673"/>
                  <a:pt x="19800" y="17673"/>
                </a:cubicBezTo>
                <a:close/>
                <a:moveTo>
                  <a:pt x="19800" y="19636"/>
                </a:moveTo>
                <a:cubicBezTo>
                  <a:pt x="19800" y="20179"/>
                  <a:pt x="18993" y="20618"/>
                  <a:pt x="18000" y="20618"/>
                </a:cubicBezTo>
                <a:lnTo>
                  <a:pt x="3600" y="20618"/>
                </a:lnTo>
                <a:cubicBezTo>
                  <a:pt x="2605" y="20618"/>
                  <a:pt x="1800" y="20179"/>
                  <a:pt x="1800" y="19636"/>
                </a:cubicBezTo>
                <a:lnTo>
                  <a:pt x="1800" y="18655"/>
                </a:lnTo>
                <a:lnTo>
                  <a:pt x="19800" y="18655"/>
                </a:lnTo>
                <a:cubicBezTo>
                  <a:pt x="19800" y="18655"/>
                  <a:pt x="19800" y="19636"/>
                  <a:pt x="19800" y="19636"/>
                </a:cubicBezTo>
                <a:close/>
                <a:moveTo>
                  <a:pt x="18000" y="0"/>
                </a:moveTo>
                <a:lnTo>
                  <a:pt x="3600" y="0"/>
                </a:lnTo>
                <a:cubicBezTo>
                  <a:pt x="1612" y="0"/>
                  <a:pt x="0" y="879"/>
                  <a:pt x="0" y="1964"/>
                </a:cubicBezTo>
                <a:lnTo>
                  <a:pt x="0" y="19636"/>
                </a:lnTo>
                <a:cubicBezTo>
                  <a:pt x="0" y="20721"/>
                  <a:pt x="1612" y="21600"/>
                  <a:pt x="3600" y="21600"/>
                </a:cubicBezTo>
                <a:lnTo>
                  <a:pt x="18000" y="21600"/>
                </a:lnTo>
                <a:cubicBezTo>
                  <a:pt x="19988" y="21600"/>
                  <a:pt x="21600" y="20721"/>
                  <a:pt x="21600" y="19636"/>
                </a:cubicBezTo>
                <a:lnTo>
                  <a:pt x="21600" y="1964"/>
                </a:lnTo>
                <a:cubicBezTo>
                  <a:pt x="21600" y="879"/>
                  <a:pt x="19988" y="0"/>
                  <a:pt x="18000" y="0"/>
                </a:cubicBezTo>
                <a:moveTo>
                  <a:pt x="10800" y="20127"/>
                </a:moveTo>
                <a:cubicBezTo>
                  <a:pt x="11297" y="20127"/>
                  <a:pt x="11700" y="19908"/>
                  <a:pt x="11700" y="19636"/>
                </a:cubicBezTo>
                <a:cubicBezTo>
                  <a:pt x="11700" y="19366"/>
                  <a:pt x="11297" y="19145"/>
                  <a:pt x="10800" y="19145"/>
                </a:cubicBezTo>
                <a:cubicBezTo>
                  <a:pt x="10303" y="19145"/>
                  <a:pt x="9900" y="19366"/>
                  <a:pt x="9900" y="19636"/>
                </a:cubicBezTo>
                <a:cubicBezTo>
                  <a:pt x="9900" y="19908"/>
                  <a:pt x="10303" y="20127"/>
                  <a:pt x="10800" y="20127"/>
                </a:cubicBezTo>
              </a:path>
            </a:pathLst>
          </a:custGeom>
          <a:solidFill>
            <a:schemeClr val="accent2"/>
          </a:solidFill>
          <a:ln w="0">
            <a:noFill/>
          </a:ln>
        </p:spPr>
        <p:style>
          <a:lnRef idx="0"/>
          <a:fillRef idx="0"/>
          <a:effectRef idx="0"/>
          <a:fontRef idx="minor"/>
        </p:style>
        <p:txBody>
          <a:bodyPr lIns="28440" rIns="28440" tIns="28440" bIns="28440" anchor="ctr">
            <a:noAutofit/>
          </a:bodyPr>
          <a:p>
            <a:pPr algn="ctr" defTabSz="914400">
              <a:lnSpc>
                <a:spcPct val="100000"/>
              </a:lnSpc>
              <a:tabLst>
                <a:tab algn="l" pos="0"/>
              </a:tabLst>
            </a:pPr>
            <a:endParaRPr b="0" lang="fr-FR" sz="1400" spc="-1" strike="noStrike">
              <a:solidFill>
                <a:schemeClr val="dk1"/>
              </a:solidFill>
              <a:latin typeface="Calibri"/>
              <a:ea typeface="Calibri"/>
            </a:endParaRPr>
          </a:p>
        </p:txBody>
      </p:sp>
      <p:sp>
        <p:nvSpPr>
          <p:cNvPr id="130" name="Google Shape;145;p22"/>
          <p:cNvSpPr/>
          <p:nvPr/>
        </p:nvSpPr>
        <p:spPr>
          <a:xfrm>
            <a:off x="4844160" y="3246120"/>
            <a:ext cx="191880" cy="138960"/>
          </a:xfrm>
          <a:custGeom>
            <a:avLst/>
            <a:gdLst>
              <a:gd name="textAreaLeft" fmla="*/ 0 w 191880"/>
              <a:gd name="textAreaRight" fmla="*/ 194040 w 191880"/>
              <a:gd name="textAreaTop" fmla="*/ 0 h 138960"/>
              <a:gd name="textAreaBottom" fmla="*/ 141120 h 138960"/>
            </a:gdLst>
            <a:ahLst/>
            <a:rect l="textAreaLeft" t="textAreaTop" r="textAreaRight" b="textAreaBottom"/>
            <a:pathLst>
              <a:path w="21600" h="21600">
                <a:moveTo>
                  <a:pt x="20618" y="18900"/>
                </a:moveTo>
                <a:cubicBezTo>
                  <a:pt x="20618" y="18980"/>
                  <a:pt x="20611" y="19058"/>
                  <a:pt x="20601" y="19135"/>
                </a:cubicBezTo>
                <a:lnTo>
                  <a:pt x="14539" y="10800"/>
                </a:lnTo>
                <a:lnTo>
                  <a:pt x="20601" y="2465"/>
                </a:lnTo>
                <a:cubicBezTo>
                  <a:pt x="20611" y="2542"/>
                  <a:pt x="20618" y="2620"/>
                  <a:pt x="20618" y="2700"/>
                </a:cubicBezTo>
                <a:cubicBezTo>
                  <a:pt x="20618" y="2700"/>
                  <a:pt x="20618" y="18900"/>
                  <a:pt x="20618" y="18900"/>
                </a:cubicBezTo>
                <a:close/>
                <a:moveTo>
                  <a:pt x="19636" y="20250"/>
                </a:moveTo>
                <a:lnTo>
                  <a:pt x="1964" y="20250"/>
                </a:lnTo>
                <a:cubicBezTo>
                  <a:pt x="1849" y="20250"/>
                  <a:pt x="1739" y="20218"/>
                  <a:pt x="1637" y="20168"/>
                </a:cubicBezTo>
                <a:lnTo>
                  <a:pt x="7755" y="11754"/>
                </a:lnTo>
                <a:lnTo>
                  <a:pt x="9440" y="14072"/>
                </a:lnTo>
                <a:cubicBezTo>
                  <a:pt x="9816" y="14589"/>
                  <a:pt x="10308" y="14847"/>
                  <a:pt x="10800" y="14847"/>
                </a:cubicBezTo>
                <a:cubicBezTo>
                  <a:pt x="11292" y="14847"/>
                  <a:pt x="11784" y="14589"/>
                  <a:pt x="12159" y="14072"/>
                </a:cubicBezTo>
                <a:lnTo>
                  <a:pt x="13845" y="11754"/>
                </a:lnTo>
                <a:lnTo>
                  <a:pt x="19964" y="20168"/>
                </a:lnTo>
                <a:cubicBezTo>
                  <a:pt x="19861" y="20218"/>
                  <a:pt x="19752" y="20250"/>
                  <a:pt x="19636" y="20250"/>
                </a:cubicBezTo>
                <a:moveTo>
                  <a:pt x="982" y="18900"/>
                </a:moveTo>
                <a:lnTo>
                  <a:pt x="982" y="2700"/>
                </a:lnTo>
                <a:cubicBezTo>
                  <a:pt x="982" y="2620"/>
                  <a:pt x="989" y="2542"/>
                  <a:pt x="999" y="2465"/>
                </a:cubicBezTo>
                <a:lnTo>
                  <a:pt x="7061" y="10800"/>
                </a:lnTo>
                <a:lnTo>
                  <a:pt x="999" y="19135"/>
                </a:lnTo>
                <a:cubicBezTo>
                  <a:pt x="989" y="19058"/>
                  <a:pt x="982" y="18980"/>
                  <a:pt x="982" y="18900"/>
                </a:cubicBezTo>
                <a:moveTo>
                  <a:pt x="1964" y="1350"/>
                </a:moveTo>
                <a:lnTo>
                  <a:pt x="19636" y="1350"/>
                </a:lnTo>
                <a:cubicBezTo>
                  <a:pt x="19752" y="1350"/>
                  <a:pt x="19861" y="1382"/>
                  <a:pt x="19964" y="1433"/>
                </a:cubicBezTo>
                <a:lnTo>
                  <a:pt x="11465" y="13118"/>
                </a:lnTo>
                <a:cubicBezTo>
                  <a:pt x="11288" y="13362"/>
                  <a:pt x="11051" y="13497"/>
                  <a:pt x="10800" y="13497"/>
                </a:cubicBezTo>
                <a:cubicBezTo>
                  <a:pt x="10549" y="13497"/>
                  <a:pt x="10312" y="13362"/>
                  <a:pt x="10134" y="13118"/>
                </a:cubicBezTo>
                <a:lnTo>
                  <a:pt x="1637" y="1433"/>
                </a:lnTo>
                <a:cubicBezTo>
                  <a:pt x="1739" y="1382"/>
                  <a:pt x="1849" y="1350"/>
                  <a:pt x="1964" y="1350"/>
                </a:cubicBezTo>
                <a:moveTo>
                  <a:pt x="19636" y="0"/>
                </a:moveTo>
                <a:lnTo>
                  <a:pt x="1964" y="0"/>
                </a:lnTo>
                <a:cubicBezTo>
                  <a:pt x="879" y="0"/>
                  <a:pt x="0" y="1209"/>
                  <a:pt x="0" y="2700"/>
                </a:cubicBezTo>
                <a:lnTo>
                  <a:pt x="0" y="18900"/>
                </a:lnTo>
                <a:cubicBezTo>
                  <a:pt x="0" y="20391"/>
                  <a:pt x="879" y="21600"/>
                  <a:pt x="1964" y="21600"/>
                </a:cubicBezTo>
                <a:lnTo>
                  <a:pt x="19636" y="21600"/>
                </a:lnTo>
                <a:cubicBezTo>
                  <a:pt x="20721" y="21600"/>
                  <a:pt x="21600" y="20391"/>
                  <a:pt x="21600" y="18900"/>
                </a:cubicBezTo>
                <a:lnTo>
                  <a:pt x="21600" y="2700"/>
                </a:lnTo>
                <a:cubicBezTo>
                  <a:pt x="21600" y="1209"/>
                  <a:pt x="20721" y="0"/>
                  <a:pt x="19636" y="0"/>
                </a:cubicBezTo>
              </a:path>
            </a:pathLst>
          </a:custGeom>
          <a:solidFill>
            <a:schemeClr val="accent2"/>
          </a:solidFill>
          <a:ln w="0">
            <a:noFill/>
          </a:ln>
        </p:spPr>
        <p:style>
          <a:lnRef idx="0"/>
          <a:fillRef idx="0"/>
          <a:effectRef idx="0"/>
          <a:fontRef idx="minor"/>
        </p:style>
        <p:txBody>
          <a:bodyPr lIns="28440" rIns="28440" tIns="28440" bIns="28440" anchor="ctr">
            <a:noAutofit/>
          </a:bodyPr>
          <a:p>
            <a:pPr algn="ctr" defTabSz="914400">
              <a:lnSpc>
                <a:spcPct val="100000"/>
              </a:lnSpc>
              <a:tabLst>
                <a:tab algn="l" pos="0"/>
              </a:tabLst>
            </a:pPr>
            <a:endParaRPr b="0" lang="fr-FR" sz="1400" spc="-1" strike="noStrike">
              <a:solidFill>
                <a:schemeClr val="dk1"/>
              </a:solidFill>
              <a:latin typeface="Calibri"/>
              <a:ea typeface="Calibri"/>
            </a:endParaRPr>
          </a:p>
        </p:txBody>
      </p:sp>
      <p:sp>
        <p:nvSpPr>
          <p:cNvPr id="131" name="Google Shape;146;p22"/>
          <p:cNvSpPr/>
          <p:nvPr/>
        </p:nvSpPr>
        <p:spPr>
          <a:xfrm>
            <a:off x="4853880" y="3487680"/>
            <a:ext cx="172800" cy="172800"/>
          </a:xfrm>
          <a:custGeom>
            <a:avLst/>
            <a:gdLst>
              <a:gd name="textAreaLeft" fmla="*/ 0 w 172800"/>
              <a:gd name="textAreaRight" fmla="*/ 174960 w 172800"/>
              <a:gd name="textAreaTop" fmla="*/ 0 h 172800"/>
              <a:gd name="textAreaBottom" fmla="*/ 174960 h 172800"/>
            </a:gdLst>
            <a:ahLst/>
            <a:rect l="textAreaLeft" t="textAreaTop" r="textAreaRight" b="textAreaBottom"/>
            <a:pathLst>
              <a:path w="21600" h="21600">
                <a:moveTo>
                  <a:pt x="17850" y="17620"/>
                </a:moveTo>
                <a:cubicBezTo>
                  <a:pt x="17270" y="17122"/>
                  <a:pt x="16604" y="16682"/>
                  <a:pt x="15855" y="16324"/>
                </a:cubicBezTo>
                <a:cubicBezTo>
                  <a:pt x="15868" y="16284"/>
                  <a:pt x="15882" y="16244"/>
                  <a:pt x="15896" y="16203"/>
                </a:cubicBezTo>
                <a:cubicBezTo>
                  <a:pt x="16131" y="15456"/>
                  <a:pt x="16320" y="14656"/>
                  <a:pt x="16454" y="13811"/>
                </a:cubicBezTo>
                <a:cubicBezTo>
                  <a:pt x="16471" y="13704"/>
                  <a:pt x="16484" y="13596"/>
                  <a:pt x="16499" y="13488"/>
                </a:cubicBezTo>
                <a:cubicBezTo>
                  <a:pt x="16544" y="13166"/>
                  <a:pt x="16581" y="12839"/>
                  <a:pt x="16610" y="12507"/>
                </a:cubicBezTo>
                <a:cubicBezTo>
                  <a:pt x="16621" y="12383"/>
                  <a:pt x="16632" y="12260"/>
                  <a:pt x="16641" y="12135"/>
                </a:cubicBezTo>
                <a:cubicBezTo>
                  <a:pt x="16660" y="11858"/>
                  <a:pt x="16664" y="11574"/>
                  <a:pt x="16673" y="11291"/>
                </a:cubicBezTo>
                <a:lnTo>
                  <a:pt x="20598" y="11291"/>
                </a:lnTo>
                <a:cubicBezTo>
                  <a:pt x="20476" y="13747"/>
                  <a:pt x="19450" y="15962"/>
                  <a:pt x="17850" y="17620"/>
                </a:cubicBezTo>
                <a:moveTo>
                  <a:pt x="13714" y="20178"/>
                </a:moveTo>
                <a:cubicBezTo>
                  <a:pt x="13925" y="19957"/>
                  <a:pt x="14127" y="19710"/>
                  <a:pt x="14321" y="19444"/>
                </a:cubicBezTo>
                <a:cubicBezTo>
                  <a:pt x="14339" y="19419"/>
                  <a:pt x="14357" y="19394"/>
                  <a:pt x="14375" y="19369"/>
                </a:cubicBezTo>
                <a:cubicBezTo>
                  <a:pt x="14764" y="18822"/>
                  <a:pt x="15116" y="18192"/>
                  <a:pt x="15420" y="17488"/>
                </a:cubicBezTo>
                <a:cubicBezTo>
                  <a:pt x="15436" y="17450"/>
                  <a:pt x="15451" y="17410"/>
                  <a:pt x="15467" y="17372"/>
                </a:cubicBezTo>
                <a:cubicBezTo>
                  <a:pt x="15485" y="17329"/>
                  <a:pt x="15499" y="17282"/>
                  <a:pt x="15517" y="17239"/>
                </a:cubicBezTo>
                <a:cubicBezTo>
                  <a:pt x="16123" y="17535"/>
                  <a:pt x="16665" y="17890"/>
                  <a:pt x="17142" y="18285"/>
                </a:cubicBezTo>
                <a:cubicBezTo>
                  <a:pt x="16149" y="19129"/>
                  <a:pt x="14989" y="19782"/>
                  <a:pt x="13714" y="20178"/>
                </a:cubicBezTo>
                <a:moveTo>
                  <a:pt x="11291" y="20569"/>
                </a:moveTo>
                <a:lnTo>
                  <a:pt x="11291" y="16221"/>
                </a:lnTo>
                <a:cubicBezTo>
                  <a:pt x="12498" y="16271"/>
                  <a:pt x="13638" y="16493"/>
                  <a:pt x="14652" y="16869"/>
                </a:cubicBezTo>
                <a:cubicBezTo>
                  <a:pt x="13850" y="18909"/>
                  <a:pt x="12654" y="20298"/>
                  <a:pt x="11291" y="20569"/>
                </a:cubicBezTo>
                <a:moveTo>
                  <a:pt x="11291" y="11291"/>
                </a:moveTo>
                <a:lnTo>
                  <a:pt x="15697" y="11291"/>
                </a:lnTo>
                <a:cubicBezTo>
                  <a:pt x="15655" y="12995"/>
                  <a:pt x="15392" y="14581"/>
                  <a:pt x="14971" y="15948"/>
                </a:cubicBezTo>
                <a:cubicBezTo>
                  <a:pt x="13855" y="15534"/>
                  <a:pt x="12608" y="15291"/>
                  <a:pt x="11291" y="15240"/>
                </a:cubicBezTo>
                <a:cubicBezTo>
                  <a:pt x="11291" y="15240"/>
                  <a:pt x="11291" y="11291"/>
                  <a:pt x="11291" y="11291"/>
                </a:cubicBezTo>
                <a:close/>
                <a:moveTo>
                  <a:pt x="11291" y="6360"/>
                </a:moveTo>
                <a:cubicBezTo>
                  <a:pt x="12608" y="6309"/>
                  <a:pt x="13855" y="6066"/>
                  <a:pt x="14971" y="5652"/>
                </a:cubicBezTo>
                <a:cubicBezTo>
                  <a:pt x="15392" y="7019"/>
                  <a:pt x="15655" y="8605"/>
                  <a:pt x="15697" y="10309"/>
                </a:cubicBezTo>
                <a:lnTo>
                  <a:pt x="11291" y="10309"/>
                </a:lnTo>
                <a:cubicBezTo>
                  <a:pt x="11291" y="10309"/>
                  <a:pt x="11291" y="6360"/>
                  <a:pt x="11291" y="6360"/>
                </a:cubicBezTo>
                <a:close/>
                <a:moveTo>
                  <a:pt x="11291" y="1031"/>
                </a:moveTo>
                <a:cubicBezTo>
                  <a:pt x="12654" y="1302"/>
                  <a:pt x="13850" y="2691"/>
                  <a:pt x="14652" y="4731"/>
                </a:cubicBezTo>
                <a:cubicBezTo>
                  <a:pt x="13638" y="5107"/>
                  <a:pt x="12498" y="5329"/>
                  <a:pt x="11291" y="5379"/>
                </a:cubicBezTo>
                <a:cubicBezTo>
                  <a:pt x="11291" y="5379"/>
                  <a:pt x="11291" y="1031"/>
                  <a:pt x="11291" y="1031"/>
                </a:cubicBezTo>
                <a:close/>
                <a:moveTo>
                  <a:pt x="17142" y="3315"/>
                </a:moveTo>
                <a:cubicBezTo>
                  <a:pt x="16665" y="3711"/>
                  <a:pt x="16123" y="4065"/>
                  <a:pt x="15517" y="4361"/>
                </a:cubicBezTo>
                <a:cubicBezTo>
                  <a:pt x="15499" y="4318"/>
                  <a:pt x="15485" y="4271"/>
                  <a:pt x="15467" y="4229"/>
                </a:cubicBezTo>
                <a:cubicBezTo>
                  <a:pt x="15451" y="4190"/>
                  <a:pt x="15436" y="4151"/>
                  <a:pt x="15420" y="4112"/>
                </a:cubicBezTo>
                <a:cubicBezTo>
                  <a:pt x="15116" y="3408"/>
                  <a:pt x="14764" y="2778"/>
                  <a:pt x="14375" y="2231"/>
                </a:cubicBezTo>
                <a:cubicBezTo>
                  <a:pt x="14357" y="2206"/>
                  <a:pt x="14339" y="2181"/>
                  <a:pt x="14321" y="2156"/>
                </a:cubicBezTo>
                <a:cubicBezTo>
                  <a:pt x="14127" y="1890"/>
                  <a:pt x="13925" y="1643"/>
                  <a:pt x="13714" y="1422"/>
                </a:cubicBezTo>
                <a:cubicBezTo>
                  <a:pt x="14989" y="1818"/>
                  <a:pt x="16149" y="2471"/>
                  <a:pt x="17142" y="3315"/>
                </a:cubicBezTo>
                <a:moveTo>
                  <a:pt x="20598" y="10309"/>
                </a:moveTo>
                <a:lnTo>
                  <a:pt x="16673" y="10309"/>
                </a:lnTo>
                <a:cubicBezTo>
                  <a:pt x="16664" y="10027"/>
                  <a:pt x="16660" y="9742"/>
                  <a:pt x="16641" y="9465"/>
                </a:cubicBezTo>
                <a:cubicBezTo>
                  <a:pt x="16632" y="9340"/>
                  <a:pt x="16621" y="9217"/>
                  <a:pt x="16610" y="9093"/>
                </a:cubicBezTo>
                <a:cubicBezTo>
                  <a:pt x="16581" y="8761"/>
                  <a:pt x="16544" y="8434"/>
                  <a:pt x="16499" y="8112"/>
                </a:cubicBezTo>
                <a:cubicBezTo>
                  <a:pt x="16484" y="8005"/>
                  <a:pt x="16471" y="7896"/>
                  <a:pt x="16454" y="7789"/>
                </a:cubicBezTo>
                <a:cubicBezTo>
                  <a:pt x="16320" y="6944"/>
                  <a:pt x="16131" y="6144"/>
                  <a:pt x="15896" y="5397"/>
                </a:cubicBezTo>
                <a:cubicBezTo>
                  <a:pt x="15882" y="5357"/>
                  <a:pt x="15868" y="5317"/>
                  <a:pt x="15855" y="5276"/>
                </a:cubicBezTo>
                <a:cubicBezTo>
                  <a:pt x="16604" y="4918"/>
                  <a:pt x="17270" y="4478"/>
                  <a:pt x="17850" y="3981"/>
                </a:cubicBezTo>
                <a:cubicBezTo>
                  <a:pt x="19450" y="5638"/>
                  <a:pt x="20476" y="7853"/>
                  <a:pt x="20598" y="10309"/>
                </a:cubicBezTo>
                <a:moveTo>
                  <a:pt x="10309" y="5379"/>
                </a:moveTo>
                <a:cubicBezTo>
                  <a:pt x="9101" y="5329"/>
                  <a:pt x="7961" y="5107"/>
                  <a:pt x="6947" y="4731"/>
                </a:cubicBezTo>
                <a:cubicBezTo>
                  <a:pt x="7749" y="2691"/>
                  <a:pt x="8945" y="1302"/>
                  <a:pt x="10309" y="1031"/>
                </a:cubicBezTo>
                <a:cubicBezTo>
                  <a:pt x="10309" y="1031"/>
                  <a:pt x="10309" y="5379"/>
                  <a:pt x="10309" y="5379"/>
                </a:cubicBezTo>
                <a:close/>
                <a:moveTo>
                  <a:pt x="10309" y="10309"/>
                </a:moveTo>
                <a:lnTo>
                  <a:pt x="5903" y="10309"/>
                </a:lnTo>
                <a:cubicBezTo>
                  <a:pt x="5945" y="8605"/>
                  <a:pt x="6207" y="7019"/>
                  <a:pt x="6629" y="5652"/>
                </a:cubicBezTo>
                <a:cubicBezTo>
                  <a:pt x="7745" y="6066"/>
                  <a:pt x="8991" y="6309"/>
                  <a:pt x="10309" y="6360"/>
                </a:cubicBezTo>
                <a:cubicBezTo>
                  <a:pt x="10309" y="6360"/>
                  <a:pt x="10309" y="10309"/>
                  <a:pt x="10309" y="10309"/>
                </a:cubicBezTo>
                <a:close/>
                <a:moveTo>
                  <a:pt x="10309" y="15240"/>
                </a:moveTo>
                <a:cubicBezTo>
                  <a:pt x="8991" y="15291"/>
                  <a:pt x="7745" y="15534"/>
                  <a:pt x="6629" y="15948"/>
                </a:cubicBezTo>
                <a:cubicBezTo>
                  <a:pt x="6207" y="14581"/>
                  <a:pt x="5945" y="12995"/>
                  <a:pt x="5903" y="11291"/>
                </a:cubicBezTo>
                <a:lnTo>
                  <a:pt x="10309" y="11291"/>
                </a:lnTo>
                <a:cubicBezTo>
                  <a:pt x="10309" y="11291"/>
                  <a:pt x="10309" y="15240"/>
                  <a:pt x="10309" y="15240"/>
                </a:cubicBezTo>
                <a:close/>
                <a:moveTo>
                  <a:pt x="10309" y="20569"/>
                </a:moveTo>
                <a:cubicBezTo>
                  <a:pt x="8945" y="20298"/>
                  <a:pt x="7749" y="18909"/>
                  <a:pt x="6947" y="16869"/>
                </a:cubicBezTo>
                <a:cubicBezTo>
                  <a:pt x="7961" y="16493"/>
                  <a:pt x="9101" y="16271"/>
                  <a:pt x="10309" y="16221"/>
                </a:cubicBezTo>
                <a:cubicBezTo>
                  <a:pt x="10309" y="16221"/>
                  <a:pt x="10309" y="20569"/>
                  <a:pt x="10309" y="20569"/>
                </a:cubicBezTo>
                <a:close/>
                <a:moveTo>
                  <a:pt x="4458" y="18285"/>
                </a:moveTo>
                <a:cubicBezTo>
                  <a:pt x="4934" y="17890"/>
                  <a:pt x="5476" y="17535"/>
                  <a:pt x="6083" y="17239"/>
                </a:cubicBezTo>
                <a:cubicBezTo>
                  <a:pt x="6100" y="17282"/>
                  <a:pt x="6115" y="17329"/>
                  <a:pt x="6132" y="17372"/>
                </a:cubicBezTo>
                <a:cubicBezTo>
                  <a:pt x="6149" y="17410"/>
                  <a:pt x="6163" y="17450"/>
                  <a:pt x="6180" y="17488"/>
                </a:cubicBezTo>
                <a:cubicBezTo>
                  <a:pt x="6484" y="18192"/>
                  <a:pt x="6835" y="18822"/>
                  <a:pt x="7224" y="19369"/>
                </a:cubicBezTo>
                <a:cubicBezTo>
                  <a:pt x="7242" y="19394"/>
                  <a:pt x="7261" y="19419"/>
                  <a:pt x="7279" y="19444"/>
                </a:cubicBezTo>
                <a:cubicBezTo>
                  <a:pt x="7472" y="19710"/>
                  <a:pt x="7674" y="19957"/>
                  <a:pt x="7886" y="20178"/>
                </a:cubicBezTo>
                <a:cubicBezTo>
                  <a:pt x="6610" y="19782"/>
                  <a:pt x="5451" y="19129"/>
                  <a:pt x="4458" y="18285"/>
                </a:cubicBezTo>
                <a:moveTo>
                  <a:pt x="1002" y="11291"/>
                </a:moveTo>
                <a:lnTo>
                  <a:pt x="4927" y="11291"/>
                </a:lnTo>
                <a:cubicBezTo>
                  <a:pt x="4935" y="11574"/>
                  <a:pt x="4940" y="11858"/>
                  <a:pt x="4958" y="12135"/>
                </a:cubicBezTo>
                <a:cubicBezTo>
                  <a:pt x="4967" y="12260"/>
                  <a:pt x="4979" y="12383"/>
                  <a:pt x="4989" y="12507"/>
                </a:cubicBezTo>
                <a:cubicBezTo>
                  <a:pt x="5018" y="12839"/>
                  <a:pt x="5055" y="13166"/>
                  <a:pt x="5100" y="13488"/>
                </a:cubicBezTo>
                <a:cubicBezTo>
                  <a:pt x="5116" y="13596"/>
                  <a:pt x="5129" y="13704"/>
                  <a:pt x="5146" y="13811"/>
                </a:cubicBezTo>
                <a:cubicBezTo>
                  <a:pt x="5280" y="14656"/>
                  <a:pt x="5468" y="15456"/>
                  <a:pt x="5704" y="16203"/>
                </a:cubicBezTo>
                <a:cubicBezTo>
                  <a:pt x="5718" y="16244"/>
                  <a:pt x="5731" y="16284"/>
                  <a:pt x="5744" y="16324"/>
                </a:cubicBezTo>
                <a:cubicBezTo>
                  <a:pt x="4996" y="16682"/>
                  <a:pt x="4330" y="17122"/>
                  <a:pt x="3749" y="17620"/>
                </a:cubicBezTo>
                <a:cubicBezTo>
                  <a:pt x="2150" y="15962"/>
                  <a:pt x="1123" y="13747"/>
                  <a:pt x="1002" y="11291"/>
                </a:cubicBezTo>
                <a:moveTo>
                  <a:pt x="3749" y="3981"/>
                </a:moveTo>
                <a:cubicBezTo>
                  <a:pt x="4330" y="4478"/>
                  <a:pt x="4996" y="4918"/>
                  <a:pt x="5744" y="5276"/>
                </a:cubicBezTo>
                <a:cubicBezTo>
                  <a:pt x="5731" y="5317"/>
                  <a:pt x="5718" y="5357"/>
                  <a:pt x="5704" y="5397"/>
                </a:cubicBezTo>
                <a:cubicBezTo>
                  <a:pt x="5469" y="6144"/>
                  <a:pt x="5280" y="6944"/>
                  <a:pt x="5146" y="7789"/>
                </a:cubicBezTo>
                <a:cubicBezTo>
                  <a:pt x="5129" y="7896"/>
                  <a:pt x="5116" y="8005"/>
                  <a:pt x="5100" y="8112"/>
                </a:cubicBezTo>
                <a:cubicBezTo>
                  <a:pt x="5055" y="8434"/>
                  <a:pt x="5018" y="8761"/>
                  <a:pt x="4989" y="9093"/>
                </a:cubicBezTo>
                <a:cubicBezTo>
                  <a:pt x="4979" y="9217"/>
                  <a:pt x="4967" y="9340"/>
                  <a:pt x="4958" y="9465"/>
                </a:cubicBezTo>
                <a:cubicBezTo>
                  <a:pt x="4940" y="9742"/>
                  <a:pt x="4935" y="10027"/>
                  <a:pt x="4927" y="10309"/>
                </a:cubicBezTo>
                <a:lnTo>
                  <a:pt x="1002" y="10309"/>
                </a:lnTo>
                <a:cubicBezTo>
                  <a:pt x="1123" y="7853"/>
                  <a:pt x="2150" y="5638"/>
                  <a:pt x="3749" y="3981"/>
                </a:cubicBezTo>
                <a:moveTo>
                  <a:pt x="7886" y="1422"/>
                </a:moveTo>
                <a:cubicBezTo>
                  <a:pt x="7674" y="1643"/>
                  <a:pt x="7472" y="1890"/>
                  <a:pt x="7279" y="2156"/>
                </a:cubicBezTo>
                <a:cubicBezTo>
                  <a:pt x="7261" y="2181"/>
                  <a:pt x="7242" y="2206"/>
                  <a:pt x="7224" y="2231"/>
                </a:cubicBezTo>
                <a:cubicBezTo>
                  <a:pt x="6835" y="2778"/>
                  <a:pt x="6484" y="3408"/>
                  <a:pt x="6180" y="4112"/>
                </a:cubicBezTo>
                <a:cubicBezTo>
                  <a:pt x="6163" y="4151"/>
                  <a:pt x="6149" y="4190"/>
                  <a:pt x="6132" y="4229"/>
                </a:cubicBezTo>
                <a:cubicBezTo>
                  <a:pt x="6115" y="4271"/>
                  <a:pt x="6100" y="4318"/>
                  <a:pt x="6083" y="4361"/>
                </a:cubicBezTo>
                <a:cubicBezTo>
                  <a:pt x="5476" y="4065"/>
                  <a:pt x="4934" y="3711"/>
                  <a:pt x="4458" y="3315"/>
                </a:cubicBezTo>
                <a:cubicBezTo>
                  <a:pt x="5451" y="2471"/>
                  <a:pt x="6610" y="1818"/>
                  <a:pt x="7886" y="1422"/>
                </a:cubicBezTo>
                <a:moveTo>
                  <a:pt x="10800" y="0"/>
                </a:moveTo>
                <a:cubicBezTo>
                  <a:pt x="4835" y="0"/>
                  <a:pt x="0" y="4835"/>
                  <a:pt x="0" y="10800"/>
                </a:cubicBezTo>
                <a:cubicBezTo>
                  <a:pt x="0" y="16765"/>
                  <a:pt x="4835" y="21600"/>
                  <a:pt x="10800" y="21600"/>
                </a:cubicBezTo>
                <a:cubicBezTo>
                  <a:pt x="16764" y="21600"/>
                  <a:pt x="21600" y="16765"/>
                  <a:pt x="21600" y="10800"/>
                </a:cubicBezTo>
                <a:cubicBezTo>
                  <a:pt x="21600" y="4835"/>
                  <a:pt x="16764" y="0"/>
                  <a:pt x="10800" y="0"/>
                </a:cubicBezTo>
              </a:path>
            </a:pathLst>
          </a:custGeom>
          <a:solidFill>
            <a:schemeClr val="accent2"/>
          </a:solidFill>
          <a:ln w="0">
            <a:noFill/>
          </a:ln>
        </p:spPr>
        <p:style>
          <a:lnRef idx="0"/>
          <a:fillRef idx="0"/>
          <a:effectRef idx="0"/>
          <a:fontRef idx="minor"/>
        </p:style>
        <p:txBody>
          <a:bodyPr lIns="28440" rIns="28440" tIns="28440" bIns="28440" anchor="ctr">
            <a:noAutofit/>
          </a:bodyPr>
          <a:p>
            <a:pPr algn="ctr" defTabSz="914400">
              <a:lnSpc>
                <a:spcPct val="100000"/>
              </a:lnSpc>
              <a:tabLst>
                <a:tab algn="l" pos="0"/>
              </a:tabLst>
            </a:pPr>
            <a:endParaRPr b="0" lang="fr-FR" sz="1400" spc="-1" strike="noStrike">
              <a:solidFill>
                <a:schemeClr val="dk1"/>
              </a:solidFill>
              <a:latin typeface="Calibri"/>
              <a:ea typeface="Calibri"/>
            </a:endParaRPr>
          </a:p>
        </p:txBody>
      </p:sp>
      <p:sp>
        <p:nvSpPr>
          <p:cNvPr id="132" name="Google Shape;147;p22"/>
          <p:cNvSpPr/>
          <p:nvPr/>
        </p:nvSpPr>
        <p:spPr>
          <a:xfrm flipH="1" rot="10800000">
            <a:off x="0" y="2160"/>
            <a:ext cx="7966800" cy="4051080"/>
          </a:xfrm>
          <a:prstGeom prst="rtTriangle">
            <a:avLst/>
          </a:prstGeom>
          <a:solidFill>
            <a:schemeClr val="dk2"/>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cxnSp>
        <p:nvCxnSpPr>
          <p:cNvPr id="133" name="Google Shape;148;p22"/>
          <p:cNvCxnSpPr/>
          <p:nvPr/>
        </p:nvCxnSpPr>
        <p:spPr>
          <a:xfrm flipV="1">
            <a:off x="0" y="0"/>
            <a:ext cx="4524840" cy="2255400"/>
          </a:xfrm>
          <a:prstGeom prst="straightConnector1">
            <a:avLst/>
          </a:prstGeom>
          <a:ln w="9525">
            <a:solidFill>
              <a:srgbClr val="a5a5a5"/>
            </a:solidFill>
            <a:miter/>
          </a:ln>
        </p:spPr>
      </p:cxnSp>
      <p:cxnSp>
        <p:nvCxnSpPr>
          <p:cNvPr id="134" name="Google Shape;149;p22"/>
          <p:cNvCxnSpPr/>
          <p:nvPr/>
        </p:nvCxnSpPr>
        <p:spPr>
          <a:xfrm flipV="1">
            <a:off x="6752880" y="2943000"/>
            <a:ext cx="2393280" cy="1269000"/>
          </a:xfrm>
          <a:prstGeom prst="straightConnector1">
            <a:avLst/>
          </a:prstGeom>
          <a:ln w="9525">
            <a:solidFill>
              <a:srgbClr val="eab200"/>
            </a:solidFill>
            <a:miter/>
          </a:ln>
        </p:spPr>
      </p:cxnSp>
      <p:cxnSp>
        <p:nvCxnSpPr>
          <p:cNvPr id="135" name="Google Shape;150;p22"/>
          <p:cNvCxnSpPr/>
          <p:nvPr/>
        </p:nvCxnSpPr>
        <p:spPr>
          <a:xfrm flipV="1">
            <a:off x="-13320" y="3524760"/>
            <a:ext cx="1441800" cy="753120"/>
          </a:xfrm>
          <a:prstGeom prst="straightConnector1">
            <a:avLst/>
          </a:prstGeom>
          <a:ln w="9525">
            <a:solidFill>
              <a:srgbClr val="00194c"/>
            </a:solidFill>
            <a:miter/>
          </a:ln>
        </p:spPr>
      </p:cxnSp>
    </p:spTree>
  </p:cSld>
  <p:clrMap bg1="lt1" bg2="lt2" tx1="dk1" tx2="dk2" accent1="accent1" accent2="accent2" accent3="accent3" accent4="accent4" accent5="accent5" accent6="accent6" hlink="hlink" folHlink="folHlink"/>
  <p:sldLayoutIdLst>
    <p:sldLayoutId id="2147483703"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2.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23.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4.jpeg"/><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slideLayout" Target="../slideLayouts/slideLayout24.xml"/><Relationship Id="rId5"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7.jpeg"/><Relationship Id="rId2" Type="http://schemas.openxmlformats.org/officeDocument/2006/relationships/slideLayout" Target="../slideLayouts/slideLayout24.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4.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4.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4.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4.xml"/><Relationship Id="rId4"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slideLayout" Target="../slideLayouts/slideLayout24.xml"/><Relationship Id="rId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5.jpeg"/><Relationship Id="rId2" Type="http://schemas.openxmlformats.org/officeDocument/2006/relationships/slideLayout" Target="../slideLayouts/slideLayout24.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6.jpeg"/><Relationship Id="rId2" Type="http://schemas.openxmlformats.org/officeDocument/2006/relationships/image" Target="../media/image17.png"/><Relationship Id="rId3" Type="http://schemas.openxmlformats.org/officeDocument/2006/relationships/slideLayout" Target="../slideLayouts/slideLayout24.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9.jpeg"/><Relationship Id="rId3" Type="http://schemas.openxmlformats.org/officeDocument/2006/relationships/slideLayout" Target="../slideLayouts/slideLayout24.xml"/><Relationship Id="rId4"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19.jpeg"/><Relationship Id="rId3" Type="http://schemas.openxmlformats.org/officeDocument/2006/relationships/slideLayout" Target="../slideLayouts/slideLayout24.xml"/><Relationship Id="rId4"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4.xml"/><Relationship Id="rId4"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png"/><Relationship Id="rId3" Type="http://schemas.openxmlformats.org/officeDocument/2006/relationships/slideLayout" Target="../slideLayouts/slideLayout24.xml"/><Relationship Id="rId4"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4.png"/><Relationship Id="rId3" Type="http://schemas.openxmlformats.org/officeDocument/2006/relationships/slideLayout" Target="../slideLayouts/slideLayout24.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24.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image" Target="../media/image24.png"/><Relationship Id="rId4" Type="http://schemas.openxmlformats.org/officeDocument/2006/relationships/slideLayout" Target="../slideLayouts/slideLayout24.xml"/><Relationship Id="rId5"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29.jpeg"/><Relationship Id="rId2" Type="http://schemas.openxmlformats.org/officeDocument/2006/relationships/slideLayout" Target="../slideLayouts/slideLayout24.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slideLayout" Target="../slideLayouts/slideLayout24.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4.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24.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24.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24.xml"/><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24.xml"/><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24.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37.jpeg"/><Relationship Id="rId2" Type="http://schemas.openxmlformats.org/officeDocument/2006/relationships/slideLayout" Target="../slideLayouts/slideLayout12.xml"/><Relationship Id="rId3" Type="http://schemas.openxmlformats.org/officeDocument/2006/relationships/notesSlide" Target="../notesSlides/notesSlide2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Google Shape;254;p33"/>
          <p:cNvSpPr/>
          <p:nvPr/>
        </p:nvSpPr>
        <p:spPr>
          <a:xfrm rot="16200000">
            <a:off x="2009520" y="1793520"/>
            <a:ext cx="1807560" cy="1558080"/>
          </a:xfrm>
          <a:prstGeom prst="hexagon">
            <a:avLst>
              <a:gd name="adj" fmla="val 25000"/>
              <a:gd name="vf" fmla="val 115470"/>
            </a:avLst>
          </a:prstGeom>
          <a:solidFill>
            <a:schemeClr val="dk1"/>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sp>
        <p:nvSpPr>
          <p:cNvPr id="143" name="PlaceHolder 1"/>
          <p:cNvSpPr>
            <a:spLocks noGrp="1"/>
          </p:cNvSpPr>
          <p:nvPr>
            <p:ph type="title"/>
          </p:nvPr>
        </p:nvSpPr>
        <p:spPr>
          <a:xfrm>
            <a:off x="5505480" y="1400760"/>
            <a:ext cx="3638160" cy="1209960"/>
          </a:xfrm>
          <a:prstGeom prst="rect">
            <a:avLst/>
          </a:prstGeom>
          <a:noFill/>
          <a:ln w="0">
            <a:noFill/>
          </a:ln>
        </p:spPr>
        <p:txBody>
          <a:bodyPr lIns="68400" rIns="68400" tIns="34200" bIns="0" anchor="b">
            <a:normAutofit fontScale="90240"/>
          </a:bodyPr>
          <a:p>
            <a:pPr indent="0" defTabSz="914400">
              <a:lnSpc>
                <a:spcPct val="90000"/>
              </a:lnSpc>
              <a:buNone/>
              <a:tabLst>
                <a:tab algn="l" pos="0"/>
              </a:tabLst>
            </a:pPr>
            <a:r>
              <a:rPr b="1" lang="fr-FR" sz="3200" spc="-1" strike="noStrike">
                <a:solidFill>
                  <a:schemeClr val="accent1"/>
                </a:solidFill>
                <a:latin typeface="Calibri"/>
                <a:ea typeface="Calibri"/>
              </a:rPr>
              <a:t>Analysez les ventes d'une librairie</a:t>
            </a:r>
            <a:endParaRPr b="0" lang="fr-FR" sz="3200" spc="-1" strike="noStrike">
              <a:solidFill>
                <a:schemeClr val="dk1"/>
              </a:solidFill>
              <a:latin typeface="Arial"/>
            </a:endParaRPr>
          </a:p>
        </p:txBody>
      </p:sp>
      <p:sp>
        <p:nvSpPr>
          <p:cNvPr id="144" name="PlaceHolder 2"/>
          <p:cNvSpPr>
            <a:spLocks noGrp="1"/>
          </p:cNvSpPr>
          <p:nvPr>
            <p:ph type="subTitle"/>
          </p:nvPr>
        </p:nvSpPr>
        <p:spPr>
          <a:xfrm>
            <a:off x="5680080" y="2800440"/>
            <a:ext cx="3638520" cy="941040"/>
          </a:xfrm>
          <a:prstGeom prst="rect">
            <a:avLst/>
          </a:prstGeom>
          <a:noFill/>
          <a:ln w="0">
            <a:noFill/>
          </a:ln>
        </p:spPr>
        <p:txBody>
          <a:bodyPr lIns="68400" rIns="68400" tIns="34200" bIns="34200" anchor="t">
            <a:noAutofit/>
          </a:bodyPr>
          <a:p>
            <a:pPr marL="228600" indent="0" defTabSz="914400">
              <a:lnSpc>
                <a:spcPct val="90000"/>
              </a:lnSpc>
              <a:spcBef>
                <a:spcPts val="1001"/>
              </a:spcBef>
              <a:buNone/>
              <a:tabLst>
                <a:tab algn="l" pos="0"/>
              </a:tabLst>
            </a:pPr>
            <a:r>
              <a:rPr b="0" lang="fr" sz="1800" spc="-1" strike="noStrike">
                <a:solidFill>
                  <a:schemeClr val="accent6"/>
                </a:solidFill>
                <a:latin typeface="Calibri"/>
                <a:ea typeface="Calibri"/>
              </a:rPr>
              <a:t>Zied Belhocine</a:t>
            </a:r>
            <a:endParaRPr b="0" lang="fr-FR" sz="1800" spc="-1" strike="noStrike">
              <a:solidFill>
                <a:srgbClr val="000000"/>
              </a:solidFill>
              <a:latin typeface="Arial"/>
            </a:endParaRPr>
          </a:p>
        </p:txBody>
      </p:sp>
      <p:pic>
        <p:nvPicPr>
          <p:cNvPr id="145" name="Google Shape;258;p33" descr="https://lh5.googleusercontent.com/TcdnvzxQ7ulQo8GiFwfIKujloK6EfAJv7ikP-EvnfdTVQnROS3WXw6XSx9Cpd73e_l7GCUAnbxroB-qlzG2fvYdCyl-Y5QZ95MpiD-GfDN-4taJyHRqsr3vOZzc3ONTBu52b0HIdUOMeHvdHiA_5tD0"/>
          <p:cNvPicPr/>
          <p:nvPr/>
        </p:nvPicPr>
        <p:blipFill>
          <a:blip r:embed="rId1"/>
          <a:srcRect l="11387" t="12668" r="63938" b="13980"/>
          <a:stretch/>
        </p:blipFill>
        <p:spPr>
          <a:xfrm>
            <a:off x="1979640" y="1607760"/>
            <a:ext cx="1799640" cy="1777680"/>
          </a:xfrm>
          <a:prstGeom prst="rect">
            <a:avLst/>
          </a:prstGeom>
          <a:ln w="0">
            <a:noFill/>
          </a:ln>
        </p:spPr>
      </p:pic>
      <p:pic>
        <p:nvPicPr>
          <p:cNvPr id="146" name="Image 2" descr=""/>
          <p:cNvPicPr/>
          <p:nvPr/>
        </p:nvPicPr>
        <p:blipFill>
          <a:blip r:embed="rId2"/>
          <a:stretch/>
        </p:blipFill>
        <p:spPr>
          <a:xfrm>
            <a:off x="660240" y="1035000"/>
            <a:ext cx="4734720" cy="315144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 name="PlaceHolder 1"/>
          <p:cNvSpPr>
            <a:spLocks noGrp="1"/>
          </p:cNvSpPr>
          <p:nvPr>
            <p:ph type="title"/>
          </p:nvPr>
        </p:nvSpPr>
        <p:spPr>
          <a:xfrm>
            <a:off x="355320" y="363960"/>
            <a:ext cx="5504760" cy="909360"/>
          </a:xfrm>
          <a:prstGeom prst="rect">
            <a:avLst/>
          </a:prstGeom>
          <a:noFill/>
          <a:ln w="0">
            <a:noFill/>
          </a:ln>
        </p:spPr>
        <p:txBody>
          <a:bodyPr lIns="68400" rIns="68400" tIns="34200" bIns="0" anchor="b">
            <a:normAutofit/>
          </a:bodyPr>
          <a:p>
            <a:pPr indent="0" defTabSz="914400">
              <a:lnSpc>
                <a:spcPct val="90000"/>
              </a:lnSpc>
              <a:buNone/>
              <a:tabLst>
                <a:tab algn="l" pos="0"/>
              </a:tabLst>
            </a:pPr>
            <a:r>
              <a:rPr b="1" lang="fr-FR" sz="4800" spc="-1" strike="noStrike">
                <a:solidFill>
                  <a:schemeClr val="accent1"/>
                </a:solidFill>
                <a:latin typeface="Calibri"/>
                <a:ea typeface="Calibri"/>
              </a:rPr>
              <a:t>Contexte</a:t>
            </a:r>
            <a:r>
              <a:rPr b="0" lang="fr-FR" sz="2000" spc="-1" strike="noStrike">
                <a:solidFill>
                  <a:schemeClr val="dk1"/>
                </a:solidFill>
                <a:latin typeface="Arial"/>
                <a:ea typeface="Calibri"/>
              </a:rPr>
              <a:t> </a:t>
            </a:r>
            <a:endParaRPr b="0" lang="fr-FR" sz="2000" spc="-1" strike="noStrike">
              <a:solidFill>
                <a:schemeClr val="dk1"/>
              </a:solidFill>
              <a:latin typeface="Arial"/>
            </a:endParaRPr>
          </a:p>
        </p:txBody>
      </p:sp>
      <p:sp>
        <p:nvSpPr>
          <p:cNvPr id="148" name="PlaceHolder 2"/>
          <p:cNvSpPr>
            <a:spLocks noGrp="1"/>
          </p:cNvSpPr>
          <p:nvPr>
            <p:ph/>
          </p:nvPr>
        </p:nvSpPr>
        <p:spPr>
          <a:xfrm>
            <a:off x="355320" y="1569960"/>
            <a:ext cx="3416760" cy="2876400"/>
          </a:xfrm>
          <a:prstGeom prst="rect">
            <a:avLst/>
          </a:prstGeom>
          <a:noFill/>
          <a:ln w="0">
            <a:noFill/>
          </a:ln>
        </p:spPr>
        <p:txBody>
          <a:bodyPr lIns="68400" rIns="68400" tIns="34200" bIns="34200" anchor="t">
            <a:noAutofit/>
          </a:bodyPr>
          <a:p>
            <a:pPr indent="0" defTabSz="914400">
              <a:lnSpc>
                <a:spcPct val="100000"/>
              </a:lnSpc>
              <a:buNone/>
              <a:tabLst>
                <a:tab algn="l" pos="0"/>
              </a:tabLst>
            </a:pPr>
            <a:r>
              <a:rPr b="0" lang="fr-FR" sz="1400" spc="-1" strike="noStrike">
                <a:solidFill>
                  <a:schemeClr val="dk1"/>
                </a:solidFill>
                <a:latin typeface="Arial"/>
              </a:rPr>
              <a:t>L’entreprise Lapage  a ouvert depuis 2 ans un site de vente en ligne. La structure a besoin d’aide pour mieux comprendre ses données.</a:t>
            </a:r>
            <a:endParaRPr b="0" lang="fr-FR" sz="1400" spc="-1" strike="noStrike">
              <a:solidFill>
                <a:schemeClr val="dk1"/>
              </a:solidFill>
              <a:latin typeface="Arial"/>
            </a:endParaRPr>
          </a:p>
          <a:p>
            <a:pPr indent="0" defTabSz="914400">
              <a:lnSpc>
                <a:spcPct val="100000"/>
              </a:lnSpc>
              <a:buNone/>
              <a:tabLst>
                <a:tab algn="l" pos="0"/>
              </a:tabLst>
            </a:pPr>
            <a:r>
              <a:rPr b="0" lang="fr-FR" sz="1400" spc="-1" strike="noStrike">
                <a:solidFill>
                  <a:schemeClr val="dk1"/>
                </a:solidFill>
                <a:latin typeface="Arial"/>
              </a:rPr>
              <a:t>Cette analyse va être découpée en deux parties :</a:t>
            </a:r>
            <a:endParaRPr b="0" lang="fr-FR" sz="1400" spc="-1" strike="noStrike">
              <a:solidFill>
                <a:schemeClr val="dk1"/>
              </a:solidFill>
              <a:latin typeface="Arial"/>
            </a:endParaRPr>
          </a:p>
          <a:p>
            <a:pPr indent="0" defTabSz="914400">
              <a:lnSpc>
                <a:spcPct val="100000"/>
              </a:lnSpc>
              <a:buNone/>
              <a:tabLst>
                <a:tab algn="l" pos="0"/>
              </a:tabLst>
            </a:pPr>
            <a:r>
              <a:rPr b="0" lang="fr-FR" sz="1400" spc="-1" strike="noStrike">
                <a:solidFill>
                  <a:schemeClr val="dk1"/>
                </a:solidFill>
                <a:latin typeface="Arial"/>
              </a:rPr>
              <a:t>Une analyse des différents indicateurs de vente.</a:t>
            </a:r>
            <a:endParaRPr b="0" lang="fr-FR" sz="1400" spc="-1" strike="noStrike">
              <a:solidFill>
                <a:schemeClr val="dk1"/>
              </a:solidFill>
              <a:latin typeface="Arial"/>
            </a:endParaRPr>
          </a:p>
          <a:p>
            <a:pPr indent="0" defTabSz="914400">
              <a:lnSpc>
                <a:spcPct val="100000"/>
              </a:lnSpc>
              <a:buNone/>
              <a:tabLst>
                <a:tab algn="l" pos="0"/>
              </a:tabLst>
            </a:pPr>
            <a:r>
              <a:rPr b="0" lang="fr-FR" sz="1400" spc="-1" strike="noStrike">
                <a:solidFill>
                  <a:schemeClr val="dk1"/>
                </a:solidFill>
                <a:latin typeface="Arial"/>
              </a:rPr>
              <a:t>Une analyse plus ciblée sur les clients : l’objectif est de comprendre le comportement de nos clients en ligne, pour pouvoir ensuite comparer avec la connaissance acquise via nos librairies physiques. </a:t>
            </a:r>
            <a:endParaRPr b="0" lang="fr-FR" sz="1400" spc="-1" strike="noStrike">
              <a:solidFill>
                <a:schemeClr val="dk1"/>
              </a:solidFill>
              <a:latin typeface="Arial"/>
            </a:endParaRPr>
          </a:p>
        </p:txBody>
      </p:sp>
      <p:sp>
        <p:nvSpPr>
          <p:cNvPr id="149" name="PlaceHolder 3"/>
          <p:cNvSpPr>
            <a:spLocks noGrp="1"/>
          </p:cNvSpPr>
          <p:nvPr>
            <p:ph type="sldNum" idx="33"/>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chemeClr val="lt2"/>
                </a:solidFill>
                <a:latin typeface="Calibri"/>
                <a:ea typeface="Calibri"/>
              </a:defRPr>
            </a:lvl1pPr>
          </a:lstStyle>
          <a:p>
            <a:pPr indent="0" algn="r" defTabSz="914400">
              <a:lnSpc>
                <a:spcPct val="100000"/>
              </a:lnSpc>
              <a:buNone/>
              <a:tabLst>
                <a:tab algn="l" pos="0"/>
              </a:tabLst>
            </a:pPr>
            <a:fld id="{EB1CE14A-F754-46D4-919F-9F1A57B29831}" type="slidenum">
              <a:rPr b="0" lang="fr" sz="900" spc="-1" strike="noStrike">
                <a:solidFill>
                  <a:schemeClr val="lt2"/>
                </a:solidFill>
                <a:latin typeface="Calibri"/>
                <a:ea typeface="Calibri"/>
              </a:rPr>
              <a:t>&lt;numéro&gt;</a:t>
            </a:fld>
            <a:endParaRPr b="0" lang="fr-FR" sz="900" spc="-1" strike="noStrike">
              <a:solidFill>
                <a:srgbClr val="000000"/>
              </a:solidFill>
              <a:latin typeface="Times New Roman"/>
            </a:endParaRPr>
          </a:p>
        </p:txBody>
      </p:sp>
      <p:pic>
        <p:nvPicPr>
          <p:cNvPr id="150" name="Image 2" descr=""/>
          <p:cNvPicPr/>
          <p:nvPr/>
        </p:nvPicPr>
        <p:blipFill>
          <a:blip r:embed="rId1"/>
          <a:stretch/>
        </p:blipFill>
        <p:spPr>
          <a:xfrm>
            <a:off x="4259160" y="513360"/>
            <a:ext cx="4100760" cy="410076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PlaceHolder 1"/>
          <p:cNvSpPr>
            <a:spLocks noGrp="1"/>
          </p:cNvSpPr>
          <p:nvPr>
            <p:ph type="title"/>
          </p:nvPr>
        </p:nvSpPr>
        <p:spPr>
          <a:xfrm>
            <a:off x="389160" y="156600"/>
            <a:ext cx="4687560" cy="85896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 sz="3300" spc="-1" strike="noStrike">
                <a:solidFill>
                  <a:schemeClr val="accent1"/>
                </a:solidFill>
                <a:latin typeface="Calibri"/>
                <a:ea typeface="Calibri"/>
              </a:rPr>
              <a:t>Les données initiales</a:t>
            </a:r>
            <a:endParaRPr b="0" lang="fr-FR" sz="3300" spc="-1" strike="noStrike">
              <a:solidFill>
                <a:schemeClr val="dk1"/>
              </a:solidFill>
              <a:latin typeface="Arial"/>
            </a:endParaRPr>
          </a:p>
        </p:txBody>
      </p:sp>
      <p:sp>
        <p:nvSpPr>
          <p:cNvPr id="152" name="PlaceHolder 2"/>
          <p:cNvSpPr>
            <a:spLocks noGrp="1"/>
          </p:cNvSpPr>
          <p:nvPr>
            <p:ph/>
          </p:nvPr>
        </p:nvSpPr>
        <p:spPr>
          <a:xfrm>
            <a:off x="1936800" y="1350720"/>
            <a:ext cx="6976440" cy="3033720"/>
          </a:xfrm>
          <a:prstGeom prst="rect">
            <a:avLst/>
          </a:prstGeom>
          <a:noFill/>
          <a:ln w="0">
            <a:noFill/>
          </a:ln>
        </p:spPr>
        <p:txBody>
          <a:bodyPr lIns="68400" rIns="68400" tIns="34200" bIns="34200" anchor="t">
            <a:normAutofit/>
          </a:bodyPr>
          <a:p>
            <a:pPr indent="0" defTabSz="914400">
              <a:lnSpc>
                <a:spcPct val="90000"/>
              </a:lnSpc>
              <a:buNone/>
              <a:tabLst>
                <a:tab algn="l" pos="0"/>
              </a:tabLst>
            </a:pPr>
            <a:r>
              <a:rPr b="0" lang="fr-FR" sz="1800" spc="-1" strike="noStrike">
                <a:solidFill>
                  <a:schemeClr val="dk1"/>
                </a:solidFill>
                <a:latin typeface="Calibri"/>
                <a:ea typeface="Calibri"/>
              </a:rPr>
              <a:t>On dispose de trois fichiers pour nos analyses.</a:t>
            </a:r>
            <a:endParaRPr b="0" lang="fr-FR" sz="1800" spc="-1" strike="noStrike">
              <a:solidFill>
                <a:schemeClr val="dk1"/>
              </a:solidFill>
              <a:latin typeface="Arial"/>
            </a:endParaRPr>
          </a:p>
        </p:txBody>
      </p:sp>
      <p:sp>
        <p:nvSpPr>
          <p:cNvPr id="153" name="PlaceHolder 3"/>
          <p:cNvSpPr>
            <a:spLocks noGrp="1"/>
          </p:cNvSpPr>
          <p:nvPr>
            <p:ph type="sldNum" idx="34"/>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881EC69E-893E-408B-B0B8-F41036EB846E}"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sp>
        <p:nvSpPr>
          <p:cNvPr id="154" name="ZoneTexte 2"/>
          <p:cNvSpPr/>
          <p:nvPr/>
        </p:nvSpPr>
        <p:spPr>
          <a:xfrm>
            <a:off x="389160" y="4021920"/>
            <a:ext cx="2384640" cy="272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fr-FR" sz="1200" spc="-1" strike="noStrike">
                <a:solidFill>
                  <a:srgbClr val="000000"/>
                </a:solidFill>
                <a:latin typeface="Arial"/>
                <a:ea typeface="Arial"/>
              </a:rPr>
              <a:t>Clients</a:t>
            </a:r>
            <a:endParaRPr b="0" lang="fr-FR" sz="1200" spc="-1" strike="noStrike">
              <a:solidFill>
                <a:srgbClr val="000000"/>
              </a:solidFill>
              <a:latin typeface="Arial"/>
            </a:endParaRPr>
          </a:p>
        </p:txBody>
      </p:sp>
      <p:sp>
        <p:nvSpPr>
          <p:cNvPr id="155" name="ZoneTexte 4"/>
          <p:cNvSpPr/>
          <p:nvPr/>
        </p:nvSpPr>
        <p:spPr>
          <a:xfrm>
            <a:off x="6070320" y="4021920"/>
            <a:ext cx="2384640" cy="272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fr-FR" sz="1200" spc="-1" strike="noStrike">
                <a:solidFill>
                  <a:srgbClr val="000000"/>
                </a:solidFill>
                <a:latin typeface="Arial"/>
                <a:ea typeface="Arial"/>
              </a:rPr>
              <a:t>Produits</a:t>
            </a:r>
            <a:endParaRPr b="0" lang="fr-FR" sz="1200" spc="-1" strike="noStrike">
              <a:solidFill>
                <a:srgbClr val="000000"/>
              </a:solidFill>
              <a:latin typeface="Arial"/>
            </a:endParaRPr>
          </a:p>
        </p:txBody>
      </p:sp>
      <p:sp>
        <p:nvSpPr>
          <p:cNvPr id="156" name="ZoneTexte 5"/>
          <p:cNvSpPr/>
          <p:nvPr/>
        </p:nvSpPr>
        <p:spPr>
          <a:xfrm>
            <a:off x="3230640" y="4021920"/>
            <a:ext cx="2384640" cy="272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fr-FR" sz="1200" spc="-1" strike="noStrike">
                <a:solidFill>
                  <a:srgbClr val="000000"/>
                </a:solidFill>
                <a:latin typeface="Arial"/>
                <a:ea typeface="Arial"/>
              </a:rPr>
              <a:t>Transactions</a:t>
            </a:r>
            <a:endParaRPr b="0" lang="fr-FR" sz="1200" spc="-1" strike="noStrike">
              <a:solidFill>
                <a:srgbClr val="000000"/>
              </a:solidFill>
              <a:latin typeface="Arial"/>
            </a:endParaRPr>
          </a:p>
        </p:txBody>
      </p:sp>
      <p:pic>
        <p:nvPicPr>
          <p:cNvPr id="157" name="Picture 2" descr="People - Vecteurs : téléchargez gratuitement des vecteurs de haute qualité  sur Freepik | Freepik"/>
          <p:cNvPicPr/>
          <p:nvPr/>
        </p:nvPicPr>
        <p:blipFill>
          <a:blip r:embed="rId1"/>
          <a:stretch/>
        </p:blipFill>
        <p:spPr>
          <a:xfrm>
            <a:off x="389160" y="1860480"/>
            <a:ext cx="2522880" cy="2161080"/>
          </a:xfrm>
          <a:prstGeom prst="rect">
            <a:avLst/>
          </a:prstGeom>
          <a:ln w="0">
            <a:noFill/>
          </a:ln>
        </p:spPr>
      </p:pic>
      <p:pic>
        <p:nvPicPr>
          <p:cNvPr id="158" name="Picture 4" descr="fille faisant une transaction de paiement en ligne 9160026 Art vectoriel  chez Vecteezy"/>
          <p:cNvPicPr/>
          <p:nvPr/>
        </p:nvPicPr>
        <p:blipFill>
          <a:blip r:embed="rId2"/>
          <a:stretch/>
        </p:blipFill>
        <p:spPr>
          <a:xfrm>
            <a:off x="3128040" y="1866240"/>
            <a:ext cx="2588400" cy="2155320"/>
          </a:xfrm>
          <a:prstGeom prst="rect">
            <a:avLst/>
          </a:prstGeom>
          <a:ln w="0">
            <a:noFill/>
          </a:ln>
        </p:spPr>
      </p:pic>
      <p:pic>
        <p:nvPicPr>
          <p:cNvPr id="159" name="Picture 6" descr="Qu'est-ce que l'ISBN ?"/>
          <p:cNvPicPr/>
          <p:nvPr/>
        </p:nvPicPr>
        <p:blipFill>
          <a:blip r:embed="rId3"/>
          <a:stretch/>
        </p:blipFill>
        <p:spPr>
          <a:xfrm>
            <a:off x="5595840" y="2084040"/>
            <a:ext cx="3222360" cy="1847520"/>
          </a:xfrm>
          <a:prstGeom prst="rect">
            <a:avLst/>
          </a:prstGeom>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sldNum" idx="35"/>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3AEA1430-CE73-4664-8140-0AB38B4B8763}"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pic>
        <p:nvPicPr>
          <p:cNvPr id="161" name="Picture 2" descr="Indicateurs kpis - Vecteurs : téléchargez gratuitement des vecteurs de  haute qualité sur Freepik | Freepik"/>
          <p:cNvPicPr/>
          <p:nvPr/>
        </p:nvPicPr>
        <p:blipFill>
          <a:blip r:embed="rId1"/>
          <a:stretch/>
        </p:blipFill>
        <p:spPr>
          <a:xfrm>
            <a:off x="4362840" y="524520"/>
            <a:ext cx="4093920" cy="4093920"/>
          </a:xfrm>
          <a:prstGeom prst="rect">
            <a:avLst/>
          </a:prstGeom>
          <a:ln w="0">
            <a:noFill/>
          </a:ln>
        </p:spPr>
      </p:pic>
      <p:sp>
        <p:nvSpPr>
          <p:cNvPr id="162" name="ZoneTexte 3"/>
          <p:cNvSpPr/>
          <p:nvPr/>
        </p:nvSpPr>
        <p:spPr>
          <a:xfrm>
            <a:off x="1097280" y="1002240"/>
            <a:ext cx="3087360" cy="3107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fr-FR" sz="6600" spc="-1" strike="noStrike">
                <a:solidFill>
                  <a:schemeClr val="accent1"/>
                </a:solidFill>
                <a:latin typeface="Calibri"/>
                <a:ea typeface="Calibri"/>
              </a:rPr>
              <a:t>Les chiffres clés</a:t>
            </a:r>
            <a:endParaRPr b="0" lang="fr-FR" sz="6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title"/>
          </p:nvPr>
        </p:nvSpPr>
        <p:spPr>
          <a:xfrm>
            <a:off x="501480" y="266760"/>
            <a:ext cx="59443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 sz="3300" spc="-1" strike="noStrike">
                <a:solidFill>
                  <a:schemeClr val="accent1"/>
                </a:solidFill>
                <a:latin typeface="Calibri"/>
                <a:ea typeface="Calibri"/>
              </a:rPr>
              <a:t>Les transactions</a:t>
            </a:r>
            <a:endParaRPr b="0" lang="fr-FR" sz="3300" spc="-1" strike="noStrike">
              <a:solidFill>
                <a:schemeClr val="dk1"/>
              </a:solidFill>
              <a:latin typeface="Arial"/>
            </a:endParaRPr>
          </a:p>
        </p:txBody>
      </p:sp>
      <p:sp>
        <p:nvSpPr>
          <p:cNvPr id="164" name="PlaceHolder 2"/>
          <p:cNvSpPr>
            <a:spLocks noGrp="1"/>
          </p:cNvSpPr>
          <p:nvPr>
            <p:ph type="sldNum" idx="36"/>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4E7D66D3-BAFA-45F4-A70F-B0C73A72C06E}" type="slidenum">
              <a:rPr b="0" lang="fr" sz="900" spc="-1" strike="noStrike">
                <a:solidFill>
                  <a:srgbClr val="9e9e9e"/>
                </a:solidFill>
                <a:latin typeface="Calibri"/>
                <a:ea typeface="Calibri"/>
              </a:rPr>
              <a:t>5</a:t>
            </a:fld>
            <a:endParaRPr b="0" lang="fr-FR" sz="900" spc="-1" strike="noStrike">
              <a:solidFill>
                <a:srgbClr val="000000"/>
              </a:solidFill>
              <a:latin typeface="Times New Roman"/>
            </a:endParaRPr>
          </a:p>
        </p:txBody>
      </p:sp>
      <p:pic>
        <p:nvPicPr>
          <p:cNvPr id="165" name="Image 3" descr=""/>
          <p:cNvPicPr/>
          <p:nvPr/>
        </p:nvPicPr>
        <p:blipFill>
          <a:blip r:embed="rId1"/>
          <a:stretch/>
        </p:blipFill>
        <p:spPr>
          <a:xfrm>
            <a:off x="1447200" y="775440"/>
            <a:ext cx="5858280" cy="423756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PlaceHolder 1"/>
          <p:cNvSpPr>
            <a:spLocks noGrp="1"/>
          </p:cNvSpPr>
          <p:nvPr>
            <p:ph type="title"/>
          </p:nvPr>
        </p:nvSpPr>
        <p:spPr>
          <a:xfrm>
            <a:off x="501480" y="266760"/>
            <a:ext cx="59443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 sz="3300" spc="-1" strike="noStrike">
                <a:solidFill>
                  <a:schemeClr val="accent1"/>
                </a:solidFill>
                <a:latin typeface="Calibri"/>
                <a:ea typeface="Calibri"/>
              </a:rPr>
              <a:t>Chiffre d’affaire</a:t>
            </a:r>
            <a:endParaRPr b="0" lang="fr-FR" sz="3300" spc="-1" strike="noStrike">
              <a:solidFill>
                <a:schemeClr val="dk1"/>
              </a:solidFill>
              <a:latin typeface="Arial"/>
            </a:endParaRPr>
          </a:p>
        </p:txBody>
      </p:sp>
      <p:sp>
        <p:nvSpPr>
          <p:cNvPr id="167" name="PlaceHolder 2"/>
          <p:cNvSpPr>
            <a:spLocks noGrp="1"/>
          </p:cNvSpPr>
          <p:nvPr>
            <p:ph type="sldNum" idx="37"/>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75E8AB75-CE03-444C-9AE6-368FAEDE02B6}" type="slidenum">
              <a:rPr b="0" lang="fr" sz="900" spc="-1" strike="noStrike">
                <a:solidFill>
                  <a:srgbClr val="9e9e9e"/>
                </a:solidFill>
                <a:latin typeface="Calibri"/>
                <a:ea typeface="Calibri"/>
              </a:rPr>
              <a:t>6</a:t>
            </a:fld>
            <a:endParaRPr b="0" lang="fr-FR" sz="900" spc="-1" strike="noStrike">
              <a:solidFill>
                <a:srgbClr val="000000"/>
              </a:solidFill>
              <a:latin typeface="Times New Roman"/>
            </a:endParaRPr>
          </a:p>
        </p:txBody>
      </p:sp>
      <p:pic>
        <p:nvPicPr>
          <p:cNvPr id="168" name="Image 2" descr=""/>
          <p:cNvPicPr/>
          <p:nvPr/>
        </p:nvPicPr>
        <p:blipFill>
          <a:blip r:embed="rId1"/>
          <a:stretch/>
        </p:blipFill>
        <p:spPr>
          <a:xfrm>
            <a:off x="1752840" y="952560"/>
            <a:ext cx="4852440" cy="3483000"/>
          </a:xfrm>
          <a:prstGeom prst="rect">
            <a:avLst/>
          </a:prstGeom>
          <a:ln w="0">
            <a:noFill/>
          </a:ln>
        </p:spPr>
      </p:pic>
      <p:sp>
        <p:nvSpPr>
          <p:cNvPr id="169" name="ZoneTexte 3"/>
          <p:cNvSpPr/>
          <p:nvPr/>
        </p:nvSpPr>
        <p:spPr>
          <a:xfrm>
            <a:off x="1969560" y="4566600"/>
            <a:ext cx="489024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fr-FR" sz="1800" spc="-1" strike="noStrike">
                <a:solidFill>
                  <a:schemeClr val="dk1"/>
                </a:solidFill>
                <a:latin typeface="Arial"/>
              </a:rPr>
              <a:t>CA total depuis l’ouverture du site : 11,8 M d’€.</a:t>
            </a:r>
            <a:endParaRPr b="0" lang="fr-F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 name="PlaceHolder 1"/>
          <p:cNvSpPr>
            <a:spLocks noGrp="1"/>
          </p:cNvSpPr>
          <p:nvPr>
            <p:ph type="title"/>
          </p:nvPr>
        </p:nvSpPr>
        <p:spPr>
          <a:xfrm>
            <a:off x="501480" y="266760"/>
            <a:ext cx="68947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FR" sz="3300" spc="-1" strike="noStrike">
                <a:solidFill>
                  <a:srgbClr val="000000"/>
                </a:solidFill>
                <a:latin typeface="Arial"/>
              </a:rPr>
              <a:t>Zoom sur les catégories de produits</a:t>
            </a:r>
            <a:endParaRPr b="0" lang="fr-FR" sz="3300" spc="-1" strike="noStrike">
              <a:solidFill>
                <a:schemeClr val="dk1"/>
              </a:solidFill>
              <a:latin typeface="Arial"/>
            </a:endParaRPr>
          </a:p>
        </p:txBody>
      </p:sp>
      <p:sp>
        <p:nvSpPr>
          <p:cNvPr id="171" name="PlaceHolder 2"/>
          <p:cNvSpPr>
            <a:spLocks noGrp="1"/>
          </p:cNvSpPr>
          <p:nvPr>
            <p:ph type="sldNum" idx="38"/>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B16793F3-C42F-491C-9555-F5AE491DAE64}" type="slidenum">
              <a:rPr b="0" lang="fr" sz="900" spc="-1" strike="noStrike">
                <a:solidFill>
                  <a:srgbClr val="9e9e9e"/>
                </a:solidFill>
                <a:latin typeface="Calibri"/>
                <a:ea typeface="Calibri"/>
              </a:rPr>
              <a:t>7</a:t>
            </a:fld>
            <a:endParaRPr b="0" lang="fr-FR" sz="900" spc="-1" strike="noStrike">
              <a:solidFill>
                <a:srgbClr val="000000"/>
              </a:solidFill>
              <a:latin typeface="Times New Roman"/>
            </a:endParaRPr>
          </a:p>
        </p:txBody>
      </p:sp>
      <p:pic>
        <p:nvPicPr>
          <p:cNvPr id="172" name="Image 2" descr=""/>
          <p:cNvPicPr/>
          <p:nvPr/>
        </p:nvPicPr>
        <p:blipFill>
          <a:blip r:embed="rId1"/>
          <a:stretch/>
        </p:blipFill>
        <p:spPr>
          <a:xfrm>
            <a:off x="1273680" y="910800"/>
            <a:ext cx="5962680" cy="392256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3" name="PlaceHolder 1"/>
          <p:cNvSpPr>
            <a:spLocks noGrp="1"/>
          </p:cNvSpPr>
          <p:nvPr>
            <p:ph type="title"/>
          </p:nvPr>
        </p:nvSpPr>
        <p:spPr>
          <a:xfrm>
            <a:off x="501480" y="266760"/>
            <a:ext cx="6521400" cy="508320"/>
          </a:xfrm>
          <a:prstGeom prst="rect">
            <a:avLst/>
          </a:prstGeom>
          <a:noFill/>
          <a:ln w="0">
            <a:noFill/>
          </a:ln>
        </p:spPr>
        <p:txBody>
          <a:bodyPr lIns="68400" rIns="68400" tIns="34200" bIns="0" anchor="b">
            <a:normAutofit fontScale="93422"/>
          </a:bodyPr>
          <a:p>
            <a:pPr indent="0" defTabSz="914400">
              <a:lnSpc>
                <a:spcPct val="90000"/>
              </a:lnSpc>
              <a:buNone/>
              <a:tabLst>
                <a:tab algn="l" pos="0"/>
              </a:tabLst>
            </a:pPr>
            <a:r>
              <a:rPr b="0" lang="fr-FR" sz="3300" spc="-1" strike="noStrike">
                <a:solidFill>
                  <a:srgbClr val="000000"/>
                </a:solidFill>
                <a:latin typeface="Arial"/>
              </a:rPr>
              <a:t>Zoom sur les catégories de produits</a:t>
            </a:r>
            <a:endParaRPr b="0" lang="fr-FR" sz="3300" spc="-1" strike="noStrike">
              <a:solidFill>
                <a:schemeClr val="dk1"/>
              </a:solidFill>
              <a:latin typeface="Arial"/>
            </a:endParaRPr>
          </a:p>
        </p:txBody>
      </p:sp>
      <p:sp>
        <p:nvSpPr>
          <p:cNvPr id="174" name="PlaceHolder 2"/>
          <p:cNvSpPr>
            <a:spLocks noGrp="1"/>
          </p:cNvSpPr>
          <p:nvPr>
            <p:ph type="sldNum" idx="39"/>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2AA69273-B522-4277-8617-8E433AC05181}" type="slidenum">
              <a:rPr b="0" lang="fr" sz="900" spc="-1" strike="noStrike">
                <a:solidFill>
                  <a:srgbClr val="9e9e9e"/>
                </a:solidFill>
                <a:latin typeface="Calibri"/>
                <a:ea typeface="Calibri"/>
              </a:rPr>
              <a:t>8</a:t>
            </a:fld>
            <a:endParaRPr b="0" lang="fr-FR" sz="900" spc="-1" strike="noStrike">
              <a:solidFill>
                <a:srgbClr val="000000"/>
              </a:solidFill>
              <a:latin typeface="Times New Roman"/>
            </a:endParaRPr>
          </a:p>
        </p:txBody>
      </p:sp>
      <p:pic>
        <p:nvPicPr>
          <p:cNvPr id="175" name="Image 8" descr=""/>
          <p:cNvPicPr/>
          <p:nvPr/>
        </p:nvPicPr>
        <p:blipFill>
          <a:blip r:embed="rId1"/>
          <a:stretch/>
        </p:blipFill>
        <p:spPr>
          <a:xfrm>
            <a:off x="176040" y="1776240"/>
            <a:ext cx="4054680" cy="2586600"/>
          </a:xfrm>
          <a:prstGeom prst="rect">
            <a:avLst/>
          </a:prstGeom>
          <a:ln w="0">
            <a:noFill/>
          </a:ln>
        </p:spPr>
      </p:pic>
      <p:pic>
        <p:nvPicPr>
          <p:cNvPr id="176" name="Image 10" descr=""/>
          <p:cNvPicPr/>
          <p:nvPr/>
        </p:nvPicPr>
        <p:blipFill>
          <a:blip r:embed="rId2"/>
          <a:stretch/>
        </p:blipFill>
        <p:spPr>
          <a:xfrm>
            <a:off x="4566600" y="1776240"/>
            <a:ext cx="4012200" cy="258660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 name="PlaceHolder 1"/>
          <p:cNvSpPr>
            <a:spLocks noGrp="1"/>
          </p:cNvSpPr>
          <p:nvPr>
            <p:ph type="title"/>
          </p:nvPr>
        </p:nvSpPr>
        <p:spPr>
          <a:xfrm>
            <a:off x="501480" y="266760"/>
            <a:ext cx="59443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FR" sz="3300" spc="-1" strike="noStrike">
                <a:solidFill>
                  <a:srgbClr val="000000"/>
                </a:solidFill>
                <a:latin typeface="Arial"/>
              </a:rPr>
              <a:t>Tops vs Flops</a:t>
            </a:r>
            <a:endParaRPr b="0" lang="fr-FR" sz="3300" spc="-1" strike="noStrike">
              <a:solidFill>
                <a:schemeClr val="dk1"/>
              </a:solidFill>
              <a:latin typeface="Arial"/>
            </a:endParaRPr>
          </a:p>
        </p:txBody>
      </p:sp>
      <p:sp>
        <p:nvSpPr>
          <p:cNvPr id="178" name="PlaceHolder 2"/>
          <p:cNvSpPr>
            <a:spLocks noGrp="1"/>
          </p:cNvSpPr>
          <p:nvPr>
            <p:ph type="sldNum" idx="40"/>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54D46994-0934-4320-894B-50FA0C3A9D71}" type="slidenum">
              <a:rPr b="0" lang="fr" sz="900" spc="-1" strike="noStrike">
                <a:solidFill>
                  <a:srgbClr val="9e9e9e"/>
                </a:solidFill>
                <a:latin typeface="Calibri"/>
                <a:ea typeface="Calibri"/>
              </a:rPr>
              <a:t>9</a:t>
            </a:fld>
            <a:endParaRPr b="0" lang="fr-FR" sz="900" spc="-1" strike="noStrike">
              <a:solidFill>
                <a:srgbClr val="000000"/>
              </a:solidFill>
              <a:latin typeface="Times New Roman"/>
            </a:endParaRPr>
          </a:p>
        </p:txBody>
      </p:sp>
      <p:pic>
        <p:nvPicPr>
          <p:cNvPr id="179" name="Image 7" descr=""/>
          <p:cNvPicPr/>
          <p:nvPr/>
        </p:nvPicPr>
        <p:blipFill>
          <a:blip r:embed="rId1"/>
          <a:stretch/>
        </p:blipFill>
        <p:spPr>
          <a:xfrm>
            <a:off x="96480" y="1522440"/>
            <a:ext cx="4233960" cy="2673000"/>
          </a:xfrm>
          <a:prstGeom prst="rect">
            <a:avLst/>
          </a:prstGeom>
          <a:ln w="0">
            <a:noFill/>
          </a:ln>
        </p:spPr>
      </p:pic>
      <p:pic>
        <p:nvPicPr>
          <p:cNvPr id="180" name="Image 9" descr=""/>
          <p:cNvPicPr/>
          <p:nvPr/>
        </p:nvPicPr>
        <p:blipFill>
          <a:blip r:embed="rId2"/>
          <a:stretch/>
        </p:blipFill>
        <p:spPr>
          <a:xfrm>
            <a:off x="4691160" y="1544040"/>
            <a:ext cx="4102920" cy="262980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PlaceHolder 1"/>
          <p:cNvSpPr>
            <a:spLocks noGrp="1"/>
          </p:cNvSpPr>
          <p:nvPr>
            <p:ph type="sldNum" idx="41"/>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6E82D28B-15DD-4C58-A2C3-40B77971DE7C}" type="slidenum">
              <a:rPr b="0" lang="fr" sz="900" spc="-1" strike="noStrike">
                <a:solidFill>
                  <a:srgbClr val="9e9e9e"/>
                </a:solidFill>
                <a:latin typeface="Calibri"/>
                <a:ea typeface="Calibri"/>
              </a:rPr>
              <a:t>9</a:t>
            </a:fld>
            <a:endParaRPr b="0" lang="fr-FR" sz="900" spc="-1" strike="noStrike">
              <a:solidFill>
                <a:srgbClr val="000000"/>
              </a:solidFill>
              <a:latin typeface="Times New Roman"/>
            </a:endParaRPr>
          </a:p>
        </p:txBody>
      </p:sp>
      <p:sp>
        <p:nvSpPr>
          <p:cNvPr id="182" name="ZoneTexte 3"/>
          <p:cNvSpPr/>
          <p:nvPr/>
        </p:nvSpPr>
        <p:spPr>
          <a:xfrm>
            <a:off x="1141920" y="1352880"/>
            <a:ext cx="3087360" cy="2770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fr-FR" sz="4400" spc="-1" strike="noStrike">
                <a:solidFill>
                  <a:schemeClr val="accent1"/>
                </a:solidFill>
                <a:latin typeface="Calibri"/>
                <a:ea typeface="Calibri"/>
              </a:rPr>
              <a:t>À quoi ressemblent nos clients ?</a:t>
            </a:r>
            <a:endParaRPr b="0" lang="fr-FR" sz="4400" spc="-1" strike="noStrike">
              <a:solidFill>
                <a:srgbClr val="000000"/>
              </a:solidFill>
              <a:latin typeface="Arial"/>
            </a:endParaRPr>
          </a:p>
        </p:txBody>
      </p:sp>
      <p:pic>
        <p:nvPicPr>
          <p:cNvPr id="183" name="Picture 4" descr="Les failles de son entreprise en employant des clients mystères"/>
          <p:cNvPicPr/>
          <p:nvPr/>
        </p:nvPicPr>
        <p:blipFill>
          <a:blip r:embed="rId1"/>
          <a:stretch/>
        </p:blipFill>
        <p:spPr>
          <a:xfrm>
            <a:off x="4452480" y="1251000"/>
            <a:ext cx="4394880" cy="251532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480" y="266760"/>
            <a:ext cx="59443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 sz="3300" spc="-1" strike="noStrike">
                <a:solidFill>
                  <a:schemeClr val="accent1"/>
                </a:solidFill>
                <a:latin typeface="Calibri"/>
                <a:ea typeface="Calibri"/>
              </a:rPr>
              <a:t>Mieux connaître nos clients</a:t>
            </a:r>
            <a:endParaRPr b="0" lang="fr-FR" sz="3300" spc="-1" strike="noStrike">
              <a:solidFill>
                <a:schemeClr val="dk1"/>
              </a:solidFill>
              <a:latin typeface="Arial"/>
            </a:endParaRPr>
          </a:p>
        </p:txBody>
      </p:sp>
      <p:sp>
        <p:nvSpPr>
          <p:cNvPr id="185" name="PlaceHolder 2"/>
          <p:cNvSpPr>
            <a:spLocks noGrp="1"/>
          </p:cNvSpPr>
          <p:nvPr>
            <p:ph type="sldNum" idx="42"/>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C0766228-707D-49CB-93ED-FBB603BDE6A7}" type="slidenum">
              <a:rPr b="0" lang="fr" sz="900" spc="-1" strike="noStrike">
                <a:solidFill>
                  <a:srgbClr val="9e9e9e"/>
                </a:solidFill>
                <a:latin typeface="Calibri"/>
                <a:ea typeface="Calibri"/>
              </a:rPr>
              <a:t>11</a:t>
            </a:fld>
            <a:endParaRPr b="0" lang="fr-FR" sz="900" spc="-1" strike="noStrike">
              <a:solidFill>
                <a:srgbClr val="000000"/>
              </a:solidFill>
              <a:latin typeface="Times New Roman"/>
            </a:endParaRPr>
          </a:p>
        </p:txBody>
      </p:sp>
      <p:pic>
        <p:nvPicPr>
          <p:cNvPr id="186" name="Picture 4" descr="Definition: What is Business to Consumer (B2C)?"/>
          <p:cNvPicPr/>
          <p:nvPr/>
        </p:nvPicPr>
        <p:blipFill>
          <a:blip r:embed="rId1"/>
          <a:stretch/>
        </p:blipFill>
        <p:spPr>
          <a:xfrm>
            <a:off x="6445800" y="1891440"/>
            <a:ext cx="2350080" cy="1360440"/>
          </a:xfrm>
          <a:prstGeom prst="rect">
            <a:avLst/>
          </a:prstGeom>
          <a:ln w="0">
            <a:noFill/>
          </a:ln>
        </p:spPr>
      </p:pic>
      <p:sp>
        <p:nvSpPr>
          <p:cNvPr id="187" name="ZoneTexte 3"/>
          <p:cNvSpPr/>
          <p:nvPr/>
        </p:nvSpPr>
        <p:spPr>
          <a:xfrm>
            <a:off x="822240" y="4511880"/>
            <a:ext cx="743688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fr-FR" sz="1800" spc="-1" strike="noStrike">
                <a:solidFill>
                  <a:schemeClr val="dk1"/>
                </a:solidFill>
                <a:latin typeface="Arial"/>
              </a:rPr>
              <a:t>Une grande majorité de clients B2C qui dépensent en moyenne 1276 €.</a:t>
            </a:r>
            <a:endParaRPr b="0" lang="fr-FR" sz="1800" spc="-1" strike="noStrike">
              <a:solidFill>
                <a:srgbClr val="000000"/>
              </a:solidFill>
              <a:latin typeface="Arial"/>
            </a:endParaRPr>
          </a:p>
        </p:txBody>
      </p:sp>
      <p:pic>
        <p:nvPicPr>
          <p:cNvPr id="188" name="Image 5" descr=""/>
          <p:cNvPicPr/>
          <p:nvPr/>
        </p:nvPicPr>
        <p:blipFill>
          <a:blip r:embed="rId2"/>
          <a:stretch/>
        </p:blipFill>
        <p:spPr>
          <a:xfrm>
            <a:off x="270720" y="967320"/>
            <a:ext cx="6278760" cy="342000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501480" y="266760"/>
            <a:ext cx="59443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 sz="3300" spc="-1" strike="noStrike">
                <a:solidFill>
                  <a:schemeClr val="accent1"/>
                </a:solidFill>
                <a:latin typeface="Calibri"/>
                <a:ea typeface="Calibri"/>
              </a:rPr>
              <a:t>Mieux connaître nos clients</a:t>
            </a:r>
            <a:endParaRPr b="0" lang="fr-FR" sz="3300" spc="-1" strike="noStrike">
              <a:solidFill>
                <a:schemeClr val="dk1"/>
              </a:solidFill>
              <a:latin typeface="Arial"/>
            </a:endParaRPr>
          </a:p>
        </p:txBody>
      </p:sp>
      <p:sp>
        <p:nvSpPr>
          <p:cNvPr id="190" name="PlaceHolder 2"/>
          <p:cNvSpPr>
            <a:spLocks noGrp="1"/>
          </p:cNvSpPr>
          <p:nvPr>
            <p:ph type="sldNum" idx="43"/>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EFC47441-90E8-41C2-9105-000EEEE8E594}" type="slidenum">
              <a:rPr b="0" lang="fr" sz="900" spc="-1" strike="noStrike">
                <a:solidFill>
                  <a:srgbClr val="9e9e9e"/>
                </a:solidFill>
                <a:latin typeface="Calibri"/>
                <a:ea typeface="Calibri"/>
              </a:rPr>
              <a:t>12</a:t>
            </a:fld>
            <a:endParaRPr b="0" lang="fr-FR" sz="900" spc="-1" strike="noStrike">
              <a:solidFill>
                <a:srgbClr val="000000"/>
              </a:solidFill>
              <a:latin typeface="Times New Roman"/>
            </a:endParaRPr>
          </a:p>
        </p:txBody>
      </p:sp>
      <p:pic>
        <p:nvPicPr>
          <p:cNvPr id="191" name="Image 2" descr=""/>
          <p:cNvPicPr/>
          <p:nvPr/>
        </p:nvPicPr>
        <p:blipFill>
          <a:blip r:embed="rId1"/>
          <a:stretch/>
        </p:blipFill>
        <p:spPr>
          <a:xfrm>
            <a:off x="459360" y="1068480"/>
            <a:ext cx="5986440" cy="3474360"/>
          </a:xfrm>
          <a:prstGeom prst="rect">
            <a:avLst/>
          </a:prstGeom>
          <a:ln w="0">
            <a:noFill/>
          </a:ln>
        </p:spPr>
      </p:pic>
      <p:pic>
        <p:nvPicPr>
          <p:cNvPr id="192" name="Picture 6" descr="Images de B2b – Téléchargement gratuit sur Freepik"/>
          <p:cNvPicPr/>
          <p:nvPr/>
        </p:nvPicPr>
        <p:blipFill>
          <a:blip r:embed="rId2"/>
          <a:stretch/>
        </p:blipFill>
        <p:spPr>
          <a:xfrm>
            <a:off x="6614640" y="2073240"/>
            <a:ext cx="2199960" cy="1465560"/>
          </a:xfrm>
          <a:prstGeom prst="rect">
            <a:avLst/>
          </a:prstGeom>
          <a:ln w="0">
            <a:noFill/>
          </a:ln>
        </p:spPr>
      </p:pic>
      <p:sp>
        <p:nvSpPr>
          <p:cNvPr id="193" name="ZoneTexte 8"/>
          <p:cNvSpPr/>
          <p:nvPr/>
        </p:nvSpPr>
        <p:spPr>
          <a:xfrm>
            <a:off x="883080" y="4511880"/>
            <a:ext cx="746892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fr-FR" sz="1800" spc="-1" strike="noStrike">
                <a:solidFill>
                  <a:schemeClr val="dk1"/>
                </a:solidFill>
                <a:latin typeface="Arial"/>
              </a:rPr>
              <a:t>4 clients B2B qui dépensent au total ~900k € ! (7,43% de notre CA total)</a:t>
            </a:r>
            <a:endParaRPr b="0" lang="fr-F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PlaceHolder 1"/>
          <p:cNvSpPr>
            <a:spLocks noGrp="1"/>
          </p:cNvSpPr>
          <p:nvPr>
            <p:ph type="title"/>
          </p:nvPr>
        </p:nvSpPr>
        <p:spPr>
          <a:xfrm>
            <a:off x="501480" y="266760"/>
            <a:ext cx="59443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 sz="3300" spc="-1" strike="noStrike">
                <a:solidFill>
                  <a:schemeClr val="accent1"/>
                </a:solidFill>
                <a:latin typeface="Calibri"/>
                <a:ea typeface="Calibri"/>
              </a:rPr>
              <a:t>Mieux connaître nos clients</a:t>
            </a:r>
            <a:endParaRPr b="0" lang="fr-FR" sz="3300" spc="-1" strike="noStrike">
              <a:solidFill>
                <a:schemeClr val="dk1"/>
              </a:solidFill>
              <a:latin typeface="Arial"/>
            </a:endParaRPr>
          </a:p>
        </p:txBody>
      </p:sp>
      <p:sp>
        <p:nvSpPr>
          <p:cNvPr id="195" name="PlaceHolder 2"/>
          <p:cNvSpPr>
            <a:spLocks noGrp="1"/>
          </p:cNvSpPr>
          <p:nvPr>
            <p:ph type="sldNum" idx="44"/>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D3317441-07AA-4C5B-83B8-5973AF93CE51}" type="slidenum">
              <a:rPr b="0" lang="fr" sz="900" spc="-1" strike="noStrike">
                <a:solidFill>
                  <a:srgbClr val="9e9e9e"/>
                </a:solidFill>
                <a:latin typeface="Calibri"/>
                <a:ea typeface="Calibri"/>
              </a:rPr>
              <a:t>13</a:t>
            </a:fld>
            <a:endParaRPr b="0" lang="fr-FR" sz="900" spc="-1" strike="noStrike">
              <a:solidFill>
                <a:srgbClr val="000000"/>
              </a:solidFill>
              <a:latin typeface="Times New Roman"/>
            </a:endParaRPr>
          </a:p>
        </p:txBody>
      </p:sp>
      <p:pic>
        <p:nvPicPr>
          <p:cNvPr id="196" name="Image 2" descr=""/>
          <p:cNvPicPr/>
          <p:nvPr/>
        </p:nvPicPr>
        <p:blipFill>
          <a:blip r:embed="rId1"/>
          <a:stretch/>
        </p:blipFill>
        <p:spPr>
          <a:xfrm>
            <a:off x="364320" y="966960"/>
            <a:ext cx="6218640" cy="3561840"/>
          </a:xfrm>
          <a:prstGeom prst="rect">
            <a:avLst/>
          </a:prstGeom>
          <a:ln w="0">
            <a:noFill/>
          </a:ln>
        </p:spPr>
      </p:pic>
      <p:pic>
        <p:nvPicPr>
          <p:cNvPr id="197" name="Picture 6" descr="Images de B2b – Téléchargement gratuit sur Freepik"/>
          <p:cNvPicPr/>
          <p:nvPr/>
        </p:nvPicPr>
        <p:blipFill>
          <a:blip r:embed="rId2"/>
          <a:stretch/>
        </p:blipFill>
        <p:spPr>
          <a:xfrm>
            <a:off x="6713280" y="2175120"/>
            <a:ext cx="2199960" cy="1465560"/>
          </a:xfrm>
          <a:prstGeom prst="rect">
            <a:avLst/>
          </a:prstGeom>
          <a:ln w="0">
            <a:noFill/>
          </a:ln>
        </p:spPr>
      </p:pic>
      <p:sp>
        <p:nvSpPr>
          <p:cNvPr id="198" name="ZoneTexte 4"/>
          <p:cNvSpPr/>
          <p:nvPr/>
        </p:nvSpPr>
        <p:spPr>
          <a:xfrm>
            <a:off x="850320" y="4511880"/>
            <a:ext cx="645696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fr-FR" sz="1800" spc="-1" strike="noStrike">
                <a:solidFill>
                  <a:schemeClr val="dk1"/>
                </a:solidFill>
                <a:latin typeface="Arial"/>
              </a:rPr>
              <a:t>De plus, ce sont des clients réguliers (achètent tous les mois).</a:t>
            </a:r>
            <a:endParaRPr b="0" lang="fr-F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9" name="PlaceHolder 1"/>
          <p:cNvSpPr>
            <a:spLocks noGrp="1"/>
          </p:cNvSpPr>
          <p:nvPr>
            <p:ph type="title"/>
          </p:nvPr>
        </p:nvSpPr>
        <p:spPr>
          <a:xfrm>
            <a:off x="501480" y="266760"/>
            <a:ext cx="59443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 sz="3300" spc="-1" strike="noStrike">
                <a:solidFill>
                  <a:schemeClr val="accent1"/>
                </a:solidFill>
                <a:latin typeface="Calibri"/>
                <a:ea typeface="Calibri"/>
              </a:rPr>
              <a:t>Mieux connaître nos clients</a:t>
            </a:r>
            <a:endParaRPr b="0" lang="fr-FR" sz="3300" spc="-1" strike="noStrike">
              <a:solidFill>
                <a:schemeClr val="dk1"/>
              </a:solidFill>
              <a:latin typeface="Arial"/>
            </a:endParaRPr>
          </a:p>
        </p:txBody>
      </p:sp>
      <p:sp>
        <p:nvSpPr>
          <p:cNvPr id="200" name="PlaceHolder 2"/>
          <p:cNvSpPr>
            <a:spLocks noGrp="1"/>
          </p:cNvSpPr>
          <p:nvPr>
            <p:ph type="sldNum" idx="45"/>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E8AF417E-1D5D-47E2-B42C-3CB7D941EA7F}" type="slidenum">
              <a:rPr b="0" lang="fr" sz="900" spc="-1" strike="noStrike">
                <a:solidFill>
                  <a:srgbClr val="9e9e9e"/>
                </a:solidFill>
                <a:latin typeface="Calibri"/>
                <a:ea typeface="Calibri"/>
              </a:rPr>
              <a:t>14</a:t>
            </a:fld>
            <a:endParaRPr b="0" lang="fr-FR" sz="900" spc="-1" strike="noStrike">
              <a:solidFill>
                <a:srgbClr val="000000"/>
              </a:solidFill>
              <a:latin typeface="Times New Roman"/>
            </a:endParaRPr>
          </a:p>
        </p:txBody>
      </p:sp>
      <p:pic>
        <p:nvPicPr>
          <p:cNvPr id="201" name="Image 2" descr=""/>
          <p:cNvPicPr/>
          <p:nvPr/>
        </p:nvPicPr>
        <p:blipFill>
          <a:blip r:embed="rId1"/>
          <a:stretch/>
        </p:blipFill>
        <p:spPr>
          <a:xfrm>
            <a:off x="601200" y="917640"/>
            <a:ext cx="3649320" cy="3692520"/>
          </a:xfrm>
          <a:prstGeom prst="rect">
            <a:avLst/>
          </a:prstGeom>
          <a:ln w="0">
            <a:noFill/>
          </a:ln>
        </p:spPr>
      </p:pic>
      <p:pic>
        <p:nvPicPr>
          <p:cNvPr id="202" name="Image 6" descr=""/>
          <p:cNvPicPr/>
          <p:nvPr/>
        </p:nvPicPr>
        <p:blipFill>
          <a:blip r:embed="rId2"/>
          <a:stretch/>
        </p:blipFill>
        <p:spPr>
          <a:xfrm>
            <a:off x="4465440" y="917640"/>
            <a:ext cx="3649320" cy="3692520"/>
          </a:xfrm>
          <a:prstGeom prst="rect">
            <a:avLst/>
          </a:prstGeom>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 name="PlaceHolder 1"/>
          <p:cNvSpPr>
            <a:spLocks noGrp="1"/>
          </p:cNvSpPr>
          <p:nvPr>
            <p:ph type="title"/>
          </p:nvPr>
        </p:nvSpPr>
        <p:spPr>
          <a:xfrm>
            <a:off x="501480" y="266760"/>
            <a:ext cx="59443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 sz="3300" spc="-1" strike="noStrike">
                <a:solidFill>
                  <a:schemeClr val="accent1"/>
                </a:solidFill>
                <a:latin typeface="Calibri"/>
                <a:ea typeface="Calibri"/>
              </a:rPr>
              <a:t>Mieux connaître nos clients</a:t>
            </a:r>
            <a:endParaRPr b="0" lang="fr-FR" sz="3300" spc="-1" strike="noStrike">
              <a:solidFill>
                <a:schemeClr val="dk1"/>
              </a:solidFill>
              <a:latin typeface="Arial"/>
            </a:endParaRPr>
          </a:p>
        </p:txBody>
      </p:sp>
      <p:sp>
        <p:nvSpPr>
          <p:cNvPr id="204" name="PlaceHolder 2"/>
          <p:cNvSpPr>
            <a:spLocks noGrp="1"/>
          </p:cNvSpPr>
          <p:nvPr>
            <p:ph type="sldNum" idx="46"/>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5D19ED7D-6B7B-45F2-842A-DCD3B9650B59}" type="slidenum">
              <a:rPr b="0" lang="fr" sz="900" spc="-1" strike="noStrike">
                <a:solidFill>
                  <a:srgbClr val="9e9e9e"/>
                </a:solidFill>
                <a:latin typeface="Calibri"/>
                <a:ea typeface="Calibri"/>
              </a:rPr>
              <a:t>15</a:t>
            </a:fld>
            <a:endParaRPr b="0" lang="fr-FR" sz="900" spc="-1" strike="noStrike">
              <a:solidFill>
                <a:srgbClr val="000000"/>
              </a:solidFill>
              <a:latin typeface="Times New Roman"/>
            </a:endParaRPr>
          </a:p>
        </p:txBody>
      </p:sp>
      <p:pic>
        <p:nvPicPr>
          <p:cNvPr id="205" name="Image 2" descr=""/>
          <p:cNvPicPr/>
          <p:nvPr/>
        </p:nvPicPr>
        <p:blipFill>
          <a:blip r:embed="rId1"/>
          <a:stretch/>
        </p:blipFill>
        <p:spPr>
          <a:xfrm>
            <a:off x="799200" y="1440000"/>
            <a:ext cx="5500800" cy="2972880"/>
          </a:xfrm>
          <a:prstGeom prst="rect">
            <a:avLst/>
          </a:prstGeom>
          <a:ln w="0">
            <a:noFill/>
          </a:ln>
        </p:spPr>
      </p:pic>
      <p:pic>
        <p:nvPicPr>
          <p:cNvPr id="206" name="" descr=""/>
          <p:cNvPicPr/>
          <p:nvPr/>
        </p:nvPicPr>
        <p:blipFill>
          <a:blip r:embed="rId2"/>
          <a:stretch/>
        </p:blipFill>
        <p:spPr>
          <a:xfrm>
            <a:off x="6660000" y="1597320"/>
            <a:ext cx="1800000" cy="2542680"/>
          </a:xfrm>
          <a:prstGeom prst="rect">
            <a:avLst/>
          </a:prstGeom>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 name="PlaceHolder 1"/>
          <p:cNvSpPr>
            <a:spLocks noGrp="1"/>
          </p:cNvSpPr>
          <p:nvPr>
            <p:ph type="title"/>
          </p:nvPr>
        </p:nvSpPr>
        <p:spPr>
          <a:xfrm>
            <a:off x="501480" y="266760"/>
            <a:ext cx="59443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 sz="3300" spc="-1" strike="noStrike">
                <a:solidFill>
                  <a:schemeClr val="accent1"/>
                </a:solidFill>
                <a:latin typeface="Calibri"/>
                <a:ea typeface="Calibri"/>
              </a:rPr>
              <a:t>Mieux connaître nos clients</a:t>
            </a:r>
            <a:endParaRPr b="0" lang="fr-FR" sz="3300" spc="-1" strike="noStrike">
              <a:solidFill>
                <a:schemeClr val="dk1"/>
              </a:solidFill>
              <a:latin typeface="Arial"/>
            </a:endParaRPr>
          </a:p>
        </p:txBody>
      </p:sp>
      <p:sp>
        <p:nvSpPr>
          <p:cNvPr id="208" name="PlaceHolder 2"/>
          <p:cNvSpPr>
            <a:spLocks noGrp="1"/>
          </p:cNvSpPr>
          <p:nvPr>
            <p:ph type="sldNum" idx="47"/>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8531E416-7186-46AE-A82A-3C0D252845A5}" type="slidenum">
              <a:rPr b="0" lang="fr" sz="900" spc="-1" strike="noStrike">
                <a:solidFill>
                  <a:srgbClr val="9e9e9e"/>
                </a:solidFill>
                <a:latin typeface="Calibri"/>
                <a:ea typeface="Calibri"/>
              </a:rPr>
              <a:t>16</a:t>
            </a:fld>
            <a:endParaRPr b="0" lang="fr-FR" sz="900" spc="-1" strike="noStrike">
              <a:solidFill>
                <a:srgbClr val="000000"/>
              </a:solidFill>
              <a:latin typeface="Times New Roman"/>
            </a:endParaRPr>
          </a:p>
        </p:txBody>
      </p:sp>
      <p:pic>
        <p:nvPicPr>
          <p:cNvPr id="209" name="Image 4" descr=""/>
          <p:cNvPicPr/>
          <p:nvPr/>
        </p:nvPicPr>
        <p:blipFill>
          <a:blip r:embed="rId1"/>
          <a:stretch/>
        </p:blipFill>
        <p:spPr>
          <a:xfrm>
            <a:off x="540000" y="1260000"/>
            <a:ext cx="5779440" cy="3163680"/>
          </a:xfrm>
          <a:prstGeom prst="rect">
            <a:avLst/>
          </a:prstGeom>
          <a:ln w="0">
            <a:noFill/>
          </a:ln>
        </p:spPr>
      </p:pic>
      <p:pic>
        <p:nvPicPr>
          <p:cNvPr id="210" name="" descr=""/>
          <p:cNvPicPr/>
          <p:nvPr/>
        </p:nvPicPr>
        <p:blipFill>
          <a:blip r:embed="rId2"/>
          <a:stretch/>
        </p:blipFill>
        <p:spPr>
          <a:xfrm>
            <a:off x="6660000" y="1525320"/>
            <a:ext cx="1800000" cy="254268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501480" y="266760"/>
            <a:ext cx="59443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 sz="3300" spc="-1" strike="noStrike">
                <a:solidFill>
                  <a:schemeClr val="accent1"/>
                </a:solidFill>
                <a:latin typeface="Calibri"/>
                <a:ea typeface="Calibri"/>
              </a:rPr>
              <a:t>Mieux connaître nos clients</a:t>
            </a:r>
            <a:endParaRPr b="0" lang="fr-FR" sz="3300" spc="-1" strike="noStrike">
              <a:solidFill>
                <a:schemeClr val="dk1"/>
              </a:solidFill>
              <a:latin typeface="Arial"/>
            </a:endParaRPr>
          </a:p>
        </p:txBody>
      </p:sp>
      <p:sp>
        <p:nvSpPr>
          <p:cNvPr id="212" name="PlaceHolder 2"/>
          <p:cNvSpPr>
            <a:spLocks noGrp="1"/>
          </p:cNvSpPr>
          <p:nvPr>
            <p:ph type="sldNum" idx="48"/>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5F4D3235-6902-4C7B-A9EB-DBE0EF90EFFA}"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pic>
        <p:nvPicPr>
          <p:cNvPr id="213" name="Image 2" descr=""/>
          <p:cNvPicPr/>
          <p:nvPr/>
        </p:nvPicPr>
        <p:blipFill>
          <a:blip r:embed="rId1"/>
          <a:stretch/>
        </p:blipFill>
        <p:spPr>
          <a:xfrm>
            <a:off x="1260000" y="900000"/>
            <a:ext cx="6882120" cy="390780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4" name="Image 7" descr=""/>
          <p:cNvPicPr/>
          <p:nvPr/>
        </p:nvPicPr>
        <p:blipFill>
          <a:blip r:embed="rId1"/>
          <a:stretch/>
        </p:blipFill>
        <p:spPr>
          <a:xfrm>
            <a:off x="281880" y="1320840"/>
            <a:ext cx="5599800" cy="3182760"/>
          </a:xfrm>
          <a:prstGeom prst="rect">
            <a:avLst/>
          </a:prstGeom>
          <a:ln w="0">
            <a:noFill/>
          </a:ln>
        </p:spPr>
      </p:pic>
      <p:sp>
        <p:nvSpPr>
          <p:cNvPr id="215" name="PlaceHolder 1"/>
          <p:cNvSpPr>
            <a:spLocks noGrp="1"/>
          </p:cNvSpPr>
          <p:nvPr>
            <p:ph type="title"/>
          </p:nvPr>
        </p:nvSpPr>
        <p:spPr>
          <a:xfrm>
            <a:off x="501480" y="266760"/>
            <a:ext cx="59443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 sz="3300" spc="-1" strike="noStrike">
                <a:solidFill>
                  <a:schemeClr val="accent1"/>
                </a:solidFill>
                <a:latin typeface="Calibri"/>
                <a:ea typeface="Calibri"/>
              </a:rPr>
              <a:t>Mieux connaître nos clients</a:t>
            </a:r>
            <a:endParaRPr b="0" lang="fr-FR" sz="3300" spc="-1" strike="noStrike">
              <a:solidFill>
                <a:schemeClr val="dk1"/>
              </a:solidFill>
              <a:latin typeface="Arial"/>
            </a:endParaRPr>
          </a:p>
        </p:txBody>
      </p:sp>
      <p:sp>
        <p:nvSpPr>
          <p:cNvPr id="216" name="PlaceHolder 2"/>
          <p:cNvSpPr>
            <a:spLocks noGrp="1"/>
          </p:cNvSpPr>
          <p:nvPr>
            <p:ph type="sldNum" idx="49"/>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E902BA66-0619-4BF1-9CBB-7F1A9F46C997}"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pic>
        <p:nvPicPr>
          <p:cNvPr id="217" name="Image 11" descr=""/>
          <p:cNvPicPr/>
          <p:nvPr/>
        </p:nvPicPr>
        <p:blipFill>
          <a:blip r:embed="rId2"/>
          <a:stretch/>
        </p:blipFill>
        <p:spPr>
          <a:xfrm>
            <a:off x="6129360" y="1477080"/>
            <a:ext cx="2544840" cy="2632680"/>
          </a:xfrm>
          <a:prstGeom prst="rect">
            <a:avLst/>
          </a:prstGeom>
          <a:ln w="0">
            <a:noFill/>
          </a:ln>
        </p:spPr>
      </p:pic>
      <p:pic>
        <p:nvPicPr>
          <p:cNvPr id="218" name="" descr=""/>
          <p:cNvPicPr/>
          <p:nvPr/>
        </p:nvPicPr>
        <p:blipFill>
          <a:blip r:embed="rId3"/>
          <a:stretch/>
        </p:blipFill>
        <p:spPr>
          <a:xfrm>
            <a:off x="6300000" y="170280"/>
            <a:ext cx="898920" cy="126972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 name="PlaceHolder 1"/>
          <p:cNvSpPr>
            <a:spLocks noGrp="1"/>
          </p:cNvSpPr>
          <p:nvPr>
            <p:ph type="sldNum" idx="50"/>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84FE52FC-EF09-4602-8870-4BED92B6CAD6}"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sp>
        <p:nvSpPr>
          <p:cNvPr id="220" name="ZoneTexte 3"/>
          <p:cNvSpPr/>
          <p:nvPr/>
        </p:nvSpPr>
        <p:spPr>
          <a:xfrm>
            <a:off x="1080000" y="568440"/>
            <a:ext cx="3087360" cy="41115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fr-FR" sz="4400" spc="-1" strike="noStrike">
                <a:solidFill>
                  <a:schemeClr val="accent1"/>
                </a:solidFill>
                <a:latin typeface="Calibri"/>
                <a:ea typeface="Calibri"/>
              </a:rPr>
              <a:t>Les relations entre nos clients et leurs achats</a:t>
            </a:r>
            <a:endParaRPr b="0" lang="fr-FR" sz="4400" spc="-1" strike="noStrike">
              <a:solidFill>
                <a:srgbClr val="000000"/>
              </a:solidFill>
              <a:latin typeface="Arial"/>
            </a:endParaRPr>
          </a:p>
        </p:txBody>
      </p:sp>
      <p:pic>
        <p:nvPicPr>
          <p:cNvPr id="221" name="Picture 2" descr="Concept de grande facture illustration de vecteur. Illustration du  conception - 235060478"/>
          <p:cNvPicPr/>
          <p:nvPr/>
        </p:nvPicPr>
        <p:blipFill>
          <a:blip r:embed="rId1"/>
          <a:stretch/>
        </p:blipFill>
        <p:spPr>
          <a:xfrm>
            <a:off x="4394880" y="1209600"/>
            <a:ext cx="4464720" cy="285732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501480" y="266760"/>
            <a:ext cx="7258320" cy="1013040"/>
          </a:xfrm>
          <a:prstGeom prst="rect">
            <a:avLst/>
          </a:prstGeom>
          <a:noFill/>
          <a:ln w="0">
            <a:noFill/>
          </a:ln>
        </p:spPr>
        <p:txBody>
          <a:bodyPr lIns="68400" rIns="68400" tIns="34200" bIns="0" anchor="b">
            <a:normAutofit fontScale="96604"/>
          </a:bodyPr>
          <a:p>
            <a:pPr indent="0" defTabSz="914400">
              <a:lnSpc>
                <a:spcPct val="90000"/>
              </a:lnSpc>
              <a:buNone/>
              <a:tabLst>
                <a:tab algn="l" pos="0"/>
              </a:tabLst>
            </a:pPr>
            <a:r>
              <a:rPr b="0" lang="fr-FR" sz="3300" spc="-1" strike="noStrike">
                <a:solidFill>
                  <a:schemeClr val="accent1"/>
                </a:solidFill>
                <a:latin typeface="Calibri"/>
                <a:ea typeface="Calibri"/>
              </a:rPr>
              <a:t> </a:t>
            </a:r>
            <a:r>
              <a:rPr b="0" lang="fr-FR" sz="3300" spc="-1" strike="noStrike">
                <a:solidFill>
                  <a:schemeClr val="accent1"/>
                </a:solidFill>
                <a:latin typeface="Calibri"/>
                <a:ea typeface="Calibri"/>
              </a:rPr>
              <a:t>Corrélation entre le genre d’un client et les catégories des livres achetés</a:t>
            </a:r>
            <a:endParaRPr b="0" lang="fr-FR" sz="3300" spc="-1" strike="noStrike">
              <a:solidFill>
                <a:schemeClr val="dk1"/>
              </a:solidFill>
              <a:latin typeface="Arial"/>
            </a:endParaRPr>
          </a:p>
        </p:txBody>
      </p:sp>
      <p:sp>
        <p:nvSpPr>
          <p:cNvPr id="223" name="PlaceHolder 2"/>
          <p:cNvSpPr>
            <a:spLocks noGrp="1"/>
          </p:cNvSpPr>
          <p:nvPr>
            <p:ph type="sldNum" idx="51"/>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48D8F617-696D-43DF-9188-354E5C9FB4AD}"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pic>
        <p:nvPicPr>
          <p:cNvPr id="224" name="Image 5" descr=""/>
          <p:cNvPicPr/>
          <p:nvPr/>
        </p:nvPicPr>
        <p:blipFill>
          <a:blip r:embed="rId1"/>
          <a:stretch/>
        </p:blipFill>
        <p:spPr>
          <a:xfrm>
            <a:off x="1508040" y="1413720"/>
            <a:ext cx="5090040" cy="2705400"/>
          </a:xfrm>
          <a:prstGeom prst="rect">
            <a:avLst/>
          </a:prstGeom>
          <a:ln w="0">
            <a:noFill/>
          </a:ln>
        </p:spPr>
      </p:pic>
      <p:sp>
        <p:nvSpPr>
          <p:cNvPr id="225" name="ZoneTexte 6"/>
          <p:cNvSpPr/>
          <p:nvPr/>
        </p:nvSpPr>
        <p:spPr>
          <a:xfrm>
            <a:off x="1266840" y="4257000"/>
            <a:ext cx="6609240" cy="63828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0" lang="fr-FR" sz="1800" spc="-1" strike="noStrike">
                <a:solidFill>
                  <a:schemeClr val="dk1"/>
                </a:solidFill>
                <a:latin typeface="Arial"/>
              </a:rPr>
              <a:t>Visuellement, il n’y a pas de lien. </a:t>
            </a:r>
            <a:endParaRPr b="0" lang="fr-FR" sz="1800" spc="-1" strike="noStrike">
              <a:solidFill>
                <a:srgbClr val="000000"/>
              </a:solidFill>
              <a:latin typeface="Arial"/>
            </a:endParaRPr>
          </a:p>
          <a:p>
            <a:pPr algn="ctr" defTabSz="914400">
              <a:lnSpc>
                <a:spcPct val="100000"/>
              </a:lnSpc>
            </a:pPr>
            <a:r>
              <a:rPr b="0" lang="fr-FR" sz="1800" spc="-1" strike="noStrike">
                <a:solidFill>
                  <a:schemeClr val="dk1"/>
                </a:solidFill>
                <a:latin typeface="Arial"/>
              </a:rPr>
              <a:t>Statistiquement, il y en a un mais il est à une échelle très faible.</a:t>
            </a:r>
            <a:endParaRPr b="0" lang="fr-F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501480" y="266760"/>
            <a:ext cx="7258320" cy="101304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FR" sz="3300" spc="-1" strike="noStrike">
                <a:solidFill>
                  <a:schemeClr val="accent1"/>
                </a:solidFill>
                <a:latin typeface="Calibri"/>
                <a:ea typeface="Calibri"/>
              </a:rPr>
              <a:t>Lien entre l'âge des clients et le montant total des achats</a:t>
            </a:r>
            <a:endParaRPr b="0" lang="fr-FR" sz="3300" spc="-1" strike="noStrike">
              <a:solidFill>
                <a:schemeClr val="dk1"/>
              </a:solidFill>
              <a:latin typeface="Arial"/>
            </a:endParaRPr>
          </a:p>
        </p:txBody>
      </p:sp>
      <p:sp>
        <p:nvSpPr>
          <p:cNvPr id="227" name="PlaceHolder 2"/>
          <p:cNvSpPr>
            <a:spLocks noGrp="1"/>
          </p:cNvSpPr>
          <p:nvPr>
            <p:ph type="sldNum" idx="52"/>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51F7D503-EB51-4422-9767-A9394A72DC34}"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pic>
        <p:nvPicPr>
          <p:cNvPr id="228" name="Image 2" descr=""/>
          <p:cNvPicPr/>
          <p:nvPr/>
        </p:nvPicPr>
        <p:blipFill>
          <a:blip r:embed="rId1"/>
          <a:stretch/>
        </p:blipFill>
        <p:spPr>
          <a:xfrm>
            <a:off x="2068920" y="1303560"/>
            <a:ext cx="4812840" cy="3070080"/>
          </a:xfrm>
          <a:prstGeom prst="rect">
            <a:avLst/>
          </a:prstGeom>
          <a:ln w="0">
            <a:noFill/>
          </a:ln>
        </p:spPr>
      </p:pic>
      <p:sp>
        <p:nvSpPr>
          <p:cNvPr id="229" name="ZoneTexte 3"/>
          <p:cNvSpPr/>
          <p:nvPr/>
        </p:nvSpPr>
        <p:spPr>
          <a:xfrm>
            <a:off x="2093400" y="4397760"/>
            <a:ext cx="4957200" cy="36396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0" lang="fr-FR" sz="1800" spc="-1" strike="noStrike">
                <a:solidFill>
                  <a:schemeClr val="dk1"/>
                </a:solidFill>
                <a:latin typeface="Arial"/>
              </a:rPr>
              <a:t>Plus les clients sont âgés, moins ils dépensent.</a:t>
            </a:r>
            <a:endParaRPr b="0" lang="fr-F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501480" y="266760"/>
            <a:ext cx="7258320" cy="101304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FR" sz="3300" spc="-1" strike="noStrike">
                <a:solidFill>
                  <a:schemeClr val="accent1"/>
                </a:solidFill>
                <a:latin typeface="Calibri"/>
                <a:ea typeface="Calibri"/>
              </a:rPr>
              <a:t>Lien entre l'âge des clients et la fréquence d’achat</a:t>
            </a:r>
            <a:endParaRPr b="0" lang="fr-FR" sz="3300" spc="-1" strike="noStrike">
              <a:solidFill>
                <a:schemeClr val="dk1"/>
              </a:solidFill>
              <a:latin typeface="Arial"/>
            </a:endParaRPr>
          </a:p>
        </p:txBody>
      </p:sp>
      <p:sp>
        <p:nvSpPr>
          <p:cNvPr id="231" name="PlaceHolder 2"/>
          <p:cNvSpPr>
            <a:spLocks noGrp="1"/>
          </p:cNvSpPr>
          <p:nvPr>
            <p:ph type="sldNum" idx="53"/>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B38AB7ED-E85E-44FA-BD33-4A0C79365066}"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sp>
        <p:nvSpPr>
          <p:cNvPr id="232" name="ZoneTexte 3"/>
          <p:cNvSpPr/>
          <p:nvPr/>
        </p:nvSpPr>
        <p:spPr>
          <a:xfrm>
            <a:off x="885240" y="4397760"/>
            <a:ext cx="7372800" cy="36396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0" lang="fr-FR" sz="1800" spc="-1" strike="noStrike">
                <a:solidFill>
                  <a:schemeClr val="dk1"/>
                </a:solidFill>
                <a:latin typeface="Arial"/>
              </a:rPr>
              <a:t>On peut croire que plus les clients sont âgés, plus ils achètent souvent.</a:t>
            </a:r>
            <a:endParaRPr b="0" lang="fr-FR" sz="1800" spc="-1" strike="noStrike">
              <a:solidFill>
                <a:srgbClr val="000000"/>
              </a:solidFill>
              <a:latin typeface="Arial"/>
            </a:endParaRPr>
          </a:p>
        </p:txBody>
      </p:sp>
      <p:pic>
        <p:nvPicPr>
          <p:cNvPr id="233" name="Image 4" descr=""/>
          <p:cNvPicPr/>
          <p:nvPr/>
        </p:nvPicPr>
        <p:blipFill>
          <a:blip r:embed="rId1"/>
          <a:stretch/>
        </p:blipFill>
        <p:spPr>
          <a:xfrm>
            <a:off x="1907640" y="1355760"/>
            <a:ext cx="5328720" cy="2966040"/>
          </a:xfrm>
          <a:prstGeom prst="rect">
            <a:avLst/>
          </a:prstGeom>
          <a:ln w="0">
            <a:noFill/>
          </a:ln>
        </p:spPr>
      </p:pic>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501480" y="266760"/>
            <a:ext cx="7258320" cy="101304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FR" sz="3300" spc="-1" strike="noStrike">
                <a:solidFill>
                  <a:schemeClr val="accent1"/>
                </a:solidFill>
                <a:latin typeface="Calibri"/>
                <a:ea typeface="Calibri"/>
              </a:rPr>
              <a:t>Lien entre l'âge des clients et la fréquence d’achat</a:t>
            </a:r>
            <a:endParaRPr b="0" lang="fr-FR" sz="3300" spc="-1" strike="noStrike">
              <a:solidFill>
                <a:schemeClr val="dk1"/>
              </a:solidFill>
              <a:latin typeface="Arial"/>
            </a:endParaRPr>
          </a:p>
        </p:txBody>
      </p:sp>
      <p:sp>
        <p:nvSpPr>
          <p:cNvPr id="235" name="PlaceHolder 2"/>
          <p:cNvSpPr>
            <a:spLocks noGrp="1"/>
          </p:cNvSpPr>
          <p:nvPr>
            <p:ph type="sldNum" idx="54"/>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72C68B3F-5D56-4529-B52E-1B81669D6198}"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sp>
        <p:nvSpPr>
          <p:cNvPr id="236" name="ZoneTexte 3"/>
          <p:cNvSpPr/>
          <p:nvPr/>
        </p:nvSpPr>
        <p:spPr>
          <a:xfrm>
            <a:off x="2873880" y="4397760"/>
            <a:ext cx="3395160" cy="63828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0" lang="fr-FR" sz="1800" spc="-1" strike="noStrike">
                <a:solidFill>
                  <a:schemeClr val="dk1"/>
                </a:solidFill>
                <a:latin typeface="Arial"/>
              </a:rPr>
              <a:t>En réalité, c’est plus compliqué!</a:t>
            </a:r>
            <a:endParaRPr b="0" lang="fr-FR" sz="1800" spc="-1" strike="noStrike">
              <a:solidFill>
                <a:srgbClr val="000000"/>
              </a:solidFill>
              <a:latin typeface="Arial"/>
            </a:endParaRPr>
          </a:p>
          <a:p>
            <a:pPr algn="ctr" defTabSz="914400">
              <a:lnSpc>
                <a:spcPct val="100000"/>
              </a:lnSpc>
            </a:pPr>
            <a:endParaRPr b="0" lang="fr-FR" sz="1800" spc="-1" strike="noStrike">
              <a:solidFill>
                <a:srgbClr val="000000"/>
              </a:solidFill>
              <a:latin typeface="Arial"/>
            </a:endParaRPr>
          </a:p>
        </p:txBody>
      </p:sp>
      <p:pic>
        <p:nvPicPr>
          <p:cNvPr id="237" name="Image 2" descr=""/>
          <p:cNvPicPr/>
          <p:nvPr/>
        </p:nvPicPr>
        <p:blipFill>
          <a:blip r:embed="rId1"/>
          <a:stretch/>
        </p:blipFill>
        <p:spPr>
          <a:xfrm>
            <a:off x="1761480" y="1280160"/>
            <a:ext cx="5620320" cy="3117240"/>
          </a:xfrm>
          <a:prstGeom prst="rect">
            <a:avLst/>
          </a:prstGeom>
          <a:ln w="0">
            <a:noFill/>
          </a:ln>
        </p:spPr>
      </p:pic>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title"/>
          </p:nvPr>
        </p:nvSpPr>
        <p:spPr>
          <a:xfrm>
            <a:off x="501480" y="266760"/>
            <a:ext cx="7258320" cy="101304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FR" sz="3300" spc="-1" strike="noStrike">
                <a:solidFill>
                  <a:schemeClr val="accent1"/>
                </a:solidFill>
                <a:latin typeface="Calibri"/>
                <a:ea typeface="Calibri"/>
              </a:rPr>
              <a:t>Lien entre l'âge des clients et la taille du panier moyen</a:t>
            </a:r>
            <a:endParaRPr b="0" lang="fr-FR" sz="3300" spc="-1" strike="noStrike">
              <a:solidFill>
                <a:schemeClr val="dk1"/>
              </a:solidFill>
              <a:latin typeface="Arial"/>
            </a:endParaRPr>
          </a:p>
        </p:txBody>
      </p:sp>
      <p:sp>
        <p:nvSpPr>
          <p:cNvPr id="239" name="PlaceHolder 2"/>
          <p:cNvSpPr>
            <a:spLocks noGrp="1"/>
          </p:cNvSpPr>
          <p:nvPr>
            <p:ph type="sldNum" idx="55"/>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805B1E4D-4679-4D8B-8E1E-DDEFFD011FF7}"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sp>
        <p:nvSpPr>
          <p:cNvPr id="240" name="ZoneTexte 3"/>
          <p:cNvSpPr/>
          <p:nvPr/>
        </p:nvSpPr>
        <p:spPr>
          <a:xfrm>
            <a:off x="1488960" y="4397760"/>
            <a:ext cx="6165720" cy="63828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0" lang="fr-FR" sz="1800" spc="-1" strike="noStrike">
                <a:solidFill>
                  <a:schemeClr val="dk1"/>
                </a:solidFill>
                <a:latin typeface="Arial"/>
              </a:rPr>
              <a:t>Deux catégories ont des paniers plus élevés que les autres</a:t>
            </a:r>
            <a:endParaRPr b="0" lang="fr-FR" sz="1800" spc="-1" strike="noStrike">
              <a:solidFill>
                <a:srgbClr val="000000"/>
              </a:solidFill>
              <a:latin typeface="Arial"/>
            </a:endParaRPr>
          </a:p>
          <a:p>
            <a:pPr algn="ctr" defTabSz="914400">
              <a:lnSpc>
                <a:spcPct val="100000"/>
              </a:lnSpc>
            </a:pPr>
            <a:endParaRPr b="0" lang="fr-FR" sz="1800" spc="-1" strike="noStrike">
              <a:solidFill>
                <a:srgbClr val="000000"/>
              </a:solidFill>
              <a:latin typeface="Arial"/>
            </a:endParaRPr>
          </a:p>
        </p:txBody>
      </p:sp>
      <p:pic>
        <p:nvPicPr>
          <p:cNvPr id="241" name="Image 4" descr=""/>
          <p:cNvPicPr/>
          <p:nvPr/>
        </p:nvPicPr>
        <p:blipFill>
          <a:blip r:embed="rId1"/>
          <a:stretch/>
        </p:blipFill>
        <p:spPr>
          <a:xfrm>
            <a:off x="1398240" y="1309680"/>
            <a:ext cx="5749200" cy="3091680"/>
          </a:xfrm>
          <a:prstGeom prst="rect">
            <a:avLst/>
          </a:prstGeom>
          <a:ln w="0">
            <a:noFill/>
          </a:ln>
        </p:spPr>
      </p:pic>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title"/>
          </p:nvPr>
        </p:nvSpPr>
        <p:spPr>
          <a:xfrm>
            <a:off x="501480" y="266760"/>
            <a:ext cx="7258320" cy="101304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FR" sz="3300" spc="-1" strike="noStrike">
                <a:solidFill>
                  <a:schemeClr val="accent1"/>
                </a:solidFill>
                <a:latin typeface="Calibri"/>
                <a:ea typeface="Calibri"/>
              </a:rPr>
              <a:t>Lien entre l'âge des clients et la catégorie des livres achetés.</a:t>
            </a:r>
            <a:endParaRPr b="0" lang="fr-FR" sz="3300" spc="-1" strike="noStrike">
              <a:solidFill>
                <a:schemeClr val="dk1"/>
              </a:solidFill>
              <a:latin typeface="Arial"/>
            </a:endParaRPr>
          </a:p>
        </p:txBody>
      </p:sp>
      <p:sp>
        <p:nvSpPr>
          <p:cNvPr id="243" name="PlaceHolder 2"/>
          <p:cNvSpPr>
            <a:spLocks noGrp="1"/>
          </p:cNvSpPr>
          <p:nvPr>
            <p:ph type="sldNum" idx="56"/>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9AF10E0A-FFBC-423A-B166-F42CC9851D4E}"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sp>
        <p:nvSpPr>
          <p:cNvPr id="244" name="ZoneTexte 3"/>
          <p:cNvSpPr/>
          <p:nvPr/>
        </p:nvSpPr>
        <p:spPr>
          <a:xfrm>
            <a:off x="1553040" y="4443840"/>
            <a:ext cx="6037920" cy="63828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0" lang="fr-FR" sz="1800" spc="-1" strike="noStrike">
                <a:solidFill>
                  <a:schemeClr val="dk1"/>
                </a:solidFill>
                <a:latin typeface="Arial"/>
              </a:rPr>
              <a:t>Des catégories plébiscitées par certaines tranches d’âge. </a:t>
            </a:r>
            <a:endParaRPr b="0" lang="fr-FR" sz="1800" spc="-1" strike="noStrike">
              <a:solidFill>
                <a:srgbClr val="000000"/>
              </a:solidFill>
              <a:latin typeface="Arial"/>
            </a:endParaRPr>
          </a:p>
          <a:p>
            <a:pPr algn="ctr" defTabSz="914400">
              <a:lnSpc>
                <a:spcPct val="100000"/>
              </a:lnSpc>
            </a:pPr>
            <a:endParaRPr b="0" lang="fr-FR" sz="1800" spc="-1" strike="noStrike">
              <a:solidFill>
                <a:srgbClr val="000000"/>
              </a:solidFill>
              <a:latin typeface="Arial"/>
            </a:endParaRPr>
          </a:p>
        </p:txBody>
      </p:sp>
      <p:pic>
        <p:nvPicPr>
          <p:cNvPr id="245" name="Image 10" descr=""/>
          <p:cNvPicPr/>
          <p:nvPr/>
        </p:nvPicPr>
        <p:blipFill>
          <a:blip r:embed="rId1"/>
          <a:stretch/>
        </p:blipFill>
        <p:spPr>
          <a:xfrm>
            <a:off x="1623960" y="1404000"/>
            <a:ext cx="5486040" cy="2915640"/>
          </a:xfrm>
          <a:prstGeom prst="rect">
            <a:avLst/>
          </a:prstGeom>
          <a:ln w="0">
            <a:noFill/>
          </a:ln>
        </p:spPr>
      </p:pic>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PlaceHolder 1"/>
          <p:cNvSpPr>
            <a:spLocks noGrp="1"/>
          </p:cNvSpPr>
          <p:nvPr>
            <p:ph type="title"/>
          </p:nvPr>
        </p:nvSpPr>
        <p:spPr>
          <a:xfrm>
            <a:off x="501480" y="266760"/>
            <a:ext cx="7258320" cy="101304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FR" sz="3300" spc="-1" strike="noStrike">
                <a:solidFill>
                  <a:schemeClr val="accent1"/>
                </a:solidFill>
                <a:latin typeface="Calibri"/>
                <a:ea typeface="Calibri"/>
              </a:rPr>
              <a:t>Lien entre l'âge des clients et la catégorie des livres achetés.</a:t>
            </a:r>
            <a:endParaRPr b="0" lang="fr-FR" sz="3300" spc="-1" strike="noStrike">
              <a:solidFill>
                <a:schemeClr val="dk1"/>
              </a:solidFill>
              <a:latin typeface="Arial"/>
            </a:endParaRPr>
          </a:p>
        </p:txBody>
      </p:sp>
      <p:sp>
        <p:nvSpPr>
          <p:cNvPr id="247" name="PlaceHolder 2"/>
          <p:cNvSpPr>
            <a:spLocks noGrp="1"/>
          </p:cNvSpPr>
          <p:nvPr>
            <p:ph type="sldNum" idx="57"/>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829BE30E-37A4-4445-A2E9-CB37302E83C2}"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sp>
        <p:nvSpPr>
          <p:cNvPr id="248" name="ZoneTexte 3"/>
          <p:cNvSpPr/>
          <p:nvPr/>
        </p:nvSpPr>
        <p:spPr>
          <a:xfrm>
            <a:off x="1553040" y="4443840"/>
            <a:ext cx="6037920" cy="63828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0" lang="fr-FR" sz="1800" spc="-1" strike="noStrike">
                <a:solidFill>
                  <a:schemeClr val="dk1"/>
                </a:solidFill>
                <a:latin typeface="Arial"/>
              </a:rPr>
              <a:t>Des catégories plébiscitées par certaines tranches d’âge. </a:t>
            </a:r>
            <a:endParaRPr b="0" lang="fr-FR" sz="1800" spc="-1" strike="noStrike">
              <a:solidFill>
                <a:srgbClr val="000000"/>
              </a:solidFill>
              <a:latin typeface="Arial"/>
            </a:endParaRPr>
          </a:p>
          <a:p>
            <a:pPr algn="ctr" defTabSz="914400">
              <a:lnSpc>
                <a:spcPct val="100000"/>
              </a:lnSpc>
            </a:pPr>
            <a:endParaRPr b="0" lang="fr-FR" sz="1800" spc="-1" strike="noStrike">
              <a:solidFill>
                <a:srgbClr val="000000"/>
              </a:solidFill>
              <a:latin typeface="Arial"/>
            </a:endParaRPr>
          </a:p>
        </p:txBody>
      </p:sp>
      <p:pic>
        <p:nvPicPr>
          <p:cNvPr id="249" name="Image 8" descr=""/>
          <p:cNvPicPr/>
          <p:nvPr/>
        </p:nvPicPr>
        <p:blipFill>
          <a:blip r:embed="rId1"/>
          <a:stretch/>
        </p:blipFill>
        <p:spPr>
          <a:xfrm>
            <a:off x="1791360" y="1339920"/>
            <a:ext cx="5560920" cy="3044160"/>
          </a:xfrm>
          <a:prstGeom prst="rect">
            <a:avLst/>
          </a:prstGeom>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title"/>
          </p:nvPr>
        </p:nvSpPr>
        <p:spPr>
          <a:xfrm>
            <a:off x="501480" y="266760"/>
            <a:ext cx="59443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FR" sz="3300" spc="-1" strike="noStrike">
                <a:solidFill>
                  <a:schemeClr val="accent1"/>
                </a:solidFill>
                <a:latin typeface="Calibri"/>
                <a:ea typeface="Calibri"/>
              </a:rPr>
              <a:t>Risques liés aux tests</a:t>
            </a:r>
            <a:endParaRPr b="0" lang="fr-FR" sz="3300" spc="-1" strike="noStrike">
              <a:solidFill>
                <a:schemeClr val="dk1"/>
              </a:solidFill>
              <a:latin typeface="Arial"/>
            </a:endParaRPr>
          </a:p>
        </p:txBody>
      </p:sp>
      <p:sp>
        <p:nvSpPr>
          <p:cNvPr id="251" name="PlaceHolder 2"/>
          <p:cNvSpPr>
            <a:spLocks noGrp="1"/>
          </p:cNvSpPr>
          <p:nvPr>
            <p:ph type="sldNum" idx="58"/>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C98CEDE2-9890-4385-99AD-004F7DC4DE82}"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sp>
        <p:nvSpPr>
          <p:cNvPr id="252" name="ZoneTexte 2"/>
          <p:cNvSpPr/>
          <p:nvPr/>
        </p:nvSpPr>
        <p:spPr>
          <a:xfrm>
            <a:off x="855720" y="1063440"/>
            <a:ext cx="6919920" cy="3107160"/>
          </a:xfrm>
          <a:prstGeom prst="rect">
            <a:avLst/>
          </a:prstGeom>
          <a:noFill/>
          <a:ln w="0">
            <a:noFill/>
          </a:ln>
        </p:spPr>
        <p:style>
          <a:lnRef idx="0"/>
          <a:fillRef idx="0"/>
          <a:effectRef idx="0"/>
          <a:fontRef idx="minor"/>
        </p:style>
        <p:txBody>
          <a:bodyPr lIns="90000" rIns="90000" tIns="45000" bIns="45000" anchor="t">
            <a:spAutoFit/>
          </a:bodyPr>
          <a:p>
            <a:pPr defTabSz="914400">
              <a:lnSpc>
                <a:spcPct val="90000"/>
              </a:lnSpc>
              <a:tabLst>
                <a:tab algn="l" pos="0"/>
              </a:tabLst>
            </a:pPr>
            <a:r>
              <a:rPr b="0" lang="fr-FR" sz="2000" spc="-1" strike="noStrike">
                <a:solidFill>
                  <a:schemeClr val="accent1"/>
                </a:solidFill>
                <a:latin typeface="Calibri"/>
                <a:ea typeface="Calibri"/>
              </a:rPr>
              <a:t>Les données clients utilisées étaient limitées aux informations recueillies à partir de 2021, ce qui peut ne pas représenter les tendances à long terme ou les changements de comportements qui se développent sur plusieurs années.</a:t>
            </a:r>
            <a:endParaRPr b="0" lang="fr-FR" sz="2000" spc="-1" strike="noStrike">
              <a:solidFill>
                <a:srgbClr val="000000"/>
              </a:solidFill>
              <a:latin typeface="Arial"/>
            </a:endParaRPr>
          </a:p>
          <a:p>
            <a:pPr defTabSz="914400">
              <a:lnSpc>
                <a:spcPct val="90000"/>
              </a:lnSpc>
              <a:tabLst>
                <a:tab algn="l" pos="0"/>
              </a:tabLst>
            </a:pPr>
            <a:endParaRPr b="0" lang="fr-FR" sz="2000" spc="-1" strike="noStrike">
              <a:solidFill>
                <a:srgbClr val="000000"/>
              </a:solidFill>
              <a:latin typeface="Arial"/>
            </a:endParaRPr>
          </a:p>
          <a:p>
            <a:pPr defTabSz="914400">
              <a:lnSpc>
                <a:spcPct val="90000"/>
              </a:lnSpc>
              <a:tabLst>
                <a:tab algn="l" pos="0"/>
              </a:tabLst>
            </a:pPr>
            <a:r>
              <a:rPr b="0" lang="fr-FR" sz="2000" spc="-1" strike="noStrike">
                <a:solidFill>
                  <a:schemeClr val="accent1"/>
                </a:solidFill>
                <a:latin typeface="Calibri"/>
                <a:ea typeface="Calibri"/>
              </a:rPr>
              <a:t>En outre, bien que des efforts aient été déployés pour nettoyer les données, incluant le traitement des valeurs manquantes et la suppression des doublons, il reste un risque d'erreurs résiduelles qui pourraient affecter les analyses.</a:t>
            </a:r>
            <a:endParaRPr b="0" lang="fr-FR"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501480" y="266760"/>
            <a:ext cx="5944320" cy="508320"/>
          </a:xfrm>
          <a:prstGeom prst="rect">
            <a:avLst/>
          </a:prstGeom>
          <a:noFill/>
          <a:ln w="0">
            <a:noFill/>
          </a:ln>
        </p:spPr>
        <p:txBody>
          <a:bodyPr lIns="68400" rIns="68400" tIns="34200" bIns="0" anchor="b">
            <a:normAutofit/>
          </a:bodyPr>
          <a:p>
            <a:pPr indent="0" defTabSz="914400">
              <a:lnSpc>
                <a:spcPct val="90000"/>
              </a:lnSpc>
              <a:buNone/>
              <a:tabLst>
                <a:tab algn="l" pos="0"/>
              </a:tabLst>
            </a:pPr>
            <a:r>
              <a:rPr b="0" lang="fr-FR" sz="3300" spc="-1" strike="noStrike">
                <a:solidFill>
                  <a:schemeClr val="accent1"/>
                </a:solidFill>
                <a:latin typeface="Calibri"/>
                <a:ea typeface="Calibri"/>
              </a:rPr>
              <a:t>Recommandations</a:t>
            </a:r>
            <a:endParaRPr b="0" lang="fr-FR" sz="3300" spc="-1" strike="noStrike">
              <a:solidFill>
                <a:schemeClr val="dk1"/>
              </a:solidFill>
              <a:latin typeface="Arial"/>
            </a:endParaRPr>
          </a:p>
        </p:txBody>
      </p:sp>
      <p:sp>
        <p:nvSpPr>
          <p:cNvPr id="254" name="PlaceHolder 2"/>
          <p:cNvSpPr>
            <a:spLocks noGrp="1"/>
          </p:cNvSpPr>
          <p:nvPr>
            <p:ph type="sldNum" idx="59"/>
          </p:nvPr>
        </p:nvSpPr>
        <p:spPr>
          <a:xfrm>
            <a:off x="8360280" y="4767120"/>
            <a:ext cx="552960" cy="271800"/>
          </a:xfrm>
          <a:prstGeom prst="rect">
            <a:avLst/>
          </a:prstGeom>
          <a:noFill/>
          <a:ln w="0">
            <a:noFill/>
          </a:ln>
        </p:spPr>
        <p:txBody>
          <a:bodyPr lIns="68400" rIns="68400" tIns="34200" bIns="34200" anchor="ctr">
            <a:noAutofit/>
          </a:bodyPr>
          <a:lstStyle>
            <a:lvl1pPr indent="0" algn="r" defTabSz="914400">
              <a:lnSpc>
                <a:spcPct val="100000"/>
              </a:lnSpc>
              <a:buNone/>
              <a:tabLst>
                <a:tab algn="l" pos="0"/>
              </a:tabLst>
              <a:defRPr b="0" lang="fr" sz="900" spc="-1" strike="noStrike">
                <a:solidFill>
                  <a:srgbClr val="9e9e9e"/>
                </a:solidFill>
                <a:latin typeface="Calibri"/>
                <a:ea typeface="Calibri"/>
              </a:defRPr>
            </a:lvl1pPr>
          </a:lstStyle>
          <a:p>
            <a:pPr indent="0" algn="r" defTabSz="914400">
              <a:lnSpc>
                <a:spcPct val="100000"/>
              </a:lnSpc>
              <a:buNone/>
              <a:tabLst>
                <a:tab algn="l" pos="0"/>
              </a:tabLst>
            </a:pPr>
            <a:fld id="{A54B2F97-B701-442C-9DFF-0D711C14362C}" type="slidenum">
              <a:rPr b="0" lang="fr" sz="900" spc="-1" strike="noStrike">
                <a:solidFill>
                  <a:srgbClr val="9e9e9e"/>
                </a:solidFill>
                <a:latin typeface="Calibri"/>
                <a:ea typeface="Calibri"/>
              </a:rPr>
              <a:t>&lt;numéro&gt;</a:t>
            </a:fld>
            <a:endParaRPr b="0" lang="fr-FR" sz="900" spc="-1" strike="noStrike">
              <a:solidFill>
                <a:srgbClr val="000000"/>
              </a:solidFill>
              <a:latin typeface="Times New Roman"/>
            </a:endParaRPr>
          </a:p>
        </p:txBody>
      </p:sp>
      <p:sp>
        <p:nvSpPr>
          <p:cNvPr id="255" name="ZoneTexte 2"/>
          <p:cNvSpPr/>
          <p:nvPr/>
        </p:nvSpPr>
        <p:spPr>
          <a:xfrm>
            <a:off x="855720" y="1063440"/>
            <a:ext cx="6919920" cy="2558520"/>
          </a:xfrm>
          <a:prstGeom prst="rect">
            <a:avLst/>
          </a:prstGeom>
          <a:noFill/>
          <a:ln w="0">
            <a:noFill/>
          </a:ln>
        </p:spPr>
        <p:style>
          <a:lnRef idx="0"/>
          <a:fillRef idx="0"/>
          <a:effectRef idx="0"/>
          <a:fontRef idx="minor"/>
        </p:style>
        <p:txBody>
          <a:bodyPr lIns="90000" rIns="90000" tIns="45000" bIns="45000" anchor="t">
            <a:spAutoFit/>
          </a:bodyPr>
          <a:p>
            <a:pPr marL="343080" indent="-343080" defTabSz="914400">
              <a:lnSpc>
                <a:spcPct val="90000"/>
              </a:lnSpc>
              <a:buClr>
                <a:srgbClr val="00194c"/>
              </a:buClr>
              <a:buFont typeface="OpenSymbol"/>
              <a:buChar char="-"/>
              <a:tabLst>
                <a:tab algn="l" pos="0"/>
              </a:tabLst>
            </a:pPr>
            <a:r>
              <a:rPr b="0" lang="fr-FR" sz="2000" spc="-1" strike="noStrike">
                <a:solidFill>
                  <a:schemeClr val="accent1"/>
                </a:solidFill>
                <a:latin typeface="Calibri"/>
                <a:ea typeface="Calibri"/>
              </a:rPr>
              <a:t>Dvper B2B</a:t>
            </a:r>
            <a:endParaRPr b="0" lang="fr-FR" sz="2000" spc="-1" strike="noStrike">
              <a:solidFill>
                <a:srgbClr val="000000"/>
              </a:solidFill>
              <a:latin typeface="Arial"/>
            </a:endParaRPr>
          </a:p>
          <a:p>
            <a:pPr defTabSz="914400">
              <a:lnSpc>
                <a:spcPct val="90000"/>
              </a:lnSpc>
              <a:tabLst>
                <a:tab algn="l" pos="0"/>
              </a:tabLst>
            </a:pPr>
            <a:endParaRPr b="0" lang="fr-FR" sz="2000" spc="-1" strike="noStrike">
              <a:solidFill>
                <a:srgbClr val="000000"/>
              </a:solidFill>
              <a:latin typeface="Arial"/>
            </a:endParaRPr>
          </a:p>
          <a:p>
            <a:pPr marL="343080" indent="-343080" defTabSz="914400">
              <a:lnSpc>
                <a:spcPct val="90000"/>
              </a:lnSpc>
              <a:buClr>
                <a:srgbClr val="00194c"/>
              </a:buClr>
              <a:buFont typeface="OpenSymbol"/>
              <a:buChar char="-"/>
              <a:tabLst>
                <a:tab algn="l" pos="0"/>
              </a:tabLst>
            </a:pPr>
            <a:r>
              <a:rPr b="0" lang="fr-FR" sz="2000" spc="-1" strike="noStrike">
                <a:solidFill>
                  <a:schemeClr val="accent1"/>
                </a:solidFill>
                <a:latin typeface="Calibri"/>
                <a:ea typeface="Calibri"/>
              </a:rPr>
              <a:t>Promouvoir la catégorie 2 auprès des 31-50.</a:t>
            </a:r>
            <a:endParaRPr b="0" lang="fr-FR" sz="2000" spc="-1" strike="noStrike">
              <a:solidFill>
                <a:srgbClr val="000000"/>
              </a:solidFill>
              <a:latin typeface="Arial"/>
            </a:endParaRPr>
          </a:p>
          <a:p>
            <a:pPr defTabSz="914400">
              <a:lnSpc>
                <a:spcPct val="90000"/>
              </a:lnSpc>
              <a:tabLst>
                <a:tab algn="l" pos="0"/>
              </a:tabLst>
            </a:pPr>
            <a:endParaRPr b="0" lang="fr-FR" sz="2000" spc="-1" strike="noStrike">
              <a:solidFill>
                <a:srgbClr val="000000"/>
              </a:solidFill>
              <a:latin typeface="Arial"/>
            </a:endParaRPr>
          </a:p>
          <a:p>
            <a:pPr marL="343080" indent="-343080" defTabSz="914400">
              <a:lnSpc>
                <a:spcPct val="90000"/>
              </a:lnSpc>
              <a:buClr>
                <a:srgbClr val="00194c"/>
              </a:buClr>
              <a:buFont typeface="OpenSymbol"/>
              <a:buChar char="-"/>
              <a:tabLst>
                <a:tab algn="l" pos="0"/>
              </a:tabLst>
            </a:pPr>
            <a:r>
              <a:rPr b="0" lang="fr-FR" sz="2000" spc="-1" strike="noStrike">
                <a:solidFill>
                  <a:schemeClr val="accent1"/>
                </a:solidFill>
                <a:latin typeface="Calibri"/>
                <a:ea typeface="Calibri"/>
              </a:rPr>
              <a:t>Favoriser des achats plus fréquents chez les plus jeunes.</a:t>
            </a:r>
            <a:endParaRPr b="0" lang="fr-FR" sz="2000" spc="-1" strike="noStrike">
              <a:solidFill>
                <a:srgbClr val="000000"/>
              </a:solidFill>
              <a:latin typeface="Arial"/>
            </a:endParaRPr>
          </a:p>
          <a:p>
            <a:pPr defTabSz="914400">
              <a:lnSpc>
                <a:spcPct val="90000"/>
              </a:lnSpc>
              <a:tabLst>
                <a:tab algn="l" pos="0"/>
              </a:tabLst>
            </a:pPr>
            <a:endParaRPr b="0" lang="fr-FR" sz="2000" spc="-1" strike="noStrike">
              <a:solidFill>
                <a:srgbClr val="000000"/>
              </a:solidFill>
              <a:latin typeface="Arial"/>
            </a:endParaRPr>
          </a:p>
          <a:p>
            <a:pPr marL="343080" indent="-343080" defTabSz="914400">
              <a:lnSpc>
                <a:spcPct val="90000"/>
              </a:lnSpc>
              <a:buClr>
                <a:srgbClr val="00194c"/>
              </a:buClr>
              <a:buFont typeface="OpenSymbol"/>
              <a:buChar char="-"/>
              <a:tabLst>
                <a:tab algn="l" pos="0"/>
              </a:tabLst>
            </a:pPr>
            <a:r>
              <a:rPr b="0" lang="fr-FR" sz="2000" spc="-1" strike="noStrike">
                <a:solidFill>
                  <a:schemeClr val="accent1"/>
                </a:solidFill>
                <a:latin typeface="Calibri"/>
                <a:ea typeface="Calibri"/>
              </a:rPr>
              <a:t>Rendre le site plus accessible aux personnes âgées et conquérir leur part de marché.</a:t>
            </a:r>
            <a:endParaRPr b="0" lang="fr-FR"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Google Shape;352;p43"/>
          <p:cNvSpPr/>
          <p:nvPr/>
        </p:nvSpPr>
        <p:spPr>
          <a:xfrm rot="16200000">
            <a:off x="2009520" y="1793520"/>
            <a:ext cx="1807560" cy="1558080"/>
          </a:xfrm>
          <a:prstGeom prst="hexagon">
            <a:avLst>
              <a:gd name="adj" fmla="val 25000"/>
              <a:gd name="vf" fmla="val 115470"/>
            </a:avLst>
          </a:prstGeom>
          <a:solidFill>
            <a:schemeClr val="dk1"/>
          </a:solidFill>
          <a:ln w="0">
            <a:noFill/>
          </a:ln>
        </p:spPr>
        <p:style>
          <a:lnRef idx="0"/>
          <a:fillRef idx="0"/>
          <a:effectRef idx="0"/>
          <a:fontRef idx="minor"/>
        </p:style>
        <p:txBody>
          <a:bodyPr lIns="68400" rIns="68400" tIns="34200" bIns="34200" anchor="ctr">
            <a:noAutofit/>
          </a:bodyPr>
          <a:p>
            <a:pPr algn="ctr" defTabSz="914400">
              <a:lnSpc>
                <a:spcPct val="100000"/>
              </a:lnSpc>
              <a:tabLst>
                <a:tab algn="l" pos="0"/>
              </a:tabLst>
            </a:pPr>
            <a:endParaRPr b="0" lang="fr-FR" sz="1400" spc="-1" strike="noStrike">
              <a:solidFill>
                <a:schemeClr val="lt1"/>
              </a:solidFill>
              <a:latin typeface="Calibri"/>
              <a:ea typeface="Calibri"/>
            </a:endParaRPr>
          </a:p>
        </p:txBody>
      </p:sp>
      <p:sp>
        <p:nvSpPr>
          <p:cNvPr id="257" name="PlaceHolder 1"/>
          <p:cNvSpPr>
            <a:spLocks noGrp="1"/>
          </p:cNvSpPr>
          <p:nvPr>
            <p:ph type="title"/>
          </p:nvPr>
        </p:nvSpPr>
        <p:spPr>
          <a:xfrm>
            <a:off x="4781880" y="1504440"/>
            <a:ext cx="3638160" cy="1209960"/>
          </a:xfrm>
          <a:prstGeom prst="rect">
            <a:avLst/>
          </a:prstGeom>
          <a:noFill/>
          <a:ln w="0">
            <a:noFill/>
          </a:ln>
        </p:spPr>
        <p:txBody>
          <a:bodyPr lIns="68400" rIns="68400" tIns="34200" bIns="0" anchor="b">
            <a:normAutofit/>
          </a:bodyPr>
          <a:p>
            <a:pPr indent="0" defTabSz="914400">
              <a:lnSpc>
                <a:spcPct val="90000"/>
              </a:lnSpc>
              <a:buNone/>
              <a:tabLst>
                <a:tab algn="l" pos="0"/>
              </a:tabLst>
            </a:pPr>
            <a:r>
              <a:rPr b="1" lang="fr" sz="3200" spc="-1" strike="noStrike">
                <a:solidFill>
                  <a:schemeClr val="accent1"/>
                </a:solidFill>
                <a:latin typeface="Calibri"/>
                <a:ea typeface="Calibri"/>
              </a:rPr>
              <a:t>Merci !</a:t>
            </a:r>
            <a:endParaRPr b="0" lang="fr-FR" sz="3200" spc="-1" strike="noStrike">
              <a:solidFill>
                <a:schemeClr val="dk1"/>
              </a:solidFill>
              <a:latin typeface="Arial"/>
            </a:endParaRPr>
          </a:p>
        </p:txBody>
      </p:sp>
      <p:pic>
        <p:nvPicPr>
          <p:cNvPr id="258" name="Picture 2" descr="Images de Livre illustration – Téléchargement gratuit sur Freepik"/>
          <p:cNvPicPr/>
          <p:nvPr/>
        </p:nvPicPr>
        <p:blipFill>
          <a:blip r:embed="rId1"/>
          <a:stretch/>
        </p:blipFill>
        <p:spPr>
          <a:xfrm>
            <a:off x="1027440" y="816840"/>
            <a:ext cx="3638880" cy="363888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4.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5.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6.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7.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8.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9.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0.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1.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2.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3.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4.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5.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6.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7.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8.xml><?xml version="1.0" encoding="utf-8"?>
<a:theme xmlns:a="http://schemas.openxmlformats.org/drawingml/2006/main" xmlns:r="http://schemas.openxmlformats.org/officeDocument/2006/relationships"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9.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1078</TotalTime>
  <Application>LibreOffice/24.2.7.2$Linux_X86_64 LibreOffice_project/420$Build-2</Application>
  <AppVersion>15.0000</AppVersion>
  <Words>840</Words>
  <Paragraphs>174</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Zied Belhocine</dc:creator>
  <dc:description/>
  <dc:language>fr-FR</dc:language>
  <cp:lastModifiedBy/>
  <dcterms:modified xsi:type="dcterms:W3CDTF">2026-05-01T21:50:42Z</dcterms:modified>
  <cp:revision>17</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29</vt:i4>
  </property>
  <property fmtid="{D5CDD505-2E9C-101B-9397-08002B2CF9AE}" pid="3" name="PresentationFormat">
    <vt:lpwstr>Affichage à l'écran (16:9)</vt:lpwstr>
  </property>
  <property fmtid="{D5CDD505-2E9C-101B-9397-08002B2CF9AE}" pid="4" name="Slides">
    <vt:i4>29</vt:i4>
  </property>
</Properties>
</file>