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Masters/slideMaster16.xml" ContentType="application/vnd.openxmlformats-officedocument.presentationml.slideMaster+xml"/>
  <Override PartName="/ppt/slideMasters/slideMaster17.xml" ContentType="application/vnd.openxmlformats-officedocument.presentationml.slideMaster+xml"/>
  <Override PartName="/ppt/slideMasters/slideMaster18.xml" ContentType="application/vnd.openxmlformats-officedocument.presentationml.slideMaster+xml"/>
  <Override PartName="/ppt/slideMasters/slideMaster19.xml" ContentType="application/vnd.openxmlformats-officedocument.presentationml.slideMaster+xml"/>
  <Override PartName="/ppt/slideMasters/slideMaster20.xml" ContentType="application/vnd.openxmlformats-officedocument.presentationml.slideMaster+xml"/>
  <Override PartName="/ppt/slideMasters/slideMaster21.xml" ContentType="application/vnd.openxmlformats-officedocument.presentationml.slideMaster+xml"/>
  <Override PartName="/ppt/slideMasters/slideMaster22.xml" ContentType="application/vnd.openxmlformats-officedocument.presentationml.slideMaster+xml"/>
  <Override PartName="/ppt/slideMasters/slideMaster23.xml" ContentType="application/vnd.openxmlformats-officedocument.presentationml.slideMaster+xml"/>
  <Override PartName="/ppt/slideMasters/slideMaster24.xml" ContentType="application/vnd.openxmlformats-officedocument.presentationml.slideMaster+xml"/>
  <Override PartName="/ppt/slideMasters/slideMaster25.xml" ContentType="application/vnd.openxmlformats-officedocument.presentationml.slideMaster+xml"/>
  <Override PartName="/ppt/slideMasters/slideMaster26.xml" ContentType="application/vnd.openxmlformats-officedocument.presentationml.slideMaster+xml"/>
  <Override PartName="/ppt/slideMasters/slideMaster27.xml" ContentType="application/vnd.openxmlformats-officedocument.presentationml.slideMaster+xml"/>
  <Override PartName="/ppt/slideMasters/slideMaster2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slideLayouts/slideLayout12.xml" ContentType="application/vnd.openxmlformats-officedocument.presentationml.slideLayout+xml"/>
  <Override PartName="/ppt/theme/theme12.xml" ContentType="application/vnd.openxmlformats-officedocument.theme+xml"/>
  <Override PartName="/ppt/slideLayouts/slideLayout13.xml" ContentType="application/vnd.openxmlformats-officedocument.presentationml.slideLayout+xml"/>
  <Override PartName="/ppt/theme/theme13.xml" ContentType="application/vnd.openxmlformats-officedocument.theme+xml"/>
  <Override PartName="/ppt/slideLayouts/slideLayout14.xml" ContentType="application/vnd.openxmlformats-officedocument.presentationml.slideLayout+xml"/>
  <Override PartName="/ppt/theme/theme14.xml" ContentType="application/vnd.openxmlformats-officedocument.theme+xml"/>
  <Override PartName="/ppt/slideLayouts/slideLayout15.xml" ContentType="application/vnd.openxmlformats-officedocument.presentationml.slideLayout+xml"/>
  <Override PartName="/ppt/theme/theme15.xml" ContentType="application/vnd.openxmlformats-officedocument.theme+xml"/>
  <Override PartName="/ppt/slideLayouts/slideLayout16.xml" ContentType="application/vnd.openxmlformats-officedocument.presentationml.slideLayout+xml"/>
  <Override PartName="/ppt/theme/theme16.xml" ContentType="application/vnd.openxmlformats-officedocument.theme+xml"/>
  <Override PartName="/ppt/slideLayouts/slideLayout17.xml" ContentType="application/vnd.openxmlformats-officedocument.presentationml.slideLayout+xml"/>
  <Override PartName="/ppt/theme/theme17.xml" ContentType="application/vnd.openxmlformats-officedocument.theme+xml"/>
  <Override PartName="/ppt/slideLayouts/slideLayout18.xml" ContentType="application/vnd.openxmlformats-officedocument.presentationml.slideLayout+xml"/>
  <Override PartName="/ppt/theme/theme18.xml" ContentType="application/vnd.openxmlformats-officedocument.theme+xml"/>
  <Override PartName="/ppt/slideLayouts/slideLayout19.xml" ContentType="application/vnd.openxmlformats-officedocument.presentationml.slideLayout+xml"/>
  <Override PartName="/ppt/theme/theme19.xml" ContentType="application/vnd.openxmlformats-officedocument.theme+xml"/>
  <Override PartName="/ppt/slideLayouts/slideLayout20.xml" ContentType="application/vnd.openxmlformats-officedocument.presentationml.slideLayout+xml"/>
  <Override PartName="/ppt/theme/theme20.xml" ContentType="application/vnd.openxmlformats-officedocument.theme+xml"/>
  <Override PartName="/ppt/slideLayouts/slideLayout21.xml" ContentType="application/vnd.openxmlformats-officedocument.presentationml.slideLayout+xml"/>
  <Override PartName="/ppt/theme/theme21.xml" ContentType="application/vnd.openxmlformats-officedocument.theme+xml"/>
  <Override PartName="/ppt/slideLayouts/slideLayout22.xml" ContentType="application/vnd.openxmlformats-officedocument.presentationml.slideLayout+xml"/>
  <Override PartName="/ppt/theme/theme22.xml" ContentType="application/vnd.openxmlformats-officedocument.theme+xml"/>
  <Override PartName="/ppt/slideLayouts/slideLayout23.xml" ContentType="application/vnd.openxmlformats-officedocument.presentationml.slideLayout+xml"/>
  <Override PartName="/ppt/theme/theme23.xml" ContentType="application/vnd.openxmlformats-officedocument.theme+xml"/>
  <Override PartName="/ppt/slideLayouts/slideLayout24.xml" ContentType="application/vnd.openxmlformats-officedocument.presentationml.slideLayout+xml"/>
  <Override PartName="/ppt/theme/theme24.xml" ContentType="application/vnd.openxmlformats-officedocument.theme+xml"/>
  <Override PartName="/ppt/slideLayouts/slideLayout25.xml" ContentType="application/vnd.openxmlformats-officedocument.presentationml.slideLayout+xml"/>
  <Override PartName="/ppt/theme/theme25.xml" ContentType="application/vnd.openxmlformats-officedocument.theme+xml"/>
  <Override PartName="/ppt/slideLayouts/slideLayout26.xml" ContentType="application/vnd.openxmlformats-officedocument.presentationml.slideLayout+xml"/>
  <Override PartName="/ppt/theme/theme26.xml" ContentType="application/vnd.openxmlformats-officedocument.theme+xml"/>
  <Override PartName="/ppt/slideLayouts/slideLayout27.xml" ContentType="application/vnd.openxmlformats-officedocument.presentationml.slideLayout+xml"/>
  <Override PartName="/ppt/theme/theme27.xml" ContentType="application/vnd.openxmlformats-officedocument.theme+xml"/>
  <Override PartName="/ppt/slideLayouts/slideLayout28.xml" ContentType="application/vnd.openxmlformats-officedocument.presentationml.slideLayout+xml"/>
  <Override PartName="/ppt/theme/theme28.xml" ContentType="application/vnd.openxmlformats-officedocument.theme+xml"/>
  <Override PartName="/ppt/theme/theme2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 id="2147483670" r:id="rId12"/>
    <p:sldMasterId id="2147483672" r:id="rId13"/>
    <p:sldMasterId id="2147483674" r:id="rId14"/>
    <p:sldMasterId id="2147483676" r:id="rId15"/>
    <p:sldMasterId id="2147483678" r:id="rId16"/>
    <p:sldMasterId id="2147483680" r:id="rId17"/>
    <p:sldMasterId id="2147483682" r:id="rId18"/>
    <p:sldMasterId id="2147483684" r:id="rId19"/>
    <p:sldMasterId id="2147483686" r:id="rId20"/>
    <p:sldMasterId id="2147483688" r:id="rId21"/>
    <p:sldMasterId id="2147483690" r:id="rId22"/>
    <p:sldMasterId id="2147483692" r:id="rId23"/>
    <p:sldMasterId id="2147483694" r:id="rId24"/>
    <p:sldMasterId id="2147483696" r:id="rId25"/>
    <p:sldMasterId id="2147483698" r:id="rId26"/>
    <p:sldMasterId id="2147483700" r:id="rId27"/>
    <p:sldMasterId id="2147483702" r:id="rId28"/>
  </p:sldMasterIdLst>
  <p:notesMasterIdLst>
    <p:notesMasterId r:id="rId58"/>
  </p:notesMasterIdLst>
  <p:sldIdLst>
    <p:sldId id="256" r:id="rId29"/>
    <p:sldId id="257" r:id="rId30"/>
    <p:sldId id="258" r:id="rId31"/>
    <p:sldId id="259" r:id="rId32"/>
    <p:sldId id="261" r:id="rId33"/>
    <p:sldId id="260" r:id="rId34"/>
    <p:sldId id="262" r:id="rId35"/>
    <p:sldId id="263" r:id="rId36"/>
    <p:sldId id="264" r:id="rId37"/>
    <p:sldId id="265" r:id="rId38"/>
    <p:sldId id="266" r:id="rId39"/>
    <p:sldId id="267" r:id="rId40"/>
    <p:sldId id="268" r:id="rId41"/>
    <p:sldId id="269" r:id="rId42"/>
    <p:sldId id="270" r:id="rId43"/>
    <p:sldId id="271" r:id="rId44"/>
    <p:sldId id="272" r:id="rId45"/>
    <p:sldId id="273" r:id="rId46"/>
    <p:sldId id="274" r:id="rId47"/>
    <p:sldId id="275" r:id="rId48"/>
    <p:sldId id="276" r:id="rId49"/>
    <p:sldId id="277" r:id="rId50"/>
    <p:sldId id="278" r:id="rId51"/>
    <p:sldId id="279" r:id="rId52"/>
    <p:sldId id="280" r:id="rId53"/>
    <p:sldId id="281" r:id="rId54"/>
    <p:sldId id="282" r:id="rId55"/>
    <p:sldId id="283" r:id="rId56"/>
    <p:sldId id="284" r:id="rId57"/>
  </p:sldIdLst>
  <p:sldSz cx="9144000" cy="5143500" type="screen16x9"/>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2266" autoAdjust="0"/>
  </p:normalViewPr>
  <p:slideViewPr>
    <p:cSldViewPr snapToGrid="0">
      <p:cViewPr varScale="1">
        <p:scale>
          <a:sx n="173" d="100"/>
          <a:sy n="173" d="100"/>
        </p:scale>
        <p:origin x="143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3.xml"/><Relationship Id="rId18" Type="http://schemas.openxmlformats.org/officeDocument/2006/relationships/slideMaster" Target="slideMasters/slideMaster18.xml"/><Relationship Id="rId26" Type="http://schemas.openxmlformats.org/officeDocument/2006/relationships/slideMaster" Target="slideMasters/slideMaster26.xml"/><Relationship Id="rId39" Type="http://schemas.openxmlformats.org/officeDocument/2006/relationships/slide" Target="slides/slide11.xml"/><Relationship Id="rId21" Type="http://schemas.openxmlformats.org/officeDocument/2006/relationships/slideMaster" Target="slideMasters/slideMaster21.xml"/><Relationship Id="rId34" Type="http://schemas.openxmlformats.org/officeDocument/2006/relationships/slide" Target="slides/slide6.xml"/><Relationship Id="rId42" Type="http://schemas.openxmlformats.org/officeDocument/2006/relationships/slide" Target="slides/slide14.xml"/><Relationship Id="rId47" Type="http://schemas.openxmlformats.org/officeDocument/2006/relationships/slide" Target="slides/slide19.xml"/><Relationship Id="rId50" Type="http://schemas.openxmlformats.org/officeDocument/2006/relationships/slide" Target="slides/slide22.xml"/><Relationship Id="rId55" Type="http://schemas.openxmlformats.org/officeDocument/2006/relationships/slide" Target="slides/slide27.xml"/><Relationship Id="rId63" Type="http://schemas.microsoft.com/office/2016/11/relationships/changesInfo" Target="changesInfos/changesInfo1.xml"/><Relationship Id="rId7" Type="http://schemas.openxmlformats.org/officeDocument/2006/relationships/slideMaster" Target="slideMasters/slideMaster7.xml"/><Relationship Id="rId2" Type="http://schemas.openxmlformats.org/officeDocument/2006/relationships/slideMaster" Target="slideMasters/slideMaster2.xml"/><Relationship Id="rId16" Type="http://schemas.openxmlformats.org/officeDocument/2006/relationships/slideMaster" Target="slideMasters/slideMaster16.xml"/><Relationship Id="rId29" Type="http://schemas.openxmlformats.org/officeDocument/2006/relationships/slide" Target="slides/slide1.xml"/><Relationship Id="rId11" Type="http://schemas.openxmlformats.org/officeDocument/2006/relationships/slideMaster" Target="slideMasters/slideMaster11.xml"/><Relationship Id="rId24" Type="http://schemas.openxmlformats.org/officeDocument/2006/relationships/slideMaster" Target="slideMasters/slideMaster24.xml"/><Relationship Id="rId32" Type="http://schemas.openxmlformats.org/officeDocument/2006/relationships/slide" Target="slides/slide4.xml"/><Relationship Id="rId37" Type="http://schemas.openxmlformats.org/officeDocument/2006/relationships/slide" Target="slides/slide9.xml"/><Relationship Id="rId40" Type="http://schemas.openxmlformats.org/officeDocument/2006/relationships/slide" Target="slides/slide12.xml"/><Relationship Id="rId45" Type="http://schemas.openxmlformats.org/officeDocument/2006/relationships/slide" Target="slides/slide17.xml"/><Relationship Id="rId53" Type="http://schemas.openxmlformats.org/officeDocument/2006/relationships/slide" Target="slides/slide25.xml"/><Relationship Id="rId58" Type="http://schemas.openxmlformats.org/officeDocument/2006/relationships/notesMaster" Target="notesMasters/notesMaster1.xml"/><Relationship Id="rId5" Type="http://schemas.openxmlformats.org/officeDocument/2006/relationships/slideMaster" Target="slideMasters/slideMaster5.xml"/><Relationship Id="rId61" Type="http://schemas.openxmlformats.org/officeDocument/2006/relationships/theme" Target="theme/theme1.xml"/><Relationship Id="rId19" Type="http://schemas.openxmlformats.org/officeDocument/2006/relationships/slideMaster" Target="slideMasters/slideMaster19.xml"/><Relationship Id="rId14" Type="http://schemas.openxmlformats.org/officeDocument/2006/relationships/slideMaster" Target="slideMasters/slideMaster14.xml"/><Relationship Id="rId22" Type="http://schemas.openxmlformats.org/officeDocument/2006/relationships/slideMaster" Target="slideMasters/slideMaster22.xml"/><Relationship Id="rId27" Type="http://schemas.openxmlformats.org/officeDocument/2006/relationships/slideMaster" Target="slideMasters/slideMaster27.xml"/><Relationship Id="rId30" Type="http://schemas.openxmlformats.org/officeDocument/2006/relationships/slide" Target="slides/slide2.xml"/><Relationship Id="rId35" Type="http://schemas.openxmlformats.org/officeDocument/2006/relationships/slide" Target="slides/slide7.xml"/><Relationship Id="rId43" Type="http://schemas.openxmlformats.org/officeDocument/2006/relationships/slide" Target="slides/slide15.xml"/><Relationship Id="rId48" Type="http://schemas.openxmlformats.org/officeDocument/2006/relationships/slide" Target="slides/slide20.xml"/><Relationship Id="rId56" Type="http://schemas.openxmlformats.org/officeDocument/2006/relationships/slide" Target="slides/slide28.xml"/><Relationship Id="rId8" Type="http://schemas.openxmlformats.org/officeDocument/2006/relationships/slideMaster" Target="slideMasters/slideMaster8.xml"/><Relationship Id="rId51" Type="http://schemas.openxmlformats.org/officeDocument/2006/relationships/slide" Target="slides/slide23.xml"/><Relationship Id="rId3" Type="http://schemas.openxmlformats.org/officeDocument/2006/relationships/slideMaster" Target="slideMasters/slideMaster3.xml"/><Relationship Id="rId12" Type="http://schemas.openxmlformats.org/officeDocument/2006/relationships/slideMaster" Target="slideMasters/slideMaster12.xml"/><Relationship Id="rId17" Type="http://schemas.openxmlformats.org/officeDocument/2006/relationships/slideMaster" Target="slideMasters/slideMaster17.xml"/><Relationship Id="rId25" Type="http://schemas.openxmlformats.org/officeDocument/2006/relationships/slideMaster" Target="slideMasters/slideMaster25.xml"/><Relationship Id="rId33" Type="http://schemas.openxmlformats.org/officeDocument/2006/relationships/slide" Target="slides/slide5.xml"/><Relationship Id="rId38" Type="http://schemas.openxmlformats.org/officeDocument/2006/relationships/slide" Target="slides/slide10.xml"/><Relationship Id="rId46" Type="http://schemas.openxmlformats.org/officeDocument/2006/relationships/slide" Target="slides/slide18.xml"/><Relationship Id="rId59" Type="http://schemas.openxmlformats.org/officeDocument/2006/relationships/presProps" Target="presProps.xml"/><Relationship Id="rId20" Type="http://schemas.openxmlformats.org/officeDocument/2006/relationships/slideMaster" Target="slideMasters/slideMaster20.xml"/><Relationship Id="rId41" Type="http://schemas.openxmlformats.org/officeDocument/2006/relationships/slide" Target="slides/slide13.xml"/><Relationship Id="rId54" Type="http://schemas.openxmlformats.org/officeDocument/2006/relationships/slide" Target="slides/slide26.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Master" Target="slideMasters/slideMaster15.xml"/><Relationship Id="rId23" Type="http://schemas.openxmlformats.org/officeDocument/2006/relationships/slideMaster" Target="slideMasters/slideMaster23.xml"/><Relationship Id="rId28" Type="http://schemas.openxmlformats.org/officeDocument/2006/relationships/slideMaster" Target="slideMasters/slideMaster28.xml"/><Relationship Id="rId36" Type="http://schemas.openxmlformats.org/officeDocument/2006/relationships/slide" Target="slides/slide8.xml"/><Relationship Id="rId49" Type="http://schemas.openxmlformats.org/officeDocument/2006/relationships/slide" Target="slides/slide21.xml"/><Relationship Id="rId57" Type="http://schemas.openxmlformats.org/officeDocument/2006/relationships/slide" Target="slides/slide29.xml"/><Relationship Id="rId10" Type="http://schemas.openxmlformats.org/officeDocument/2006/relationships/slideMaster" Target="slideMasters/slideMaster10.xml"/><Relationship Id="rId31" Type="http://schemas.openxmlformats.org/officeDocument/2006/relationships/slide" Target="slides/slide3.xml"/><Relationship Id="rId44" Type="http://schemas.openxmlformats.org/officeDocument/2006/relationships/slide" Target="slides/slide16.xml"/><Relationship Id="rId52" Type="http://schemas.openxmlformats.org/officeDocument/2006/relationships/slide" Target="slides/slide24.xml"/><Relationship Id="rId60" Type="http://schemas.openxmlformats.org/officeDocument/2006/relationships/viewProps" Target="viewProps.xml"/><Relationship Id="rId4" Type="http://schemas.openxmlformats.org/officeDocument/2006/relationships/slideMaster" Target="slideMasters/slideMaster4.xml"/><Relationship Id="rId9" Type="http://schemas.openxmlformats.org/officeDocument/2006/relationships/slideMaster" Target="slideMasters/slideMaster9.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ied Belhocine" userId="200cc0e2b299676e" providerId="LiveId" clId="{22B37D25-ED5E-4AD8-BD0F-D2E8EC8FD874}"/>
    <pc:docChg chg="undo custSel addSld delSld modSld sldOrd">
      <pc:chgData name="Zied Belhocine" userId="200cc0e2b299676e" providerId="LiveId" clId="{22B37D25-ED5E-4AD8-BD0F-D2E8EC8FD874}" dt="2026-05-07T08:02:04.214" v="1470" actId="20577"/>
      <pc:docMkLst>
        <pc:docMk/>
      </pc:docMkLst>
      <pc:sldChg chg="modSp mod">
        <pc:chgData name="Zied Belhocine" userId="200cc0e2b299676e" providerId="LiveId" clId="{22B37D25-ED5E-4AD8-BD0F-D2E8EC8FD874}" dt="2026-05-07T07:42:06.166" v="1383" actId="20577"/>
        <pc:sldMkLst>
          <pc:docMk/>
          <pc:sldMk cId="0" sldId="256"/>
        </pc:sldMkLst>
        <pc:spChg chg="mod">
          <ac:chgData name="Zied Belhocine" userId="200cc0e2b299676e" providerId="LiveId" clId="{22B37D25-ED5E-4AD8-BD0F-D2E8EC8FD874}" dt="2026-05-07T07:42:06.166" v="1383" actId="20577"/>
          <ac:spMkLst>
            <pc:docMk/>
            <pc:sldMk cId="0" sldId="256"/>
            <ac:spMk id="143" creationId="{00000000-0000-0000-0000-000000000000}"/>
          </ac:spMkLst>
        </pc:spChg>
      </pc:sldChg>
      <pc:sldChg chg="modSp mod">
        <pc:chgData name="Zied Belhocine" userId="200cc0e2b299676e" providerId="LiveId" clId="{22B37D25-ED5E-4AD8-BD0F-D2E8EC8FD874}" dt="2026-05-07T07:42:35.675" v="1384" actId="1076"/>
        <pc:sldMkLst>
          <pc:docMk/>
          <pc:sldMk cId="0" sldId="257"/>
        </pc:sldMkLst>
        <pc:spChg chg="mod">
          <ac:chgData name="Zied Belhocine" userId="200cc0e2b299676e" providerId="LiveId" clId="{22B37D25-ED5E-4AD8-BD0F-D2E8EC8FD874}" dt="2026-05-07T07:42:35.675" v="1384" actId="1076"/>
          <ac:spMkLst>
            <pc:docMk/>
            <pc:sldMk cId="0" sldId="257"/>
            <ac:spMk id="148" creationId="{00000000-0000-0000-0000-000000000000}"/>
          </ac:spMkLst>
        </pc:spChg>
      </pc:sldChg>
      <pc:sldChg chg="modNotesTx">
        <pc:chgData name="Zied Belhocine" userId="200cc0e2b299676e" providerId="LiveId" clId="{22B37D25-ED5E-4AD8-BD0F-D2E8EC8FD874}" dt="2026-05-04T16:07:53.245" v="18" actId="20577"/>
        <pc:sldMkLst>
          <pc:docMk/>
          <pc:sldMk cId="0" sldId="258"/>
        </pc:sldMkLst>
      </pc:sldChg>
      <pc:sldChg chg="modNotes">
        <pc:chgData name="Zied Belhocine" userId="200cc0e2b299676e" providerId="LiveId" clId="{22B37D25-ED5E-4AD8-BD0F-D2E8EC8FD874}" dt="2026-05-07T07:35:03.978" v="1358"/>
        <pc:sldMkLst>
          <pc:docMk/>
          <pc:sldMk cId="0" sldId="260"/>
        </pc:sldMkLst>
      </pc:sldChg>
      <pc:sldChg chg="ord modNotes">
        <pc:chgData name="Zied Belhocine" userId="200cc0e2b299676e" providerId="LiveId" clId="{22B37D25-ED5E-4AD8-BD0F-D2E8EC8FD874}" dt="2026-05-07T07:35:03.978" v="1358"/>
        <pc:sldMkLst>
          <pc:docMk/>
          <pc:sldMk cId="0" sldId="261"/>
        </pc:sldMkLst>
      </pc:sldChg>
      <pc:sldChg chg="modSp mod">
        <pc:chgData name="Zied Belhocine" userId="200cc0e2b299676e" providerId="LiveId" clId="{22B37D25-ED5E-4AD8-BD0F-D2E8EC8FD874}" dt="2026-05-04T20:18:41.401" v="26" actId="14826"/>
        <pc:sldMkLst>
          <pc:docMk/>
          <pc:sldMk cId="0" sldId="266"/>
        </pc:sldMkLst>
        <pc:picChg chg="mod">
          <ac:chgData name="Zied Belhocine" userId="200cc0e2b299676e" providerId="LiveId" clId="{22B37D25-ED5E-4AD8-BD0F-D2E8EC8FD874}" dt="2026-05-04T20:18:41.401" v="26" actId="14826"/>
          <ac:picMkLst>
            <pc:docMk/>
            <pc:sldMk cId="0" sldId="266"/>
            <ac:picMk id="188" creationId="{00000000-0000-0000-0000-000000000000}"/>
          </ac:picMkLst>
        </pc:picChg>
      </pc:sldChg>
      <pc:sldChg chg="addSp modSp mod">
        <pc:chgData name="Zied Belhocine" userId="200cc0e2b299676e" providerId="LiveId" clId="{22B37D25-ED5E-4AD8-BD0F-D2E8EC8FD874}" dt="2026-05-04T20:46:09.472" v="111" actId="20577"/>
        <pc:sldMkLst>
          <pc:docMk/>
          <pc:sldMk cId="0" sldId="268"/>
        </pc:sldMkLst>
        <pc:spChg chg="mod">
          <ac:chgData name="Zied Belhocine" userId="200cc0e2b299676e" providerId="LiveId" clId="{22B37D25-ED5E-4AD8-BD0F-D2E8EC8FD874}" dt="2026-05-04T20:46:09.472" v="111" actId="20577"/>
          <ac:spMkLst>
            <pc:docMk/>
            <pc:sldMk cId="0" sldId="268"/>
            <ac:spMk id="198" creationId="{00000000-0000-0000-0000-000000000000}"/>
          </ac:spMkLst>
        </pc:spChg>
        <pc:picChg chg="add mod">
          <ac:chgData name="Zied Belhocine" userId="200cc0e2b299676e" providerId="LiveId" clId="{22B37D25-ED5E-4AD8-BD0F-D2E8EC8FD874}" dt="2026-05-04T20:45:09.293" v="74" actId="1076"/>
          <ac:picMkLst>
            <pc:docMk/>
            <pc:sldMk cId="0" sldId="268"/>
            <ac:picMk id="3" creationId="{53985CFF-A030-AE83-9E8E-24D34980F6D9}"/>
          </ac:picMkLst>
        </pc:picChg>
        <pc:picChg chg="mod">
          <ac:chgData name="Zied Belhocine" userId="200cc0e2b299676e" providerId="LiveId" clId="{22B37D25-ED5E-4AD8-BD0F-D2E8EC8FD874}" dt="2026-05-04T20:45:13.281" v="75" actId="14100"/>
          <ac:picMkLst>
            <pc:docMk/>
            <pc:sldMk cId="0" sldId="268"/>
            <ac:picMk id="196" creationId="{00000000-0000-0000-0000-000000000000}"/>
          </ac:picMkLst>
        </pc:picChg>
        <pc:picChg chg="mod">
          <ac:chgData name="Zied Belhocine" userId="200cc0e2b299676e" providerId="LiveId" clId="{22B37D25-ED5E-4AD8-BD0F-D2E8EC8FD874}" dt="2026-05-04T20:44:52.557" v="66" actId="1076"/>
          <ac:picMkLst>
            <pc:docMk/>
            <pc:sldMk cId="0" sldId="268"/>
            <ac:picMk id="197" creationId="{00000000-0000-0000-0000-000000000000}"/>
          </ac:picMkLst>
        </pc:picChg>
      </pc:sldChg>
      <pc:sldChg chg="modSp mod">
        <pc:chgData name="Zied Belhocine" userId="200cc0e2b299676e" providerId="LiveId" clId="{22B37D25-ED5E-4AD8-BD0F-D2E8EC8FD874}" dt="2026-05-04T20:29:42.048" v="28" actId="14826"/>
        <pc:sldMkLst>
          <pc:docMk/>
          <pc:sldMk cId="0" sldId="269"/>
        </pc:sldMkLst>
        <pc:picChg chg="mod">
          <ac:chgData name="Zied Belhocine" userId="200cc0e2b299676e" providerId="LiveId" clId="{22B37D25-ED5E-4AD8-BD0F-D2E8EC8FD874}" dt="2026-05-04T20:29:04.781" v="27" actId="14826"/>
          <ac:picMkLst>
            <pc:docMk/>
            <pc:sldMk cId="0" sldId="269"/>
            <ac:picMk id="201" creationId="{00000000-0000-0000-0000-000000000000}"/>
          </ac:picMkLst>
        </pc:picChg>
        <pc:picChg chg="mod">
          <ac:chgData name="Zied Belhocine" userId="200cc0e2b299676e" providerId="LiveId" clId="{22B37D25-ED5E-4AD8-BD0F-D2E8EC8FD874}" dt="2026-05-04T20:29:42.048" v="28" actId="14826"/>
          <ac:picMkLst>
            <pc:docMk/>
            <pc:sldMk cId="0" sldId="269"/>
            <ac:picMk id="202" creationId="{00000000-0000-0000-0000-000000000000}"/>
          </ac:picMkLst>
        </pc:picChg>
      </pc:sldChg>
      <pc:sldChg chg="modNotesTx">
        <pc:chgData name="Zied Belhocine" userId="200cc0e2b299676e" providerId="LiveId" clId="{22B37D25-ED5E-4AD8-BD0F-D2E8EC8FD874}" dt="2026-05-05T07:34:01.871" v="467" actId="20577"/>
        <pc:sldMkLst>
          <pc:docMk/>
          <pc:sldMk cId="0" sldId="270"/>
        </pc:sldMkLst>
      </pc:sldChg>
      <pc:sldChg chg="modNotesTx">
        <pc:chgData name="Zied Belhocine" userId="200cc0e2b299676e" providerId="LiveId" clId="{22B37D25-ED5E-4AD8-BD0F-D2E8EC8FD874}" dt="2026-05-05T07:34:16.679" v="504" actId="20577"/>
        <pc:sldMkLst>
          <pc:docMk/>
          <pc:sldMk cId="0" sldId="271"/>
        </pc:sldMkLst>
      </pc:sldChg>
      <pc:sldChg chg="modSp mod">
        <pc:chgData name="Zied Belhocine" userId="200cc0e2b299676e" providerId="LiveId" clId="{22B37D25-ED5E-4AD8-BD0F-D2E8EC8FD874}" dt="2026-05-05T06:35:34.433" v="114" actId="1076"/>
        <pc:sldMkLst>
          <pc:docMk/>
          <pc:sldMk cId="0" sldId="272"/>
        </pc:sldMkLst>
        <pc:picChg chg="mod">
          <ac:chgData name="Zied Belhocine" userId="200cc0e2b299676e" providerId="LiveId" clId="{22B37D25-ED5E-4AD8-BD0F-D2E8EC8FD874}" dt="2026-05-05T06:35:34.433" v="114" actId="1076"/>
          <ac:picMkLst>
            <pc:docMk/>
            <pc:sldMk cId="0" sldId="272"/>
            <ac:picMk id="213" creationId="{00000000-0000-0000-0000-000000000000}"/>
          </ac:picMkLst>
        </pc:picChg>
      </pc:sldChg>
      <pc:sldChg chg="modSp mod modNotesTx">
        <pc:chgData name="Zied Belhocine" userId="200cc0e2b299676e" providerId="LiveId" clId="{22B37D25-ED5E-4AD8-BD0F-D2E8EC8FD874}" dt="2026-05-07T07:57:09.932" v="1468" actId="20577"/>
        <pc:sldMkLst>
          <pc:docMk/>
          <pc:sldMk cId="0" sldId="275"/>
        </pc:sldMkLst>
        <pc:spChg chg="mod">
          <ac:chgData name="Zied Belhocine" userId="200cc0e2b299676e" providerId="LiveId" clId="{22B37D25-ED5E-4AD8-BD0F-D2E8EC8FD874}" dt="2026-05-07T07:57:09.932" v="1468" actId="20577"/>
          <ac:spMkLst>
            <pc:docMk/>
            <pc:sldMk cId="0" sldId="275"/>
            <ac:spMk id="225" creationId="{00000000-0000-0000-0000-000000000000}"/>
          </ac:spMkLst>
        </pc:spChg>
        <pc:picChg chg="mod">
          <ac:chgData name="Zied Belhocine" userId="200cc0e2b299676e" providerId="LiveId" clId="{22B37D25-ED5E-4AD8-BD0F-D2E8EC8FD874}" dt="2026-05-05T06:38:11.234" v="115" actId="14826"/>
          <ac:picMkLst>
            <pc:docMk/>
            <pc:sldMk cId="0" sldId="275"/>
            <ac:picMk id="224" creationId="{00000000-0000-0000-0000-000000000000}"/>
          </ac:picMkLst>
        </pc:picChg>
      </pc:sldChg>
      <pc:sldChg chg="modNotesTx">
        <pc:chgData name="Zied Belhocine" userId="200cc0e2b299676e" providerId="LiveId" clId="{22B37D25-ED5E-4AD8-BD0F-D2E8EC8FD874}" dt="2026-05-05T07:29:45.926" v="122" actId="20577"/>
        <pc:sldMkLst>
          <pc:docMk/>
          <pc:sldMk cId="0" sldId="276"/>
        </pc:sldMkLst>
      </pc:sldChg>
      <pc:sldChg chg="modNotesTx">
        <pc:chgData name="Zied Belhocine" userId="200cc0e2b299676e" providerId="LiveId" clId="{22B37D25-ED5E-4AD8-BD0F-D2E8EC8FD874}" dt="2026-05-05T07:51:13.705" v="713" actId="20577"/>
        <pc:sldMkLst>
          <pc:docMk/>
          <pc:sldMk cId="0" sldId="277"/>
        </pc:sldMkLst>
      </pc:sldChg>
      <pc:sldChg chg="modNotesTx">
        <pc:chgData name="Zied Belhocine" userId="200cc0e2b299676e" providerId="LiveId" clId="{22B37D25-ED5E-4AD8-BD0F-D2E8EC8FD874}" dt="2026-05-05T07:50:54.152" v="707" actId="20577"/>
        <pc:sldMkLst>
          <pc:docMk/>
          <pc:sldMk cId="0" sldId="278"/>
        </pc:sldMkLst>
      </pc:sldChg>
      <pc:sldChg chg="modSp mod modNotesTx">
        <pc:chgData name="Zied Belhocine" userId="200cc0e2b299676e" providerId="LiveId" clId="{22B37D25-ED5E-4AD8-BD0F-D2E8EC8FD874}" dt="2026-05-05T07:50:38.943" v="705" actId="20577"/>
        <pc:sldMkLst>
          <pc:docMk/>
          <pc:sldMk cId="0" sldId="279"/>
        </pc:sldMkLst>
        <pc:spChg chg="mod">
          <ac:chgData name="Zied Belhocine" userId="200cc0e2b299676e" providerId="LiveId" clId="{22B37D25-ED5E-4AD8-BD0F-D2E8EC8FD874}" dt="2026-05-05T07:49:51.379" v="685" actId="20577"/>
          <ac:spMkLst>
            <pc:docMk/>
            <pc:sldMk cId="0" sldId="279"/>
            <ac:spMk id="240" creationId="{00000000-0000-0000-0000-000000000000}"/>
          </ac:spMkLst>
        </pc:spChg>
        <pc:picChg chg="mod">
          <ac:chgData name="Zied Belhocine" userId="200cc0e2b299676e" providerId="LiveId" clId="{22B37D25-ED5E-4AD8-BD0F-D2E8EC8FD874}" dt="2026-05-05T07:49:46.406" v="684" actId="14826"/>
          <ac:picMkLst>
            <pc:docMk/>
            <pc:sldMk cId="0" sldId="279"/>
            <ac:picMk id="241" creationId="{00000000-0000-0000-0000-000000000000}"/>
          </ac:picMkLst>
        </pc:picChg>
      </pc:sldChg>
      <pc:sldChg chg="modSp mod modNotesTx">
        <pc:chgData name="Zied Belhocine" userId="200cc0e2b299676e" providerId="LiveId" clId="{22B37D25-ED5E-4AD8-BD0F-D2E8EC8FD874}" dt="2026-05-05T08:17:44.131" v="1027" actId="14826"/>
        <pc:sldMkLst>
          <pc:docMk/>
          <pc:sldMk cId="0" sldId="280"/>
        </pc:sldMkLst>
        <pc:picChg chg="mod">
          <ac:chgData name="Zied Belhocine" userId="200cc0e2b299676e" providerId="LiveId" clId="{22B37D25-ED5E-4AD8-BD0F-D2E8EC8FD874}" dt="2026-05-05T08:17:44.131" v="1027" actId="14826"/>
          <ac:picMkLst>
            <pc:docMk/>
            <pc:sldMk cId="0" sldId="280"/>
            <ac:picMk id="245" creationId="{00000000-0000-0000-0000-000000000000}"/>
          </ac:picMkLst>
        </pc:picChg>
      </pc:sldChg>
      <pc:sldChg chg="modSp mod">
        <pc:chgData name="Zied Belhocine" userId="200cc0e2b299676e" providerId="LiveId" clId="{22B37D25-ED5E-4AD8-BD0F-D2E8EC8FD874}" dt="2026-05-05T08:17:27.947" v="1026" actId="14826"/>
        <pc:sldMkLst>
          <pc:docMk/>
          <pc:sldMk cId="0" sldId="281"/>
        </pc:sldMkLst>
        <pc:picChg chg="mod">
          <ac:chgData name="Zied Belhocine" userId="200cc0e2b299676e" providerId="LiveId" clId="{22B37D25-ED5E-4AD8-BD0F-D2E8EC8FD874}" dt="2026-05-05T08:17:27.947" v="1026" actId="14826"/>
          <ac:picMkLst>
            <pc:docMk/>
            <pc:sldMk cId="0" sldId="281"/>
            <ac:picMk id="249" creationId="{00000000-0000-0000-0000-000000000000}"/>
          </ac:picMkLst>
        </pc:picChg>
      </pc:sldChg>
      <pc:sldChg chg="modSp mod">
        <pc:chgData name="Zied Belhocine" userId="200cc0e2b299676e" providerId="LiveId" clId="{22B37D25-ED5E-4AD8-BD0F-D2E8EC8FD874}" dt="2026-05-07T08:02:04.214" v="1470" actId="20577"/>
        <pc:sldMkLst>
          <pc:docMk/>
          <pc:sldMk cId="0" sldId="282"/>
        </pc:sldMkLst>
        <pc:spChg chg="mod">
          <ac:chgData name="Zied Belhocine" userId="200cc0e2b299676e" providerId="LiveId" clId="{22B37D25-ED5E-4AD8-BD0F-D2E8EC8FD874}" dt="2026-05-07T08:02:04.214" v="1470" actId="20577"/>
          <ac:spMkLst>
            <pc:docMk/>
            <pc:sldMk cId="0" sldId="282"/>
            <ac:spMk id="252" creationId="{00000000-0000-0000-0000-000000000000}"/>
          </ac:spMkLst>
        </pc:spChg>
      </pc:sldChg>
      <pc:sldChg chg="addSp modSp mod modNotes">
        <pc:chgData name="Zied Belhocine" userId="200cc0e2b299676e" providerId="LiveId" clId="{22B37D25-ED5E-4AD8-BD0F-D2E8EC8FD874}" dt="2026-05-05T08:36:26.656" v="1356" actId="1076"/>
        <pc:sldMkLst>
          <pc:docMk/>
          <pc:sldMk cId="0" sldId="283"/>
        </pc:sldMkLst>
        <pc:spChg chg="add mod">
          <ac:chgData name="Zied Belhocine" userId="200cc0e2b299676e" providerId="LiveId" clId="{22B37D25-ED5E-4AD8-BD0F-D2E8EC8FD874}" dt="2026-05-05T08:36:05.467" v="1351" actId="1076"/>
          <ac:spMkLst>
            <pc:docMk/>
            <pc:sldMk cId="0" sldId="283"/>
            <ac:spMk id="2" creationId="{6F396343-D66B-B7AF-CFEF-E9B2A2107ECD}"/>
          </ac:spMkLst>
        </pc:spChg>
        <pc:spChg chg="add mod">
          <ac:chgData name="Zied Belhocine" userId="200cc0e2b299676e" providerId="LiveId" clId="{22B37D25-ED5E-4AD8-BD0F-D2E8EC8FD874}" dt="2026-05-05T08:36:07.853" v="1352" actId="1076"/>
          <ac:spMkLst>
            <pc:docMk/>
            <pc:sldMk cId="0" sldId="283"/>
            <ac:spMk id="3" creationId="{51BE3D97-6111-73F4-BEA3-C7531F71C60B}"/>
          </ac:spMkLst>
        </pc:spChg>
        <pc:spChg chg="add mod">
          <ac:chgData name="Zied Belhocine" userId="200cc0e2b299676e" providerId="LiveId" clId="{22B37D25-ED5E-4AD8-BD0F-D2E8EC8FD874}" dt="2026-05-05T08:36:10.995" v="1353" actId="1076"/>
          <ac:spMkLst>
            <pc:docMk/>
            <pc:sldMk cId="0" sldId="283"/>
            <ac:spMk id="4" creationId="{DD2626C2-B4C1-7233-ADF7-1AC2BE68879E}"/>
          </ac:spMkLst>
        </pc:spChg>
        <pc:spChg chg="add mod">
          <ac:chgData name="Zied Belhocine" userId="200cc0e2b299676e" providerId="LiveId" clId="{22B37D25-ED5E-4AD8-BD0F-D2E8EC8FD874}" dt="2026-05-05T08:36:26.656" v="1356" actId="1076"/>
          <ac:spMkLst>
            <pc:docMk/>
            <pc:sldMk cId="0" sldId="283"/>
            <ac:spMk id="5" creationId="{C576AB18-323F-4EA1-3D57-E854429577D1}"/>
          </ac:spMkLst>
        </pc:spChg>
        <pc:spChg chg="add mod">
          <ac:chgData name="Zied Belhocine" userId="200cc0e2b299676e" providerId="LiveId" clId="{22B37D25-ED5E-4AD8-BD0F-D2E8EC8FD874}" dt="2026-05-05T08:36:20.662" v="1355" actId="1076"/>
          <ac:spMkLst>
            <pc:docMk/>
            <pc:sldMk cId="0" sldId="283"/>
            <ac:spMk id="6" creationId="{EE8CA6F9-0C4A-0C16-367A-81BCEC058F75}"/>
          </ac:spMkLst>
        </pc:spChg>
        <pc:spChg chg="add mod">
          <ac:chgData name="Zied Belhocine" userId="200cc0e2b299676e" providerId="LiveId" clId="{22B37D25-ED5E-4AD8-BD0F-D2E8EC8FD874}" dt="2026-05-05T08:36:15.597" v="1354" actId="1076"/>
          <ac:spMkLst>
            <pc:docMk/>
            <pc:sldMk cId="0" sldId="283"/>
            <ac:spMk id="7" creationId="{2E6FF1C3-F3CC-B2D8-DBB0-0A721F95B3C0}"/>
          </ac:spMkLst>
        </pc:spChg>
        <pc:spChg chg="mod">
          <ac:chgData name="Zied Belhocine" userId="200cc0e2b299676e" providerId="LiveId" clId="{22B37D25-ED5E-4AD8-BD0F-D2E8EC8FD874}" dt="2026-05-05T08:35:59.247" v="1350" actId="20577"/>
          <ac:spMkLst>
            <pc:docMk/>
            <pc:sldMk cId="0" sldId="283"/>
            <ac:spMk id="255" creationId="{00000000-0000-0000-0000-000000000000}"/>
          </ac:spMkLst>
        </pc:spChg>
      </pc:sldChg>
      <pc:sldChg chg="new del">
        <pc:chgData name="Zied Belhocine" userId="200cc0e2b299676e" providerId="LiveId" clId="{22B37D25-ED5E-4AD8-BD0F-D2E8EC8FD874}" dt="2026-05-05T08:16:20.634" v="1025" actId="47"/>
        <pc:sldMkLst>
          <pc:docMk/>
          <pc:sldMk cId="163989970" sldId="285"/>
        </pc:sldMkLst>
      </pc:sldChg>
      <pc:sldChg chg="new del">
        <pc:chgData name="Zied Belhocine" userId="200cc0e2b299676e" providerId="LiveId" clId="{22B37D25-ED5E-4AD8-BD0F-D2E8EC8FD874}" dt="2026-05-05T08:23:54.585" v="1155" actId="47"/>
        <pc:sldMkLst>
          <pc:docMk/>
          <pc:sldMk cId="483836391" sldId="285"/>
        </pc:sldMkLst>
      </pc:sldChg>
      <pc:sldChg chg="new del">
        <pc:chgData name="Zied Belhocine" userId="200cc0e2b299676e" providerId="LiveId" clId="{22B37D25-ED5E-4AD8-BD0F-D2E8EC8FD874}" dt="2026-05-05T07:54:23.180" v="750" actId="47"/>
        <pc:sldMkLst>
          <pc:docMk/>
          <pc:sldMk cId="1997528679" sldId="28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6"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r>
              <a:rPr lang="fr-FR" sz="1800" b="0" strike="noStrike" spc="-1">
                <a:solidFill>
                  <a:schemeClr val="dk1"/>
                </a:solidFill>
                <a:latin typeface="Arial"/>
              </a:rPr>
              <a:t>Cliquez pour déplacer la diapo</a:t>
            </a:r>
          </a:p>
        </p:txBody>
      </p:sp>
      <p:sp>
        <p:nvSpPr>
          <p:cNvPr id="137"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fr-FR" sz="2000" b="0" strike="noStrike" spc="-1">
                <a:solidFill>
                  <a:srgbClr val="000000"/>
                </a:solidFill>
                <a:latin typeface="Arial"/>
              </a:rPr>
              <a:t>Cliquez pour modifier le format des notes</a:t>
            </a:r>
          </a:p>
        </p:txBody>
      </p:sp>
      <p:sp>
        <p:nvSpPr>
          <p:cNvPr id="138"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fr-FR" sz="1400" b="0" strike="noStrike" spc="-1">
                <a:solidFill>
                  <a:srgbClr val="000000"/>
                </a:solidFill>
                <a:latin typeface="Times New Roman"/>
              </a:rPr>
              <a:t>&lt;en-tête&gt;</a:t>
            </a:r>
          </a:p>
        </p:txBody>
      </p:sp>
      <p:sp>
        <p:nvSpPr>
          <p:cNvPr id="139" name="PlaceHolder 4"/>
          <p:cNvSpPr>
            <a:spLocks noGrp="1"/>
          </p:cNvSpPr>
          <p:nvPr>
            <p:ph type="dt" idx="30"/>
          </p:nvPr>
        </p:nvSpPr>
        <p:spPr>
          <a:xfrm>
            <a:off x="4278960" y="0"/>
            <a:ext cx="3280680" cy="534240"/>
          </a:xfrm>
          <a:prstGeom prst="rect">
            <a:avLst/>
          </a:prstGeom>
          <a:noFill/>
          <a:ln w="0">
            <a:noFill/>
          </a:ln>
        </p:spPr>
        <p:txBody>
          <a:bodyPr lIns="0" tIns="0" rIns="0" bIns="0" anchor="t">
            <a:noAutofit/>
          </a:bodyPr>
          <a:lstStyle>
            <a:lvl1pPr indent="0" algn="r">
              <a:buNone/>
              <a:defRPr lang="fr-FR" sz="1400" b="0" strike="noStrike" spc="-1">
                <a:solidFill>
                  <a:srgbClr val="000000"/>
                </a:solidFill>
                <a:latin typeface="Times New Roman"/>
              </a:defRPr>
            </a:lvl1pPr>
          </a:lstStyle>
          <a:p>
            <a:pPr indent="0" algn="r">
              <a:buNone/>
            </a:pPr>
            <a:r>
              <a:rPr lang="fr-FR" sz="1400" b="0" strike="noStrike" spc="-1">
                <a:solidFill>
                  <a:srgbClr val="000000"/>
                </a:solidFill>
                <a:latin typeface="Times New Roman"/>
              </a:rPr>
              <a:t>&lt;date/heure&gt;</a:t>
            </a:r>
          </a:p>
        </p:txBody>
      </p:sp>
      <p:sp>
        <p:nvSpPr>
          <p:cNvPr id="140" name="PlaceHolder 5"/>
          <p:cNvSpPr>
            <a:spLocks noGrp="1"/>
          </p:cNvSpPr>
          <p:nvPr>
            <p:ph type="ftr" idx="31"/>
          </p:nvPr>
        </p:nvSpPr>
        <p:spPr>
          <a:xfrm>
            <a:off x="0" y="10157400"/>
            <a:ext cx="3280680" cy="534240"/>
          </a:xfrm>
          <a:prstGeom prst="rect">
            <a:avLst/>
          </a:prstGeom>
          <a:noFill/>
          <a:ln w="0">
            <a:noFill/>
          </a:ln>
        </p:spPr>
        <p:txBody>
          <a:bodyPr lIns="0" tIns="0" rIns="0" bIns="0" anchor="b">
            <a:noAutofit/>
          </a:bodyPr>
          <a:lstStyle>
            <a:lvl1pPr indent="0">
              <a:buNone/>
              <a:defRPr lang="fr-FR" sz="1400" b="0" strike="noStrike" spc="-1">
                <a:solidFill>
                  <a:srgbClr val="000000"/>
                </a:solidFill>
                <a:latin typeface="Times New Roman"/>
              </a:defRPr>
            </a:lvl1pPr>
          </a:lstStyle>
          <a:p>
            <a:pPr indent="0">
              <a:buNone/>
            </a:pPr>
            <a:r>
              <a:rPr lang="fr-FR" sz="1400" b="0" strike="noStrike" spc="-1">
                <a:solidFill>
                  <a:srgbClr val="000000"/>
                </a:solidFill>
                <a:latin typeface="Times New Roman"/>
              </a:rPr>
              <a:t>&lt;pied de page&gt;</a:t>
            </a:r>
          </a:p>
        </p:txBody>
      </p:sp>
      <p:sp>
        <p:nvSpPr>
          <p:cNvPr id="141" name="PlaceHolder 6"/>
          <p:cNvSpPr>
            <a:spLocks noGrp="1"/>
          </p:cNvSpPr>
          <p:nvPr>
            <p:ph type="sldNum" idx="32"/>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strike="noStrike" spc="-1">
                <a:solidFill>
                  <a:srgbClr val="000000"/>
                </a:solidFill>
                <a:latin typeface="Times New Roman"/>
              </a:defRPr>
            </a:lvl1pPr>
          </a:lstStyle>
          <a:p>
            <a:pPr indent="0" algn="r">
              <a:buNone/>
            </a:pPr>
            <a:fld id="{5D466510-EE9B-4AFA-B18B-C17A9418EDCB}" type="slidenum">
              <a:rPr lang="fr-FR" sz="1400" b="0" strike="noStrike" spc="-1">
                <a:solidFill>
                  <a:srgbClr val="000000"/>
                </a:solidFill>
                <a:latin typeface="Times New Roman"/>
              </a:rPr>
              <a:t>‹N°›</a:t>
            </a:fld>
            <a:endParaRPr lang="fr-FR"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 name="PlaceHolder 1"/>
          <p:cNvSpPr>
            <a:spLocks noGrp="1" noRot="1" noChangeAspect="1"/>
          </p:cNvSpPr>
          <p:nvPr>
            <p:ph type="sldImg"/>
          </p:nvPr>
        </p:nvSpPr>
        <p:spPr>
          <a:xfrm>
            <a:off x="685800" y="1143000"/>
            <a:ext cx="5484813" cy="3084513"/>
          </a:xfrm>
          <a:prstGeom prst="rect">
            <a:avLst/>
          </a:prstGeom>
          <a:ln w="0">
            <a:noFill/>
          </a:ln>
        </p:spPr>
      </p:sp>
      <p:sp>
        <p:nvSpPr>
          <p:cNvPr id="260"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61" name="PlaceHolder 3"/>
          <p:cNvSpPr>
            <a:spLocks noGrp="1"/>
          </p:cNvSpPr>
          <p:nvPr>
            <p:ph type="sldNum" idx="60"/>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C4A0BE37-320F-454B-A943-60E80A717D69}" type="slidenum">
              <a:rPr lang="fr" sz="1400" b="0" strike="noStrike" spc="-1">
                <a:solidFill>
                  <a:srgbClr val="000000"/>
                </a:solidFill>
                <a:latin typeface="Arial"/>
                <a:ea typeface="Arial"/>
              </a:rPr>
              <a:t>1</a:t>
            </a:fld>
            <a:endParaRPr lang="fr-FR" sz="14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 name="PlaceHolder 1"/>
          <p:cNvSpPr>
            <a:spLocks noGrp="1" noRot="1" noChangeAspect="1"/>
          </p:cNvSpPr>
          <p:nvPr>
            <p:ph type="sldImg"/>
          </p:nvPr>
        </p:nvSpPr>
        <p:spPr>
          <a:xfrm>
            <a:off x="685800" y="1143000"/>
            <a:ext cx="5484813" cy="3084513"/>
          </a:xfrm>
          <a:prstGeom prst="rect">
            <a:avLst/>
          </a:prstGeom>
          <a:ln w="0">
            <a:noFill/>
          </a:ln>
        </p:spPr>
      </p:sp>
      <p:sp>
        <p:nvSpPr>
          <p:cNvPr id="263"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0">
              <a:lnSpc>
                <a:spcPct val="100000"/>
              </a:lnSpc>
              <a:buNone/>
              <a:tabLst>
                <a:tab pos="0" algn="l"/>
              </a:tabLst>
            </a:pPr>
            <a:r>
              <a:rPr lang="fr-FR" sz="1100" b="0" strike="noStrike" spc="-1">
                <a:solidFill>
                  <a:srgbClr val="000000"/>
                </a:solidFill>
                <a:latin typeface="Arial"/>
              </a:rPr>
              <a:t>Contexte du projet</a:t>
            </a:r>
          </a:p>
        </p:txBody>
      </p:sp>
      <p:sp>
        <p:nvSpPr>
          <p:cNvPr id="264" name="PlaceHolder 3"/>
          <p:cNvSpPr>
            <a:spLocks noGrp="1"/>
          </p:cNvSpPr>
          <p:nvPr>
            <p:ph type="sldNum" idx="61"/>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C97A4837-11B6-42CC-87D4-BA2F6481228C}" type="slidenum">
              <a:rPr lang="fr" sz="1400" b="0" strike="noStrike" spc="-1">
                <a:solidFill>
                  <a:srgbClr val="000000"/>
                </a:solidFill>
                <a:latin typeface="Arial"/>
                <a:ea typeface="Arial"/>
              </a:rPr>
              <a:t>2</a:t>
            </a:fld>
            <a:endParaRPr lang="fr-FR" sz="14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 name="PlaceHolder 1"/>
          <p:cNvSpPr>
            <a:spLocks noGrp="1" noRot="1" noChangeAspect="1"/>
          </p:cNvSpPr>
          <p:nvPr>
            <p:ph type="sldImg"/>
          </p:nvPr>
        </p:nvSpPr>
        <p:spPr>
          <a:xfrm>
            <a:off x="685800" y="1143000"/>
            <a:ext cx="5484813" cy="3084513"/>
          </a:xfrm>
          <a:prstGeom prst="rect">
            <a:avLst/>
          </a:prstGeom>
          <a:ln w="0">
            <a:noFill/>
          </a:ln>
        </p:spPr>
      </p:sp>
      <p:sp>
        <p:nvSpPr>
          <p:cNvPr id="266"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r>
              <a:rPr lang="fr-FR" sz="1800" b="0" strike="noStrike" spc="-1" dirty="0">
                <a:solidFill>
                  <a:srgbClr val="000000"/>
                </a:solidFill>
                <a:latin typeface="Arial"/>
              </a:rPr>
              <a:t>Parler du </a:t>
            </a:r>
            <a:r>
              <a:rPr lang="fr-FR" sz="1800" b="0" strike="noStrike" spc="-1" dirty="0" err="1">
                <a:solidFill>
                  <a:srgbClr val="000000"/>
                </a:solidFill>
                <a:latin typeface="Arial"/>
              </a:rPr>
              <a:t>rgpd</a:t>
            </a:r>
            <a:endParaRPr lang="fr-FR" sz="1800" b="0" strike="noStrike" spc="-1" dirty="0">
              <a:solidFill>
                <a:srgbClr val="000000"/>
              </a:solidFill>
              <a:latin typeface="Arial"/>
            </a:endParaRPr>
          </a:p>
        </p:txBody>
      </p:sp>
      <p:sp>
        <p:nvSpPr>
          <p:cNvPr id="267" name="PlaceHolder 3"/>
          <p:cNvSpPr>
            <a:spLocks noGrp="1"/>
          </p:cNvSpPr>
          <p:nvPr>
            <p:ph type="sldNum" idx="62"/>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B11DC251-ED2C-4E90-BD16-5E7A855CEC3C}" type="slidenum">
              <a:rPr lang="fr" sz="1400" b="0" strike="noStrike" spc="-1">
                <a:solidFill>
                  <a:srgbClr val="000000"/>
                </a:solidFill>
                <a:latin typeface="Arial"/>
                <a:ea typeface="Arial"/>
              </a:rPr>
              <a:t>3</a:t>
            </a:fld>
            <a:endParaRPr lang="fr-FR" sz="14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 name="PlaceHolder 1"/>
          <p:cNvSpPr>
            <a:spLocks noGrp="1" noRot="1" noChangeAspect="1"/>
          </p:cNvSpPr>
          <p:nvPr>
            <p:ph type="sldImg"/>
          </p:nvPr>
        </p:nvSpPr>
        <p:spPr>
          <a:xfrm>
            <a:off x="685800" y="1143000"/>
            <a:ext cx="5484600" cy="3084120"/>
          </a:xfrm>
          <a:prstGeom prst="rect">
            <a:avLst/>
          </a:prstGeom>
          <a:ln w="0">
            <a:noFill/>
          </a:ln>
        </p:spPr>
      </p:sp>
      <p:sp>
        <p:nvSpPr>
          <p:cNvPr id="269"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70" name="PlaceHolder 3"/>
          <p:cNvSpPr>
            <a:spLocks noGrp="1"/>
          </p:cNvSpPr>
          <p:nvPr>
            <p:ph type="sldNum" idx="63"/>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518AAF48-E910-494C-9B3E-0CA5997D873B}" type="slidenum">
              <a:rPr lang="fr" sz="1400" b="0" strike="noStrike" spc="-1">
                <a:solidFill>
                  <a:srgbClr val="000000"/>
                </a:solidFill>
                <a:latin typeface="Arial"/>
                <a:ea typeface="Arial"/>
              </a:rPr>
              <a:t>4</a:t>
            </a:fld>
            <a:endParaRPr lang="fr-FR" sz="14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4" name="PlaceHolder 1"/>
          <p:cNvSpPr>
            <a:spLocks noGrp="1" noRot="1" noChangeAspect="1"/>
          </p:cNvSpPr>
          <p:nvPr>
            <p:ph type="sldImg"/>
          </p:nvPr>
        </p:nvSpPr>
        <p:spPr>
          <a:xfrm>
            <a:off x="685800" y="1143000"/>
            <a:ext cx="5484813" cy="3084513"/>
          </a:xfrm>
          <a:prstGeom prst="rect">
            <a:avLst/>
          </a:prstGeom>
          <a:ln w="0">
            <a:noFill/>
          </a:ln>
        </p:spPr>
      </p:sp>
      <p:sp>
        <p:nvSpPr>
          <p:cNvPr id="275"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76" name="PlaceHolder 3"/>
          <p:cNvSpPr>
            <a:spLocks noGrp="1"/>
          </p:cNvSpPr>
          <p:nvPr>
            <p:ph type="sldNum" idx="65"/>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FC870F79-8BA1-48C4-88A8-7CE42CED1959}" type="slidenum">
              <a:rPr lang="fr" sz="1400" b="0" strike="noStrike" spc="-1">
                <a:solidFill>
                  <a:srgbClr val="000000"/>
                </a:solidFill>
                <a:latin typeface="Arial"/>
                <a:ea typeface="Arial"/>
              </a:rPr>
              <a:t>5</a:t>
            </a:fld>
            <a:endParaRPr lang="fr-FR" sz="14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1" name="PlaceHolder 1"/>
          <p:cNvSpPr>
            <a:spLocks noGrp="1" noRot="1" noChangeAspect="1"/>
          </p:cNvSpPr>
          <p:nvPr>
            <p:ph type="sldImg"/>
          </p:nvPr>
        </p:nvSpPr>
        <p:spPr>
          <a:xfrm>
            <a:off x="685800" y="1143000"/>
            <a:ext cx="5484813" cy="3084513"/>
          </a:xfrm>
          <a:prstGeom prst="rect">
            <a:avLst/>
          </a:prstGeom>
          <a:ln w="0">
            <a:noFill/>
          </a:ln>
        </p:spPr>
      </p:sp>
      <p:sp>
        <p:nvSpPr>
          <p:cNvPr id="272"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73" name="PlaceHolder 3"/>
          <p:cNvSpPr>
            <a:spLocks noGrp="1"/>
          </p:cNvSpPr>
          <p:nvPr>
            <p:ph type="sldNum" idx="64"/>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19F031BD-492A-4C66-B669-31A9D825A5C9}" type="slidenum">
              <a:rPr lang="fr" sz="1400" b="0" strike="noStrike" spc="-1">
                <a:solidFill>
                  <a:srgbClr val="000000"/>
                </a:solidFill>
                <a:latin typeface="Arial"/>
                <a:ea typeface="Arial"/>
              </a:rPr>
              <a:t>6</a:t>
            </a:fld>
            <a:endParaRPr lang="fr-FR" sz="14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7" name="PlaceHolder 1"/>
          <p:cNvSpPr>
            <a:spLocks noGrp="1" noRot="1" noChangeAspect="1"/>
          </p:cNvSpPr>
          <p:nvPr>
            <p:ph type="sldImg"/>
          </p:nvPr>
        </p:nvSpPr>
        <p:spPr>
          <a:xfrm>
            <a:off x="685800" y="1143000"/>
            <a:ext cx="5484600" cy="3084120"/>
          </a:xfrm>
          <a:prstGeom prst="rect">
            <a:avLst/>
          </a:prstGeom>
          <a:ln w="0">
            <a:noFill/>
          </a:ln>
        </p:spPr>
      </p:sp>
      <p:sp>
        <p:nvSpPr>
          <p:cNvPr id="278"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79" name="PlaceHolder 3"/>
          <p:cNvSpPr>
            <a:spLocks noGrp="1"/>
          </p:cNvSpPr>
          <p:nvPr>
            <p:ph type="sldNum" idx="66"/>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5DEB8EB5-30D5-415D-9117-309FCE6E1E0B}" type="slidenum">
              <a:rPr lang="fr" sz="1400" b="0" strike="noStrike" spc="-1">
                <a:solidFill>
                  <a:srgbClr val="000000"/>
                </a:solidFill>
                <a:latin typeface="Arial"/>
                <a:ea typeface="Arial"/>
              </a:rPr>
              <a:t>7</a:t>
            </a:fld>
            <a:endParaRPr lang="fr-FR" sz="14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0" name="PlaceHolder 1"/>
          <p:cNvSpPr>
            <a:spLocks noGrp="1" noRot="1" noChangeAspect="1"/>
          </p:cNvSpPr>
          <p:nvPr>
            <p:ph type="sldImg"/>
          </p:nvPr>
        </p:nvSpPr>
        <p:spPr>
          <a:xfrm>
            <a:off x="685800" y="1143000"/>
            <a:ext cx="5484600" cy="3084120"/>
          </a:xfrm>
          <a:prstGeom prst="rect">
            <a:avLst/>
          </a:prstGeom>
          <a:ln w="0">
            <a:noFill/>
          </a:ln>
        </p:spPr>
      </p:sp>
      <p:sp>
        <p:nvSpPr>
          <p:cNvPr id="281"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82" name="PlaceHolder 3"/>
          <p:cNvSpPr>
            <a:spLocks noGrp="1"/>
          </p:cNvSpPr>
          <p:nvPr>
            <p:ph type="sldNum" idx="67"/>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52C9F972-CE1E-4140-A815-D4ACC95580CA}" type="slidenum">
              <a:rPr lang="fr" sz="1400" b="0" strike="noStrike" spc="-1">
                <a:solidFill>
                  <a:srgbClr val="000000"/>
                </a:solidFill>
                <a:latin typeface="Arial"/>
                <a:ea typeface="Arial"/>
              </a:rPr>
              <a:t>8</a:t>
            </a:fld>
            <a:endParaRPr lang="fr-FR" sz="14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3" name="PlaceHolder 1"/>
          <p:cNvSpPr>
            <a:spLocks noGrp="1" noRot="1" noChangeAspect="1"/>
          </p:cNvSpPr>
          <p:nvPr>
            <p:ph type="sldImg"/>
          </p:nvPr>
        </p:nvSpPr>
        <p:spPr>
          <a:xfrm>
            <a:off x="685800" y="1143000"/>
            <a:ext cx="5484600" cy="3084120"/>
          </a:xfrm>
          <a:prstGeom prst="rect">
            <a:avLst/>
          </a:prstGeom>
          <a:ln w="0">
            <a:noFill/>
          </a:ln>
        </p:spPr>
      </p:sp>
      <p:sp>
        <p:nvSpPr>
          <p:cNvPr id="284"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85" name="PlaceHolder 3"/>
          <p:cNvSpPr>
            <a:spLocks noGrp="1"/>
          </p:cNvSpPr>
          <p:nvPr>
            <p:ph type="sldNum" idx="68"/>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9DCD1F06-DD28-4FB7-A159-0F92745E00C4}" type="slidenum">
              <a:rPr lang="fr" sz="1400" b="0" strike="noStrike" spc="-1">
                <a:solidFill>
                  <a:srgbClr val="000000"/>
                </a:solidFill>
                <a:latin typeface="Arial"/>
                <a:ea typeface="Arial"/>
              </a:rPr>
              <a:t>9</a:t>
            </a:fld>
            <a:endParaRPr lang="fr-FR" sz="14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PlaceHolder 1"/>
          <p:cNvSpPr>
            <a:spLocks noGrp="1" noRot="1" noChangeAspect="1"/>
          </p:cNvSpPr>
          <p:nvPr>
            <p:ph type="sldImg"/>
          </p:nvPr>
        </p:nvSpPr>
        <p:spPr>
          <a:xfrm>
            <a:off x="685800" y="1143000"/>
            <a:ext cx="5484600" cy="3084120"/>
          </a:xfrm>
          <a:prstGeom prst="rect">
            <a:avLst/>
          </a:prstGeom>
          <a:ln w="0">
            <a:noFill/>
          </a:ln>
        </p:spPr>
      </p:sp>
      <p:sp>
        <p:nvSpPr>
          <p:cNvPr id="287"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88" name="PlaceHolder 3"/>
          <p:cNvSpPr>
            <a:spLocks noGrp="1"/>
          </p:cNvSpPr>
          <p:nvPr>
            <p:ph type="sldNum" idx="69"/>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B8448216-354B-46B5-9821-78393272CCD4}" type="slidenum">
              <a:rPr lang="fr" sz="1400" b="0" strike="noStrike" spc="-1">
                <a:solidFill>
                  <a:srgbClr val="000000"/>
                </a:solidFill>
                <a:latin typeface="Arial"/>
                <a:ea typeface="Arial"/>
              </a:rPr>
              <a:t>10</a:t>
            </a:fld>
            <a:endParaRPr lang="fr-FR" sz="14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9" name="PlaceHolder 1"/>
          <p:cNvSpPr>
            <a:spLocks noGrp="1" noRot="1" noChangeAspect="1"/>
          </p:cNvSpPr>
          <p:nvPr>
            <p:ph type="sldImg"/>
          </p:nvPr>
        </p:nvSpPr>
        <p:spPr>
          <a:xfrm>
            <a:off x="685800" y="1143000"/>
            <a:ext cx="5484813" cy="3084513"/>
          </a:xfrm>
          <a:prstGeom prst="rect">
            <a:avLst/>
          </a:prstGeom>
          <a:ln w="0">
            <a:noFill/>
          </a:ln>
        </p:spPr>
      </p:sp>
      <p:sp>
        <p:nvSpPr>
          <p:cNvPr id="290"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91" name="PlaceHolder 3"/>
          <p:cNvSpPr>
            <a:spLocks noGrp="1"/>
          </p:cNvSpPr>
          <p:nvPr>
            <p:ph type="sldNum" idx="70"/>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A44F4239-C275-41B6-A4E1-C795855FF858}" type="slidenum">
              <a:rPr lang="fr" sz="1400" b="0" strike="noStrike" spc="-1">
                <a:solidFill>
                  <a:srgbClr val="000000"/>
                </a:solidFill>
                <a:latin typeface="Arial"/>
                <a:ea typeface="Arial"/>
              </a:rPr>
              <a:t>11</a:t>
            </a:fld>
            <a:endParaRPr lang="fr-FR" sz="14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 name="PlaceHolder 1"/>
          <p:cNvSpPr>
            <a:spLocks noGrp="1" noRot="1" noChangeAspect="1"/>
          </p:cNvSpPr>
          <p:nvPr>
            <p:ph type="sldImg"/>
          </p:nvPr>
        </p:nvSpPr>
        <p:spPr>
          <a:xfrm>
            <a:off x="685800" y="1143000"/>
            <a:ext cx="5484600" cy="3084120"/>
          </a:xfrm>
          <a:prstGeom prst="rect">
            <a:avLst/>
          </a:prstGeom>
          <a:ln w="0">
            <a:noFill/>
          </a:ln>
        </p:spPr>
      </p:sp>
      <p:sp>
        <p:nvSpPr>
          <p:cNvPr id="293"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94" name="PlaceHolder 3"/>
          <p:cNvSpPr>
            <a:spLocks noGrp="1"/>
          </p:cNvSpPr>
          <p:nvPr>
            <p:ph type="sldNum" idx="71"/>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BF8544FA-76E0-47EE-A5EC-7D31596C29F2}" type="slidenum">
              <a:rPr lang="fr" sz="1400" b="0" strike="noStrike" spc="-1">
                <a:solidFill>
                  <a:srgbClr val="000000"/>
                </a:solidFill>
                <a:latin typeface="Arial"/>
                <a:ea typeface="Arial"/>
              </a:rPr>
              <a:t>12</a:t>
            </a:fld>
            <a:endParaRPr lang="fr-FR" sz="1400" b="0" strike="noStrike" spc="-1">
              <a:solidFill>
                <a:srgbClr val="000000"/>
              </a:solidFill>
              <a:latin typeface="Times New Roman"/>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5" name="PlaceHolder 1"/>
          <p:cNvSpPr>
            <a:spLocks noGrp="1" noRot="1" noChangeAspect="1"/>
          </p:cNvSpPr>
          <p:nvPr>
            <p:ph type="sldImg"/>
          </p:nvPr>
        </p:nvSpPr>
        <p:spPr>
          <a:xfrm>
            <a:off x="685800" y="1143000"/>
            <a:ext cx="5484813" cy="3084513"/>
          </a:xfrm>
          <a:prstGeom prst="rect">
            <a:avLst/>
          </a:prstGeom>
          <a:ln w="0">
            <a:noFill/>
          </a:ln>
        </p:spPr>
      </p:sp>
      <p:sp>
        <p:nvSpPr>
          <p:cNvPr id="296"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297" name="PlaceHolder 3"/>
          <p:cNvSpPr>
            <a:spLocks noGrp="1"/>
          </p:cNvSpPr>
          <p:nvPr>
            <p:ph type="sldNum" idx="72"/>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4F2E6102-4563-4061-B093-CB6445E9316D}" type="slidenum">
              <a:rPr lang="fr" sz="1400" b="0" strike="noStrike" spc="-1">
                <a:solidFill>
                  <a:srgbClr val="000000"/>
                </a:solidFill>
                <a:latin typeface="Arial"/>
                <a:ea typeface="Arial"/>
              </a:rPr>
              <a:t>13</a:t>
            </a:fld>
            <a:endParaRPr lang="fr-FR" sz="1400" b="0" strike="noStrike" spc="-1">
              <a:solidFill>
                <a:srgbClr val="000000"/>
              </a:solidFill>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8" name="PlaceHolder 1"/>
          <p:cNvSpPr>
            <a:spLocks noGrp="1" noRot="1" noChangeAspect="1"/>
          </p:cNvSpPr>
          <p:nvPr>
            <p:ph type="sldImg"/>
          </p:nvPr>
        </p:nvSpPr>
        <p:spPr>
          <a:xfrm>
            <a:off x="685800" y="1143000"/>
            <a:ext cx="5484813" cy="3084513"/>
          </a:xfrm>
          <a:prstGeom prst="rect">
            <a:avLst/>
          </a:prstGeom>
          <a:ln w="0">
            <a:noFill/>
          </a:ln>
        </p:spPr>
      </p:sp>
      <p:sp>
        <p:nvSpPr>
          <p:cNvPr id="299"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300" name="PlaceHolder 3"/>
          <p:cNvSpPr>
            <a:spLocks noGrp="1"/>
          </p:cNvSpPr>
          <p:nvPr>
            <p:ph type="sldNum" idx="73"/>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D33DBB33-10D7-410A-AAC2-B3727AE1B3A1}" type="slidenum">
              <a:rPr lang="fr" sz="1400" b="0" strike="noStrike" spc="-1">
                <a:solidFill>
                  <a:srgbClr val="000000"/>
                </a:solidFill>
                <a:latin typeface="Arial"/>
                <a:ea typeface="Arial"/>
              </a:rPr>
              <a:t>14</a:t>
            </a:fld>
            <a:endParaRPr lang="fr-FR" sz="1400" b="0" strike="noStrike" spc="-1">
              <a:solidFill>
                <a:srgbClr val="000000"/>
              </a:solidFill>
              <a:latin typeface="Times New Roman"/>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1" name="PlaceHolder 1"/>
          <p:cNvSpPr>
            <a:spLocks noGrp="1" noRot="1" noChangeAspect="1"/>
          </p:cNvSpPr>
          <p:nvPr>
            <p:ph type="sldImg"/>
          </p:nvPr>
        </p:nvSpPr>
        <p:spPr>
          <a:xfrm>
            <a:off x="685800" y="1143000"/>
            <a:ext cx="5484813" cy="3084513"/>
          </a:xfrm>
          <a:prstGeom prst="rect">
            <a:avLst/>
          </a:prstGeom>
          <a:ln w="0">
            <a:noFill/>
          </a:ln>
        </p:spPr>
      </p:sp>
      <p:sp>
        <p:nvSpPr>
          <p:cNvPr id="302"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marR="0" lvl="0" indent="-216000" algn="l" defTabSz="914400" rtl="0" eaLnBrk="1" fontAlgn="auto" latinLnBrk="0" hangingPunct="1">
              <a:lnSpc>
                <a:spcPct val="100000"/>
              </a:lnSpc>
              <a:spcBef>
                <a:spcPts val="0"/>
              </a:spcBef>
              <a:spcAft>
                <a:spcPts val="0"/>
              </a:spcAft>
              <a:buClrTx/>
              <a:buSzTx/>
              <a:buFontTx/>
              <a:buNone/>
              <a:tabLst/>
              <a:defRPr/>
            </a:pPr>
            <a:r>
              <a:rPr lang="fr-FR" sz="1800" b="0" strike="noStrike" spc="-1" dirty="0">
                <a:solidFill>
                  <a:srgbClr val="000000"/>
                </a:solidFill>
                <a:latin typeface="Arial"/>
              </a:rPr>
              <a:t> Disclaimer , ici on a uniquement les clients b2c. Les b2b ont été exclus des analyses car ils sont des valeurs aberrantes et doivent être traités séparément de la clientèle.</a:t>
            </a:r>
          </a:p>
          <a:p>
            <a:pPr marL="216000" indent="-216000">
              <a:buNone/>
            </a:pPr>
            <a:endParaRPr lang="fr-FR" sz="1800" b="0" strike="noStrike" spc="-1" dirty="0">
              <a:solidFill>
                <a:srgbClr val="000000"/>
              </a:solidFill>
              <a:latin typeface="Arial"/>
            </a:endParaRPr>
          </a:p>
          <a:p>
            <a:pPr marL="216000" indent="-216000">
              <a:buNone/>
            </a:pPr>
            <a:r>
              <a:rPr lang="fr-FR" sz="1800" b="0" strike="noStrike" spc="-1" dirty="0">
                <a:solidFill>
                  <a:srgbClr val="000000"/>
                </a:solidFill>
                <a:latin typeface="Arial"/>
              </a:rPr>
              <a:t>Les 19-30 sont les plus nombreux.</a:t>
            </a:r>
          </a:p>
        </p:txBody>
      </p:sp>
      <p:sp>
        <p:nvSpPr>
          <p:cNvPr id="303" name="PlaceHolder 3"/>
          <p:cNvSpPr>
            <a:spLocks noGrp="1"/>
          </p:cNvSpPr>
          <p:nvPr>
            <p:ph type="sldNum" idx="74"/>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B541544F-FD77-482B-AF38-6A280B50CC1D}" type="slidenum">
              <a:rPr lang="fr" sz="1400" b="0" strike="noStrike" spc="-1">
                <a:solidFill>
                  <a:srgbClr val="000000"/>
                </a:solidFill>
                <a:latin typeface="Arial"/>
                <a:ea typeface="Arial"/>
              </a:rPr>
              <a:t>15</a:t>
            </a:fld>
            <a:endParaRPr lang="fr-FR" sz="1400" b="0" strike="noStrike" spc="-1">
              <a:solidFill>
                <a:srgbClr val="000000"/>
              </a:solidFill>
              <a:latin typeface="Times New Roman"/>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PlaceHolder 1"/>
          <p:cNvSpPr>
            <a:spLocks noGrp="1" noRot="1" noChangeAspect="1"/>
          </p:cNvSpPr>
          <p:nvPr>
            <p:ph type="sldImg"/>
          </p:nvPr>
        </p:nvSpPr>
        <p:spPr>
          <a:xfrm>
            <a:off x="685800" y="1143000"/>
            <a:ext cx="5484813" cy="3084513"/>
          </a:xfrm>
          <a:prstGeom prst="rect">
            <a:avLst/>
          </a:prstGeom>
          <a:ln w="0">
            <a:noFill/>
          </a:ln>
        </p:spPr>
      </p:sp>
      <p:sp>
        <p:nvSpPr>
          <p:cNvPr id="305"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dirty="0">
              <a:solidFill>
                <a:srgbClr val="000000"/>
              </a:solidFill>
              <a:latin typeface="Arial"/>
            </a:endParaRPr>
          </a:p>
          <a:p>
            <a:pPr marL="216000" indent="-216000">
              <a:buNone/>
            </a:pPr>
            <a:r>
              <a:rPr lang="fr-FR" sz="1800" b="0" strike="noStrike" spc="-1" dirty="0">
                <a:solidFill>
                  <a:srgbClr val="000000"/>
                </a:solidFill>
                <a:latin typeface="Arial"/>
              </a:rPr>
              <a:t>Si on compare les deux graphs : augmentation jusqu’à 50 ans du %CA vs %répartition, baisse après 50ans.</a:t>
            </a:r>
          </a:p>
          <a:p>
            <a:pPr marL="216000" indent="-216000">
              <a:buNone/>
            </a:pPr>
            <a:endParaRPr lang="fr-FR" sz="1800" b="0" strike="noStrike" spc="-1" dirty="0">
              <a:solidFill>
                <a:srgbClr val="000000"/>
              </a:solidFill>
              <a:latin typeface="Arial"/>
            </a:endParaRPr>
          </a:p>
          <a:p>
            <a:pPr marL="216000" indent="-216000">
              <a:buNone/>
            </a:pPr>
            <a:r>
              <a:rPr lang="fr-FR" sz="1800" b="0" strike="noStrike" spc="-1" dirty="0">
                <a:solidFill>
                  <a:srgbClr val="000000"/>
                </a:solidFill>
                <a:latin typeface="Arial"/>
              </a:rPr>
              <a:t>Le gros du CA se fait sur les 50+.</a:t>
            </a:r>
          </a:p>
        </p:txBody>
      </p:sp>
      <p:sp>
        <p:nvSpPr>
          <p:cNvPr id="306" name="PlaceHolder 3"/>
          <p:cNvSpPr>
            <a:spLocks noGrp="1"/>
          </p:cNvSpPr>
          <p:nvPr>
            <p:ph type="sldNum" idx="75"/>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B662F22F-32AB-4D71-8D15-E26570F9EAAA}" type="slidenum">
              <a:rPr lang="fr" sz="1400" b="0" strike="noStrike" spc="-1">
                <a:solidFill>
                  <a:srgbClr val="000000"/>
                </a:solidFill>
                <a:latin typeface="Arial"/>
                <a:ea typeface="Arial"/>
              </a:rPr>
              <a:t>16</a:t>
            </a:fld>
            <a:endParaRPr lang="fr-FR" sz="1400" b="0" strike="noStrike" spc="-1">
              <a:solidFill>
                <a:srgbClr val="000000"/>
              </a:solidFill>
              <a:latin typeface="Times New Roman"/>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 name="PlaceHolder 1"/>
          <p:cNvSpPr>
            <a:spLocks noGrp="1" noRot="1" noChangeAspect="1"/>
          </p:cNvSpPr>
          <p:nvPr>
            <p:ph type="sldImg"/>
          </p:nvPr>
        </p:nvSpPr>
        <p:spPr>
          <a:xfrm>
            <a:off x="685800" y="1143000"/>
            <a:ext cx="5484813" cy="3084513"/>
          </a:xfrm>
          <a:prstGeom prst="rect">
            <a:avLst/>
          </a:prstGeom>
          <a:ln w="0">
            <a:noFill/>
          </a:ln>
        </p:spPr>
      </p:sp>
      <p:sp>
        <p:nvSpPr>
          <p:cNvPr id="308"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309" name="PlaceHolder 3"/>
          <p:cNvSpPr>
            <a:spLocks noGrp="1"/>
          </p:cNvSpPr>
          <p:nvPr>
            <p:ph type="sldNum" idx="76"/>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AF80B2D5-186F-4102-BC74-92DC69076A68}" type="slidenum">
              <a:rPr lang="fr" sz="1400" b="0" strike="noStrike" spc="-1">
                <a:solidFill>
                  <a:srgbClr val="000000"/>
                </a:solidFill>
                <a:latin typeface="Arial"/>
                <a:ea typeface="Arial"/>
              </a:rPr>
              <a:t>17</a:t>
            </a:fld>
            <a:endParaRPr lang="fr-FR" sz="1400" b="0" strike="noStrike" spc="-1">
              <a:solidFill>
                <a:srgbClr val="000000"/>
              </a:solidFill>
              <a:latin typeface="Times New Roman"/>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0" name="PlaceHolder 1"/>
          <p:cNvSpPr>
            <a:spLocks noGrp="1" noRot="1" noChangeAspect="1"/>
          </p:cNvSpPr>
          <p:nvPr>
            <p:ph type="sldImg"/>
          </p:nvPr>
        </p:nvSpPr>
        <p:spPr>
          <a:xfrm>
            <a:off x="685800" y="1143000"/>
            <a:ext cx="5484600" cy="3084120"/>
          </a:xfrm>
          <a:prstGeom prst="rect">
            <a:avLst/>
          </a:prstGeom>
          <a:ln w="0">
            <a:noFill/>
          </a:ln>
        </p:spPr>
      </p:sp>
      <p:sp>
        <p:nvSpPr>
          <p:cNvPr id="311"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312" name="PlaceHolder 3"/>
          <p:cNvSpPr>
            <a:spLocks noGrp="1"/>
          </p:cNvSpPr>
          <p:nvPr>
            <p:ph type="sldNum" idx="77"/>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558C2238-9361-4294-975E-5388FD94A587}" type="slidenum">
              <a:rPr lang="fr" sz="1400" b="0" strike="noStrike" spc="-1">
                <a:solidFill>
                  <a:srgbClr val="000000"/>
                </a:solidFill>
                <a:latin typeface="Arial"/>
                <a:ea typeface="Arial"/>
              </a:rPr>
              <a:t>18</a:t>
            </a:fld>
            <a:endParaRPr lang="fr-FR" sz="1400" b="0" strike="noStrike" spc="-1">
              <a:solidFill>
                <a:srgbClr val="000000"/>
              </a:solidFill>
              <a:latin typeface="Times New Roman"/>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3" name="PlaceHolder 1"/>
          <p:cNvSpPr>
            <a:spLocks noGrp="1" noRot="1" noChangeAspect="1"/>
          </p:cNvSpPr>
          <p:nvPr>
            <p:ph type="sldImg"/>
          </p:nvPr>
        </p:nvSpPr>
        <p:spPr>
          <a:xfrm>
            <a:off x="685800" y="1143000"/>
            <a:ext cx="5484600" cy="3084120"/>
          </a:xfrm>
          <a:prstGeom prst="rect">
            <a:avLst/>
          </a:prstGeom>
          <a:ln w="0">
            <a:noFill/>
          </a:ln>
        </p:spPr>
      </p:sp>
      <p:sp>
        <p:nvSpPr>
          <p:cNvPr id="314"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315" name="PlaceHolder 3"/>
          <p:cNvSpPr>
            <a:spLocks noGrp="1"/>
          </p:cNvSpPr>
          <p:nvPr>
            <p:ph type="sldNum" idx="78"/>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5ED42D85-C516-4D64-9D7B-CF6F3BCE0542}" type="slidenum">
              <a:rPr lang="fr" sz="1400" b="0" strike="noStrike" spc="-1">
                <a:solidFill>
                  <a:srgbClr val="000000"/>
                </a:solidFill>
                <a:latin typeface="Arial"/>
                <a:ea typeface="Arial"/>
              </a:rPr>
              <a:t>19</a:t>
            </a:fld>
            <a:endParaRPr lang="fr-FR" sz="1400" b="0" strike="noStrike" spc="-1">
              <a:solidFill>
                <a:srgbClr val="000000"/>
              </a:solidFill>
              <a:latin typeface="Times New Roman"/>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 name="PlaceHolder 1"/>
          <p:cNvSpPr>
            <a:spLocks noGrp="1" noRot="1" noChangeAspect="1"/>
          </p:cNvSpPr>
          <p:nvPr>
            <p:ph type="sldImg"/>
          </p:nvPr>
        </p:nvSpPr>
        <p:spPr>
          <a:xfrm>
            <a:off x="685800" y="1143000"/>
            <a:ext cx="5484813" cy="3084513"/>
          </a:xfrm>
          <a:prstGeom prst="rect">
            <a:avLst/>
          </a:prstGeom>
          <a:ln w="0">
            <a:noFill/>
          </a:ln>
        </p:spPr>
      </p:sp>
      <p:sp>
        <p:nvSpPr>
          <p:cNvPr id="317"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defTabSz="914400">
              <a:lnSpc>
                <a:spcPct val="100000"/>
              </a:lnSpc>
              <a:buNone/>
              <a:tabLst>
                <a:tab pos="0" algn="l"/>
              </a:tabLst>
            </a:pPr>
            <a:r>
              <a:rPr lang="fr-FR" sz="5400" b="0" i="0" dirty="0">
                <a:solidFill>
                  <a:srgbClr val="BBBEBF"/>
                </a:solidFill>
                <a:effectLst/>
                <a:latin typeface="Consolas" panose="020B0609020204030204" pitchFamily="49" charset="0"/>
              </a:rPr>
              <a:t>Statistique Chi-2: 20.21</a:t>
            </a:r>
          </a:p>
          <a:p>
            <a:pPr marL="216000" indent="-216000" defTabSz="914400">
              <a:lnSpc>
                <a:spcPct val="100000"/>
              </a:lnSpc>
              <a:buNone/>
              <a:tabLst>
                <a:tab pos="0" algn="l"/>
              </a:tabLst>
            </a:pPr>
            <a:r>
              <a:rPr lang="fr-FR" sz="5400" b="0" i="0" dirty="0">
                <a:solidFill>
                  <a:srgbClr val="BBBEBF"/>
                </a:solidFill>
                <a:effectLst/>
                <a:latin typeface="Consolas" panose="020B0609020204030204" pitchFamily="49" charset="0"/>
              </a:rPr>
              <a:t>Valeur p: 4.08e-05 </a:t>
            </a:r>
          </a:p>
          <a:p>
            <a:pPr marL="216000" indent="-216000" defTabSz="914400">
              <a:lnSpc>
                <a:spcPct val="100000"/>
              </a:lnSpc>
              <a:buNone/>
              <a:tabLst>
                <a:tab pos="0" algn="l"/>
              </a:tabLst>
            </a:pPr>
            <a:r>
              <a:rPr lang="fr-FR" sz="5400" b="0" i="0" dirty="0">
                <a:solidFill>
                  <a:srgbClr val="BBBEBF"/>
                </a:solidFill>
                <a:effectLst/>
                <a:latin typeface="Consolas" panose="020B0609020204030204" pitchFamily="49" charset="0"/>
              </a:rPr>
              <a:t>Degrés de liberté: 2</a:t>
            </a:r>
          </a:p>
          <a:p>
            <a:pPr marL="216000" indent="-216000" defTabSz="914400">
              <a:lnSpc>
                <a:spcPct val="100000"/>
              </a:lnSpc>
              <a:buNone/>
              <a:tabLst>
                <a:tab pos="0" algn="l"/>
              </a:tabLst>
            </a:pPr>
            <a:endParaRPr lang="fr-FR" sz="5400" b="0" i="0" strike="noStrike" spc="-1" dirty="0">
              <a:solidFill>
                <a:srgbClr val="BBBEBF"/>
              </a:solidFill>
              <a:effectLst/>
              <a:latin typeface="Consolas" panose="020B0609020204030204" pitchFamily="49" charset="0"/>
            </a:endParaRPr>
          </a:p>
          <a:p>
            <a:pPr marL="216000" indent="-216000" defTabSz="914400">
              <a:lnSpc>
                <a:spcPct val="100000"/>
              </a:lnSpc>
              <a:buNone/>
              <a:tabLst>
                <a:tab pos="0" algn="l"/>
              </a:tabLst>
            </a:pPr>
            <a:endParaRPr lang="fr-FR" sz="4000" b="0" strike="noStrike" spc="-1" dirty="0">
              <a:solidFill>
                <a:srgbClr val="000000"/>
              </a:solidFill>
              <a:latin typeface="Arial"/>
            </a:endParaRPr>
          </a:p>
          <a:p>
            <a:pPr marL="216000" indent="-216000" defTabSz="914400">
              <a:lnSpc>
                <a:spcPct val="100000"/>
              </a:lnSpc>
              <a:buNone/>
              <a:tabLst>
                <a:tab pos="0" algn="l"/>
              </a:tabLst>
            </a:pPr>
            <a:r>
              <a:rPr lang="fr-FR" sz="2800" b="0" strike="noStrike" spc="-1" dirty="0">
                <a:solidFill>
                  <a:srgbClr val="BBBEBF"/>
                </a:solidFill>
                <a:latin typeface="Consolas"/>
              </a:rPr>
              <a:t>Grands échantillons : Bien qu'ils puissent réduire l'erreur standard et rendre un test plus sensible aux petites différences, les grands échantillons peuvent aussi détecter des différences qui, bien que statistiquement significatives, sont pratiquement insignifiantes. Ceci peut conduire à des conclusions erronées sur l'importance des effets observés. </a:t>
            </a:r>
            <a:endParaRPr lang="fr-FR" sz="1800" b="0" strike="noStrike" spc="-1" dirty="0">
              <a:solidFill>
                <a:srgbClr val="000000"/>
              </a:solidFill>
              <a:latin typeface="Arial"/>
            </a:endParaRPr>
          </a:p>
          <a:p>
            <a:pPr marL="216000" indent="-216000" defTabSz="914400">
              <a:lnSpc>
                <a:spcPct val="100000"/>
              </a:lnSpc>
              <a:buNone/>
              <a:tabLst>
                <a:tab pos="0" algn="l"/>
              </a:tabLst>
            </a:pPr>
            <a:endParaRPr lang="fr-FR" sz="1800" b="0" strike="noStrike" spc="-1" dirty="0">
              <a:solidFill>
                <a:srgbClr val="000000"/>
              </a:solidFill>
              <a:latin typeface="Arial"/>
            </a:endParaRPr>
          </a:p>
          <a:p>
            <a:pPr marL="216000" marR="0" lvl="0" indent="-216000" algn="l" defTabSz="914400" rtl="0" eaLnBrk="1" fontAlgn="auto" latinLnBrk="0" hangingPunct="1">
              <a:lnSpc>
                <a:spcPct val="100000"/>
              </a:lnSpc>
              <a:spcBef>
                <a:spcPts val="0"/>
              </a:spcBef>
              <a:spcAft>
                <a:spcPts val="0"/>
              </a:spcAft>
              <a:buClrTx/>
              <a:buSzTx/>
              <a:buFontTx/>
              <a:buNone/>
              <a:tabLst>
                <a:tab pos="0" algn="l"/>
              </a:tabLst>
              <a:defRPr/>
            </a:pPr>
            <a:r>
              <a:rPr lang="fr-FR" sz="2800" b="0" dirty="0">
                <a:solidFill>
                  <a:srgbClr val="BBBEBF"/>
                </a:solidFill>
                <a:effectLst/>
                <a:latin typeface="Consolas" panose="020B0609020204030204" pitchFamily="49" charset="0"/>
              </a:rPr>
              <a:t>L'analyse visait à déterminer si les choix des produits varient en fonction du genre, une information utile pour orienter des offres et le marketing.</a:t>
            </a:r>
          </a:p>
        </p:txBody>
      </p:sp>
      <p:sp>
        <p:nvSpPr>
          <p:cNvPr id="318" name="PlaceHolder 3"/>
          <p:cNvSpPr>
            <a:spLocks noGrp="1"/>
          </p:cNvSpPr>
          <p:nvPr>
            <p:ph type="sldNum" idx="79"/>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035F72EA-C066-4FE0-B23E-35724AFAD7D2}" type="slidenum">
              <a:rPr lang="fr" sz="1400" b="0" strike="noStrike" spc="-1">
                <a:solidFill>
                  <a:srgbClr val="000000"/>
                </a:solidFill>
                <a:latin typeface="Arial"/>
                <a:ea typeface="Arial"/>
              </a:rPr>
              <a:t>20</a:t>
            </a:fld>
            <a:endParaRPr lang="fr-FR" sz="1400" b="0" strike="noStrike" spc="-1">
              <a:solidFill>
                <a:srgbClr val="000000"/>
              </a:solidFill>
              <a:latin typeface="Times New Roman"/>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9" name="PlaceHolder 1"/>
          <p:cNvSpPr>
            <a:spLocks noGrp="1" noRot="1" noChangeAspect="1"/>
          </p:cNvSpPr>
          <p:nvPr>
            <p:ph type="sldImg"/>
          </p:nvPr>
        </p:nvSpPr>
        <p:spPr>
          <a:xfrm>
            <a:off x="685800" y="1143000"/>
            <a:ext cx="5484813" cy="3084513"/>
          </a:xfrm>
          <a:prstGeom prst="rect">
            <a:avLst/>
          </a:prstGeom>
          <a:ln w="0">
            <a:noFill/>
          </a:ln>
        </p:spPr>
      </p:sp>
      <p:sp>
        <p:nvSpPr>
          <p:cNvPr id="320"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defTabSz="914400">
              <a:lnSpc>
                <a:spcPct val="100000"/>
              </a:lnSpc>
              <a:buNone/>
              <a:tabLst>
                <a:tab pos="0" algn="l"/>
              </a:tabLst>
            </a:pPr>
            <a:r>
              <a:rPr lang="fr-FR" sz="5400" b="0" strike="noStrike" spc="-1" dirty="0">
                <a:solidFill>
                  <a:srgbClr val="BBBEBF"/>
                </a:solidFill>
                <a:latin typeface="Consolas"/>
              </a:rPr>
              <a:t>Spearman :Coefficient de corrélation de Spearman: -0.185</a:t>
            </a: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r>
              <a:rPr lang="fr-FR" sz="5400" b="0" strike="noStrike" spc="-1" dirty="0">
                <a:solidFill>
                  <a:srgbClr val="BBBEBF"/>
                </a:solidFill>
                <a:latin typeface="Consolas"/>
              </a:rPr>
              <a:t> Valeur p: 3.788264262141816e-67 =&gt;</a:t>
            </a: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r>
              <a:rPr lang="fr-FR" sz="5400" b="0" strike="noStrike" spc="-1" dirty="0" err="1">
                <a:solidFill>
                  <a:srgbClr val="BBBEBF"/>
                </a:solidFill>
                <a:latin typeface="Consolas"/>
              </a:rPr>
              <a:t>Anova</a:t>
            </a:r>
            <a:r>
              <a:rPr lang="fr-FR" sz="5400" b="0" strike="noStrike" spc="-1" dirty="0">
                <a:solidFill>
                  <a:srgbClr val="BBBEBF"/>
                </a:solidFill>
                <a:latin typeface="Consolas"/>
              </a:rPr>
              <a:t>:</a:t>
            </a:r>
            <a:endParaRPr lang="fr-FR" sz="5400" b="0" strike="noStrike" spc="-1" dirty="0">
              <a:solidFill>
                <a:srgbClr val="000000"/>
              </a:solidFill>
              <a:latin typeface="Arial"/>
            </a:endParaRPr>
          </a:p>
          <a:p>
            <a:pPr marL="216000" indent="-216000" defTabSz="914400">
              <a:lnSpc>
                <a:spcPct val="100000"/>
              </a:lnSpc>
              <a:buNone/>
              <a:tabLst>
                <a:tab pos="0" algn="l"/>
              </a:tabLst>
            </a:pPr>
            <a:r>
              <a:rPr lang="fr-FR" sz="7200" b="0" strike="noStrike" spc="-1" dirty="0">
                <a:solidFill>
                  <a:srgbClr val="BBBEBF"/>
                </a:solidFill>
                <a:latin typeface="Consolas"/>
              </a:rPr>
              <a:t>Statistique de test F: 133.51670570771168</a:t>
            </a:r>
            <a:endParaRPr lang="fr-FR" sz="7200" b="0" strike="noStrike" spc="-1" dirty="0">
              <a:solidFill>
                <a:srgbClr val="000000"/>
              </a:solidFill>
              <a:latin typeface="Arial"/>
            </a:endParaRPr>
          </a:p>
          <a:p>
            <a:pPr marL="216000" indent="-216000" defTabSz="914400">
              <a:lnSpc>
                <a:spcPct val="100000"/>
              </a:lnSpc>
              <a:buNone/>
              <a:tabLst>
                <a:tab pos="0" algn="l"/>
              </a:tabLst>
            </a:pPr>
            <a:r>
              <a:rPr lang="fr-FR" sz="7200" b="0" strike="noStrike" spc="-1" dirty="0">
                <a:solidFill>
                  <a:srgbClr val="BBBEBF"/>
                </a:solidFill>
                <a:latin typeface="Consolas"/>
              </a:rPr>
              <a:t>Valeur p: 1.019149402040536e-136</a:t>
            </a:r>
            <a:endParaRPr lang="fr-FR" sz="72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marR="0" lvl="0" indent="-216000" algn="l" defTabSz="914400" rtl="0" eaLnBrk="1" fontAlgn="auto" latinLnBrk="0" hangingPunct="1">
              <a:lnSpc>
                <a:spcPct val="100000"/>
              </a:lnSpc>
              <a:spcBef>
                <a:spcPts val="0"/>
              </a:spcBef>
              <a:spcAft>
                <a:spcPts val="0"/>
              </a:spcAft>
              <a:buClrTx/>
              <a:buSzTx/>
              <a:buFontTx/>
              <a:buNone/>
              <a:tabLst>
                <a:tab pos="0" algn="l"/>
              </a:tabLst>
              <a:defRPr/>
            </a:pPr>
            <a:r>
              <a:rPr lang="fr-FR" sz="7200" b="0" dirty="0">
                <a:solidFill>
                  <a:srgbClr val="BBBEBF"/>
                </a:solidFill>
                <a:effectLst/>
                <a:latin typeface="Consolas" panose="020B0609020204030204" pitchFamily="49" charset="0"/>
              </a:rPr>
              <a:t>Ce test visait à identifier si un âge plus avancé était associés à des dépenses plus élevées, une information clé pour adapter les offres en fonction de l'âge des clients.</a:t>
            </a: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1800" b="0" strike="noStrike" spc="-1" dirty="0">
              <a:solidFill>
                <a:srgbClr val="000000"/>
              </a:solidFill>
              <a:latin typeface="Arial"/>
            </a:endParaRPr>
          </a:p>
        </p:txBody>
      </p:sp>
      <p:sp>
        <p:nvSpPr>
          <p:cNvPr id="321" name="PlaceHolder 3"/>
          <p:cNvSpPr>
            <a:spLocks noGrp="1"/>
          </p:cNvSpPr>
          <p:nvPr>
            <p:ph type="sldNum" idx="80"/>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FBF1AE15-B99C-4109-8BCC-B6709075A050}" type="slidenum">
              <a:rPr lang="fr" sz="1400" b="0" strike="noStrike" spc="-1">
                <a:solidFill>
                  <a:srgbClr val="000000"/>
                </a:solidFill>
                <a:latin typeface="Arial"/>
                <a:ea typeface="Arial"/>
              </a:rPr>
              <a:t>21</a:t>
            </a:fld>
            <a:endParaRPr lang="fr-FR" sz="1400" b="0" strike="noStrike" spc="-1">
              <a:solidFill>
                <a:srgbClr val="000000"/>
              </a:solidFill>
              <a:latin typeface="Times New Roman"/>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2" name="PlaceHolder 1"/>
          <p:cNvSpPr>
            <a:spLocks noGrp="1" noRot="1" noChangeAspect="1"/>
          </p:cNvSpPr>
          <p:nvPr>
            <p:ph type="sldImg"/>
          </p:nvPr>
        </p:nvSpPr>
        <p:spPr>
          <a:xfrm>
            <a:off x="685800" y="1143000"/>
            <a:ext cx="5484813" cy="3084513"/>
          </a:xfrm>
          <a:prstGeom prst="rect">
            <a:avLst/>
          </a:prstGeom>
          <a:ln w="0">
            <a:noFill/>
          </a:ln>
        </p:spPr>
      </p:sp>
      <p:sp>
        <p:nvSpPr>
          <p:cNvPr id="323"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marR="0" lvl="0" indent="-216000" algn="l" defTabSz="914400" rtl="0" eaLnBrk="1" fontAlgn="auto" latinLnBrk="0" hangingPunct="1">
              <a:lnSpc>
                <a:spcPct val="100000"/>
              </a:lnSpc>
              <a:spcBef>
                <a:spcPts val="0"/>
              </a:spcBef>
              <a:spcAft>
                <a:spcPts val="0"/>
              </a:spcAft>
              <a:buClrTx/>
              <a:buSzTx/>
              <a:buFontTx/>
              <a:buNone/>
              <a:tabLst>
                <a:tab pos="0" algn="l"/>
              </a:tabLst>
              <a:defRPr/>
            </a:pPr>
            <a:r>
              <a:rPr lang="fr-FR" sz="7200" b="0" dirty="0">
                <a:solidFill>
                  <a:srgbClr val="BBBEBF"/>
                </a:solidFill>
                <a:effectLst/>
                <a:latin typeface="Consolas" panose="020B0609020204030204" pitchFamily="49" charset="0"/>
              </a:rPr>
              <a:t>Ce test visait à identifier si un âge plus avancé est associés à des fréquences plus élevées, une information clé pour adapter notre stratégie de rétention.</a:t>
            </a:r>
          </a:p>
          <a:p>
            <a:pPr marL="216000" indent="-216000" defTabSz="914400">
              <a:lnSpc>
                <a:spcPct val="100000"/>
              </a:lnSpc>
              <a:buNone/>
              <a:tabLst>
                <a:tab pos="0" algn="l"/>
              </a:tabLst>
            </a:pPr>
            <a:endParaRPr lang="fr-FR" sz="5400" b="0" strike="noStrike" spc="-1" dirty="0">
              <a:solidFill>
                <a:srgbClr val="BBBEBF"/>
              </a:solidFill>
              <a:latin typeface="Consolas"/>
            </a:endParaRPr>
          </a:p>
          <a:p>
            <a:pPr marL="216000" indent="-216000" defTabSz="914400">
              <a:lnSpc>
                <a:spcPct val="100000"/>
              </a:lnSpc>
              <a:buNone/>
              <a:tabLst>
                <a:tab pos="0" algn="l"/>
              </a:tabLst>
            </a:pPr>
            <a:endParaRPr lang="fr-FR" sz="4000" b="0" strike="noStrike" spc="-1" dirty="0">
              <a:solidFill>
                <a:srgbClr val="BBBEBF"/>
              </a:solidFill>
              <a:latin typeface="Consolas"/>
            </a:endParaRPr>
          </a:p>
          <a:p>
            <a:pPr marL="216000" indent="-216000" defTabSz="914400">
              <a:lnSpc>
                <a:spcPct val="100000"/>
              </a:lnSpc>
              <a:buNone/>
              <a:tabLst>
                <a:tab pos="0" algn="l"/>
              </a:tabLst>
            </a:pPr>
            <a:r>
              <a:rPr lang="fr-FR" sz="4000" b="0" strike="noStrike" spc="-1" dirty="0">
                <a:solidFill>
                  <a:srgbClr val="BBBEBF"/>
                </a:solidFill>
                <a:latin typeface="Consolas"/>
              </a:rPr>
              <a:t>Spearman :</a:t>
            </a:r>
            <a:endParaRPr lang="fr-FR" sz="4000" b="0" strike="noStrike" spc="-1" dirty="0">
              <a:solidFill>
                <a:srgbClr val="000000"/>
              </a:solidFill>
              <a:latin typeface="Arial"/>
            </a:endParaRPr>
          </a:p>
          <a:p>
            <a:pPr marL="216000" indent="-216000" defTabSz="914400">
              <a:lnSpc>
                <a:spcPct val="100000"/>
              </a:lnSpc>
              <a:buNone/>
              <a:tabLst>
                <a:tab pos="0" algn="l"/>
              </a:tabLst>
            </a:pPr>
            <a:endParaRPr lang="fr-FR" sz="4000" b="0" strike="noStrike" spc="-1" dirty="0">
              <a:solidFill>
                <a:srgbClr val="000000"/>
              </a:solidFill>
              <a:latin typeface="Arial"/>
            </a:endParaRPr>
          </a:p>
          <a:p>
            <a:pPr marL="216000" indent="-216000" defTabSz="914400">
              <a:lnSpc>
                <a:spcPct val="100000"/>
              </a:lnSpc>
              <a:buNone/>
              <a:tabLst>
                <a:tab pos="0" algn="l"/>
              </a:tabLst>
            </a:pPr>
            <a:r>
              <a:rPr lang="fr-FR" sz="5400" b="0" strike="noStrike" spc="-1" dirty="0">
                <a:solidFill>
                  <a:srgbClr val="BBBEBF"/>
                </a:solidFill>
                <a:latin typeface="Consolas"/>
              </a:rPr>
              <a:t>Coefficient de corrélation de Spearman: 0.212</a:t>
            </a:r>
            <a:endParaRPr lang="fr-FR" sz="5400" b="0" strike="noStrike" spc="-1" dirty="0">
              <a:solidFill>
                <a:srgbClr val="000000"/>
              </a:solidFill>
              <a:latin typeface="Arial"/>
            </a:endParaRPr>
          </a:p>
          <a:p>
            <a:pPr marL="216000" indent="-216000" defTabSz="914400">
              <a:lnSpc>
                <a:spcPct val="100000"/>
              </a:lnSpc>
              <a:buNone/>
              <a:tabLst>
                <a:tab pos="0" algn="l"/>
              </a:tabLst>
            </a:pPr>
            <a:r>
              <a:rPr lang="fr-FR" sz="5400" b="0" strike="noStrike" spc="-1" dirty="0">
                <a:solidFill>
                  <a:srgbClr val="BBBEBF"/>
                </a:solidFill>
                <a:latin typeface="Consolas"/>
              </a:rPr>
              <a:t>Valeur p: 0</a:t>
            </a: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1800" b="0" strike="noStrike" spc="-1" dirty="0">
              <a:solidFill>
                <a:srgbClr val="000000"/>
              </a:solidFill>
              <a:latin typeface="Arial"/>
            </a:endParaRPr>
          </a:p>
        </p:txBody>
      </p:sp>
      <p:sp>
        <p:nvSpPr>
          <p:cNvPr id="324" name="PlaceHolder 3"/>
          <p:cNvSpPr>
            <a:spLocks noGrp="1"/>
          </p:cNvSpPr>
          <p:nvPr>
            <p:ph type="sldNum" idx="81"/>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1B4B8280-90AD-49B2-8B21-DF97E9D1691C}" type="slidenum">
              <a:rPr lang="fr" sz="1400" b="0" strike="noStrike" spc="-1">
                <a:solidFill>
                  <a:srgbClr val="000000"/>
                </a:solidFill>
                <a:latin typeface="Arial"/>
                <a:ea typeface="Arial"/>
              </a:rPr>
              <a:t>22</a:t>
            </a:fld>
            <a:endParaRPr lang="fr-FR" sz="1400" b="0" strike="noStrike" spc="-1">
              <a:solidFill>
                <a:srgbClr val="000000"/>
              </a:solidFill>
              <a:latin typeface="Times New Roman"/>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5" name="PlaceHolder 1"/>
          <p:cNvSpPr>
            <a:spLocks noGrp="1" noRot="1" noChangeAspect="1"/>
          </p:cNvSpPr>
          <p:nvPr>
            <p:ph type="sldImg"/>
          </p:nvPr>
        </p:nvSpPr>
        <p:spPr>
          <a:xfrm>
            <a:off x="685800" y="1143000"/>
            <a:ext cx="5484813" cy="3084513"/>
          </a:xfrm>
          <a:prstGeom prst="rect">
            <a:avLst/>
          </a:prstGeom>
          <a:ln w="0">
            <a:noFill/>
          </a:ln>
        </p:spPr>
      </p:sp>
      <p:sp>
        <p:nvSpPr>
          <p:cNvPr id="326"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marR="0" lvl="0" indent="-216000" algn="l" defTabSz="914400" rtl="0" eaLnBrk="1" fontAlgn="auto" latinLnBrk="0" hangingPunct="1">
              <a:lnSpc>
                <a:spcPct val="100000"/>
              </a:lnSpc>
              <a:spcBef>
                <a:spcPts val="0"/>
              </a:spcBef>
              <a:spcAft>
                <a:spcPts val="0"/>
              </a:spcAft>
              <a:buClrTx/>
              <a:buSzTx/>
              <a:buFontTx/>
              <a:buNone/>
              <a:tabLst>
                <a:tab pos="0" algn="l"/>
              </a:tabLst>
              <a:defRPr/>
            </a:pPr>
            <a:r>
              <a:rPr lang="fr-FR" sz="7200" b="0" dirty="0">
                <a:solidFill>
                  <a:srgbClr val="BBBEBF"/>
                </a:solidFill>
                <a:effectLst/>
                <a:latin typeface="Consolas" panose="020B0609020204030204" pitchFamily="49" charset="0"/>
              </a:rPr>
              <a:t>Ce test visait à identifier si un âge plus avancé est associés à des fréquences plus élevées, une information clé pour adapter notre stratégie de rétention.</a:t>
            </a: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r>
              <a:rPr lang="fr-FR" sz="5400" b="0" strike="noStrike" spc="-1" dirty="0" err="1">
                <a:solidFill>
                  <a:srgbClr val="BBBEBF"/>
                </a:solidFill>
                <a:latin typeface="Consolas"/>
              </a:rPr>
              <a:t>Anova</a:t>
            </a:r>
            <a:r>
              <a:rPr lang="fr-FR" sz="5400" b="0" strike="noStrike" spc="-1" dirty="0">
                <a:solidFill>
                  <a:srgbClr val="BBBEBF"/>
                </a:solidFill>
                <a:latin typeface="Consolas"/>
              </a:rPr>
              <a:t>:</a:t>
            </a: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9600" b="0" strike="noStrike" spc="-1" dirty="0">
              <a:solidFill>
                <a:srgbClr val="000000"/>
              </a:solidFill>
              <a:latin typeface="Arial"/>
            </a:endParaRPr>
          </a:p>
          <a:p>
            <a:pPr marL="216000" indent="-216000" defTabSz="914400">
              <a:lnSpc>
                <a:spcPct val="100000"/>
              </a:lnSpc>
              <a:buNone/>
              <a:tabLst>
                <a:tab pos="0" algn="l"/>
              </a:tabLst>
            </a:pPr>
            <a:r>
              <a:rPr lang="fr-FR" sz="9600" b="0" strike="noStrike" spc="-1" dirty="0">
                <a:solidFill>
                  <a:srgbClr val="BBBEBF"/>
                </a:solidFill>
                <a:latin typeface="Consolas"/>
              </a:rPr>
              <a:t>Statistique de test F: 253.25</a:t>
            </a:r>
            <a:endParaRPr lang="fr-FR" sz="9600" b="0" strike="noStrike" spc="-1" dirty="0">
              <a:solidFill>
                <a:srgbClr val="000000"/>
              </a:solidFill>
              <a:latin typeface="Arial"/>
            </a:endParaRPr>
          </a:p>
          <a:p>
            <a:pPr marL="216000" indent="-216000" defTabSz="914400">
              <a:lnSpc>
                <a:spcPct val="100000"/>
              </a:lnSpc>
              <a:buNone/>
              <a:tabLst>
                <a:tab pos="0" algn="l"/>
              </a:tabLst>
            </a:pPr>
            <a:r>
              <a:rPr lang="fr-FR" sz="9600" b="0" strike="noStrike" spc="-1" dirty="0">
                <a:solidFill>
                  <a:srgbClr val="BBBEBF"/>
                </a:solidFill>
                <a:latin typeface="Consolas"/>
              </a:rPr>
              <a:t>Valeur p: 0</a:t>
            </a:r>
            <a:endParaRPr lang="fr-FR" sz="96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1800" b="0" strike="noStrike" spc="-1" dirty="0">
              <a:solidFill>
                <a:srgbClr val="000000"/>
              </a:solidFill>
              <a:latin typeface="Arial"/>
            </a:endParaRPr>
          </a:p>
        </p:txBody>
      </p:sp>
      <p:sp>
        <p:nvSpPr>
          <p:cNvPr id="327" name="PlaceHolder 3"/>
          <p:cNvSpPr>
            <a:spLocks noGrp="1"/>
          </p:cNvSpPr>
          <p:nvPr>
            <p:ph type="sldNum" idx="82"/>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20114286-59E4-4405-858D-D4859BB5D698}" type="slidenum">
              <a:rPr lang="fr" sz="1400" b="0" strike="noStrike" spc="-1">
                <a:solidFill>
                  <a:srgbClr val="000000"/>
                </a:solidFill>
                <a:latin typeface="Arial"/>
                <a:ea typeface="Arial"/>
              </a:rPr>
              <a:t>23</a:t>
            </a:fld>
            <a:endParaRPr lang="fr-FR" sz="1400" b="0" strike="noStrike" spc="-1">
              <a:solidFill>
                <a:srgbClr val="000000"/>
              </a:solidFill>
              <a:latin typeface="Times New Roman"/>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PlaceHolder 1"/>
          <p:cNvSpPr>
            <a:spLocks noGrp="1" noRot="1" noChangeAspect="1"/>
          </p:cNvSpPr>
          <p:nvPr>
            <p:ph type="sldImg"/>
          </p:nvPr>
        </p:nvSpPr>
        <p:spPr>
          <a:xfrm>
            <a:off x="685800" y="1143000"/>
            <a:ext cx="5484813" cy="3084513"/>
          </a:xfrm>
          <a:prstGeom prst="rect">
            <a:avLst/>
          </a:prstGeom>
          <a:ln w="0">
            <a:noFill/>
          </a:ln>
        </p:spPr>
      </p:sp>
      <p:sp>
        <p:nvSpPr>
          <p:cNvPr id="329"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marR="0" lvl="0" indent="-216000" algn="l" defTabSz="914400" rtl="0" eaLnBrk="1" fontAlgn="auto" latinLnBrk="0" hangingPunct="1">
              <a:lnSpc>
                <a:spcPct val="100000"/>
              </a:lnSpc>
              <a:spcBef>
                <a:spcPts val="0"/>
              </a:spcBef>
              <a:spcAft>
                <a:spcPts val="0"/>
              </a:spcAft>
              <a:buClrTx/>
              <a:buSzTx/>
              <a:buFontTx/>
              <a:buNone/>
              <a:tabLst>
                <a:tab pos="0" algn="l"/>
              </a:tabLst>
              <a:defRPr/>
            </a:pPr>
            <a:r>
              <a:rPr lang="fr-FR" sz="5400" b="0" dirty="0">
                <a:solidFill>
                  <a:srgbClr val="BBBEBF"/>
                </a:solidFill>
                <a:effectLst/>
                <a:latin typeface="Consolas" panose="020B0609020204030204" pitchFamily="49" charset="0"/>
              </a:rPr>
              <a:t>Ce test visait à identifier si un âge plus avancé est associé à des paniers plus grands, une information clé pour augmenter le panier moyen.</a:t>
            </a:r>
          </a:p>
          <a:p>
            <a:pPr marL="216000" indent="-216000" defTabSz="914400">
              <a:lnSpc>
                <a:spcPct val="100000"/>
              </a:lnSpc>
              <a:buNone/>
              <a:tabLst>
                <a:tab pos="0" algn="l"/>
              </a:tabLst>
            </a:pPr>
            <a:endParaRPr lang="fr-FR" sz="5400" b="0" strike="noStrike" spc="-1" dirty="0">
              <a:solidFill>
                <a:srgbClr val="BBBEBF"/>
              </a:solidFill>
              <a:latin typeface="Consolas"/>
            </a:endParaRPr>
          </a:p>
          <a:p>
            <a:pPr marL="216000" indent="-216000" defTabSz="914400">
              <a:lnSpc>
                <a:spcPct val="100000"/>
              </a:lnSpc>
              <a:buNone/>
              <a:tabLst>
                <a:tab pos="0" algn="l"/>
              </a:tabLst>
            </a:pPr>
            <a:endParaRPr lang="fr-FR" sz="5400" b="0" strike="noStrike" spc="-1" dirty="0">
              <a:solidFill>
                <a:srgbClr val="BBBEBF"/>
              </a:solidFill>
              <a:latin typeface="Consolas"/>
            </a:endParaRPr>
          </a:p>
          <a:p>
            <a:pPr marL="216000" indent="-216000" defTabSz="914400">
              <a:lnSpc>
                <a:spcPct val="100000"/>
              </a:lnSpc>
              <a:buNone/>
              <a:tabLst>
                <a:tab pos="0" algn="l"/>
              </a:tabLst>
            </a:pPr>
            <a:r>
              <a:rPr lang="fr-FR" sz="5400" b="0" strike="noStrike" spc="-1" dirty="0">
                <a:solidFill>
                  <a:srgbClr val="BBBEBF"/>
                </a:solidFill>
                <a:latin typeface="Consolas"/>
              </a:rPr>
              <a:t>Spearman :</a:t>
            </a: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r>
              <a:rPr lang="fr-FR" sz="7200" b="0" strike="noStrike" spc="-1" dirty="0">
                <a:solidFill>
                  <a:srgbClr val="BBBEBF"/>
                </a:solidFill>
                <a:latin typeface="Consolas"/>
              </a:rPr>
              <a:t>Coefficient de corrélation de Spearman:  -0,23</a:t>
            </a:r>
            <a:endParaRPr lang="fr-FR" sz="7200" b="0" strike="noStrike" spc="-1" dirty="0">
              <a:solidFill>
                <a:srgbClr val="000000"/>
              </a:solidFill>
              <a:latin typeface="Arial"/>
            </a:endParaRPr>
          </a:p>
          <a:p>
            <a:pPr marL="216000" indent="-216000" defTabSz="914400">
              <a:lnSpc>
                <a:spcPct val="100000"/>
              </a:lnSpc>
              <a:buNone/>
              <a:tabLst>
                <a:tab pos="0" algn="l"/>
              </a:tabLst>
            </a:pPr>
            <a:r>
              <a:rPr lang="fr-FR" sz="7200" b="0" strike="noStrike" spc="-1" dirty="0">
                <a:solidFill>
                  <a:srgbClr val="BBBEBF"/>
                </a:solidFill>
                <a:latin typeface="Consolas"/>
              </a:rPr>
              <a:t>Valeur p: 0</a:t>
            </a:r>
            <a:endParaRPr lang="fr-FR" sz="72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r>
              <a:rPr lang="fr-FR" sz="5400" b="0" strike="noStrike" spc="-1" dirty="0" err="1">
                <a:solidFill>
                  <a:srgbClr val="BBBEBF"/>
                </a:solidFill>
                <a:latin typeface="Consolas"/>
              </a:rPr>
              <a:t>Anova</a:t>
            </a:r>
            <a:r>
              <a:rPr lang="fr-FR" sz="5400" b="0" strike="noStrike" spc="-1" dirty="0">
                <a:solidFill>
                  <a:srgbClr val="BBBEBF"/>
                </a:solidFill>
                <a:latin typeface="Consolas"/>
              </a:rPr>
              <a:t>:</a:t>
            </a: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9600" b="0" strike="noStrike" spc="-1" dirty="0">
              <a:solidFill>
                <a:srgbClr val="000000"/>
              </a:solidFill>
              <a:latin typeface="Arial"/>
            </a:endParaRPr>
          </a:p>
          <a:p>
            <a:pPr marL="216000" indent="-216000" defTabSz="914400">
              <a:lnSpc>
                <a:spcPct val="100000"/>
              </a:lnSpc>
              <a:buNone/>
              <a:tabLst>
                <a:tab pos="0" algn="l"/>
              </a:tabLst>
            </a:pPr>
            <a:r>
              <a:rPr lang="fr-FR" sz="9600" b="0" strike="noStrike" spc="-1" dirty="0">
                <a:solidFill>
                  <a:srgbClr val="BBBEBF"/>
                </a:solidFill>
                <a:latin typeface="Consolas"/>
              </a:rPr>
              <a:t>Statistique de test F:  7865 </a:t>
            </a:r>
          </a:p>
          <a:p>
            <a:pPr marL="216000" indent="-216000" defTabSz="914400">
              <a:lnSpc>
                <a:spcPct val="100000"/>
              </a:lnSpc>
              <a:buNone/>
              <a:tabLst>
                <a:tab pos="0" algn="l"/>
              </a:tabLst>
            </a:pPr>
            <a:r>
              <a:rPr lang="fr-FR" sz="9600" b="0" strike="noStrike" spc="-1" dirty="0">
                <a:solidFill>
                  <a:srgbClr val="BBBEBF"/>
                </a:solidFill>
                <a:latin typeface="Consolas"/>
              </a:rPr>
              <a:t>Valeur p: 0</a:t>
            </a:r>
            <a:endParaRPr lang="fr-FR" sz="96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1800" b="0" strike="noStrike" spc="-1" dirty="0">
              <a:solidFill>
                <a:srgbClr val="000000"/>
              </a:solidFill>
              <a:latin typeface="Arial"/>
            </a:endParaRPr>
          </a:p>
        </p:txBody>
      </p:sp>
      <p:sp>
        <p:nvSpPr>
          <p:cNvPr id="330" name="PlaceHolder 3"/>
          <p:cNvSpPr>
            <a:spLocks noGrp="1"/>
          </p:cNvSpPr>
          <p:nvPr>
            <p:ph type="sldNum" idx="83"/>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6364BDAB-D73B-470F-8EFB-84D1259F1F12}" type="slidenum">
              <a:rPr lang="fr" sz="1400" b="0" strike="noStrike" spc="-1">
                <a:solidFill>
                  <a:srgbClr val="000000"/>
                </a:solidFill>
                <a:latin typeface="Arial"/>
                <a:ea typeface="Arial"/>
              </a:rPr>
              <a:t>24</a:t>
            </a:fld>
            <a:endParaRPr lang="fr-FR" sz="1400" b="0" strike="noStrike" spc="-1">
              <a:solidFill>
                <a:srgbClr val="000000"/>
              </a:solidFill>
              <a:latin typeface="Times New Roman"/>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1" name="PlaceHolder 1"/>
          <p:cNvSpPr>
            <a:spLocks noGrp="1" noRot="1" noChangeAspect="1"/>
          </p:cNvSpPr>
          <p:nvPr>
            <p:ph type="sldImg"/>
          </p:nvPr>
        </p:nvSpPr>
        <p:spPr>
          <a:xfrm>
            <a:off x="685800" y="1143000"/>
            <a:ext cx="5484813" cy="3084513"/>
          </a:xfrm>
          <a:prstGeom prst="rect">
            <a:avLst/>
          </a:prstGeom>
          <a:ln w="0">
            <a:noFill/>
          </a:ln>
        </p:spPr>
      </p:sp>
      <p:sp>
        <p:nvSpPr>
          <p:cNvPr id="332"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marR="0" lvl="0" indent="-216000" algn="l" defTabSz="914400" rtl="0" eaLnBrk="1" fontAlgn="auto" latinLnBrk="0" hangingPunct="1">
              <a:lnSpc>
                <a:spcPct val="100000"/>
              </a:lnSpc>
              <a:spcBef>
                <a:spcPts val="0"/>
              </a:spcBef>
              <a:spcAft>
                <a:spcPts val="0"/>
              </a:spcAft>
              <a:buClrTx/>
              <a:buSzTx/>
              <a:buFontTx/>
              <a:buNone/>
              <a:tabLst>
                <a:tab pos="0" algn="l"/>
              </a:tabLst>
              <a:defRPr/>
            </a:pPr>
            <a:r>
              <a:rPr lang="fr-FR" sz="7200" b="0" dirty="0">
                <a:solidFill>
                  <a:srgbClr val="BBBEBF"/>
                </a:solidFill>
                <a:effectLst/>
                <a:latin typeface="Consolas" panose="020B0609020204030204" pitchFamily="49" charset="0"/>
              </a:rPr>
              <a:t>L'analyse visait à déterminer si les choix des produits varient en fonction de l'âge, une information utile pour orienter des offres et le marketing.</a:t>
            </a:r>
          </a:p>
          <a:p>
            <a:pPr marL="216000" indent="-216000" defTabSz="914400">
              <a:lnSpc>
                <a:spcPct val="100000"/>
              </a:lnSpc>
              <a:buNone/>
              <a:tabLst>
                <a:tab pos="0" algn="l"/>
              </a:tabLst>
            </a:pPr>
            <a:endParaRPr lang="fr-FR" sz="5400" b="0" strike="noStrike" spc="-1" dirty="0">
              <a:solidFill>
                <a:srgbClr val="BBBEBF"/>
              </a:solidFill>
              <a:latin typeface="Consolas"/>
            </a:endParaRPr>
          </a:p>
          <a:p>
            <a:pPr marL="216000" indent="-216000" defTabSz="914400">
              <a:lnSpc>
                <a:spcPct val="100000"/>
              </a:lnSpc>
              <a:buNone/>
              <a:tabLst>
                <a:tab pos="0" algn="l"/>
              </a:tabLst>
            </a:pPr>
            <a:r>
              <a:rPr lang="fr-FR" sz="7200" b="0" i="0" dirty="0">
                <a:solidFill>
                  <a:srgbClr val="BBBEBF"/>
                </a:solidFill>
                <a:effectLst/>
                <a:latin typeface="Consolas" panose="020B0609020204030204" pitchFamily="49" charset="0"/>
              </a:rPr>
              <a:t>Statistique Chi-2: 248330.8</a:t>
            </a:r>
          </a:p>
          <a:p>
            <a:pPr marL="216000" indent="-216000" defTabSz="914400">
              <a:lnSpc>
                <a:spcPct val="100000"/>
              </a:lnSpc>
              <a:buNone/>
              <a:tabLst>
                <a:tab pos="0" algn="l"/>
              </a:tabLst>
            </a:pPr>
            <a:r>
              <a:rPr lang="fr-FR" sz="7200" b="0" i="0" dirty="0">
                <a:solidFill>
                  <a:srgbClr val="BBBEBF"/>
                </a:solidFill>
                <a:effectLst/>
                <a:latin typeface="Consolas" panose="020B0609020204030204" pitchFamily="49" charset="0"/>
              </a:rPr>
              <a:t>Valeur p: 0.0 </a:t>
            </a:r>
          </a:p>
          <a:p>
            <a:pPr marL="216000" indent="-216000" defTabSz="914400">
              <a:lnSpc>
                <a:spcPct val="100000"/>
              </a:lnSpc>
              <a:buNone/>
              <a:tabLst>
                <a:tab pos="0" algn="l"/>
              </a:tabLst>
            </a:pPr>
            <a:r>
              <a:rPr lang="fr-FR" sz="7200" b="0" i="0" dirty="0">
                <a:solidFill>
                  <a:srgbClr val="BBBEBF"/>
                </a:solidFill>
                <a:effectLst/>
                <a:latin typeface="Consolas" panose="020B0609020204030204" pitchFamily="49" charset="0"/>
              </a:rPr>
              <a:t>Degrés de liberté: 10 </a:t>
            </a:r>
            <a:br>
              <a:rPr lang="fr-FR" sz="7200" dirty="0"/>
            </a:br>
            <a:endParaRPr lang="fr-FR" sz="5400" b="0" strike="noStrike" spc="-1" dirty="0">
              <a:solidFill>
                <a:srgbClr val="000000"/>
              </a:solidFill>
              <a:latin typeface="Arial"/>
            </a:endParaRPr>
          </a:p>
          <a:p>
            <a:pPr marL="216000" indent="-216000" defTabSz="914400">
              <a:lnSpc>
                <a:spcPct val="100000"/>
              </a:lnSpc>
              <a:buNone/>
              <a:tabLst>
                <a:tab pos="0" algn="l"/>
              </a:tabLst>
            </a:pPr>
            <a:endParaRPr lang="fr-FR" sz="1800" b="0" strike="noStrike" spc="-1" dirty="0">
              <a:solidFill>
                <a:srgbClr val="000000"/>
              </a:solidFill>
              <a:latin typeface="Arial"/>
            </a:endParaRPr>
          </a:p>
        </p:txBody>
      </p:sp>
      <p:sp>
        <p:nvSpPr>
          <p:cNvPr id="333" name="PlaceHolder 3"/>
          <p:cNvSpPr>
            <a:spLocks noGrp="1"/>
          </p:cNvSpPr>
          <p:nvPr>
            <p:ph type="sldNum" idx="84"/>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6A8982BC-C9FB-4804-A757-3E78A33E534E}" type="slidenum">
              <a:rPr lang="fr" sz="1400" b="0" strike="noStrike" spc="-1">
                <a:solidFill>
                  <a:srgbClr val="000000"/>
                </a:solidFill>
                <a:latin typeface="Arial"/>
                <a:ea typeface="Arial"/>
              </a:rPr>
              <a:t>25</a:t>
            </a:fld>
            <a:endParaRPr lang="fr-FR" sz="1400" b="0" strike="noStrike" spc="-1">
              <a:solidFill>
                <a:srgbClr val="000000"/>
              </a:solidFill>
              <a:latin typeface="Times New Roman"/>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4" name="PlaceHolder 1"/>
          <p:cNvSpPr>
            <a:spLocks noGrp="1" noRot="1" noChangeAspect="1"/>
          </p:cNvSpPr>
          <p:nvPr>
            <p:ph type="sldImg"/>
          </p:nvPr>
        </p:nvSpPr>
        <p:spPr>
          <a:xfrm>
            <a:off x="685800" y="1143000"/>
            <a:ext cx="5484813" cy="3084513"/>
          </a:xfrm>
          <a:prstGeom prst="rect">
            <a:avLst/>
          </a:prstGeom>
          <a:ln w="0">
            <a:noFill/>
          </a:ln>
        </p:spPr>
      </p:sp>
      <p:sp>
        <p:nvSpPr>
          <p:cNvPr id="335"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defTabSz="914400">
              <a:lnSpc>
                <a:spcPct val="100000"/>
              </a:lnSpc>
              <a:buNone/>
              <a:tabLst>
                <a:tab pos="0" algn="l"/>
              </a:tabLst>
            </a:pPr>
            <a:r>
              <a:rPr lang="fr-FR" sz="5400" b="0" strike="noStrike" spc="-1">
                <a:solidFill>
                  <a:srgbClr val="BBBEBF"/>
                </a:solidFill>
                <a:latin typeface="Consolas"/>
              </a:rPr>
              <a:t>Spearman :</a:t>
            </a:r>
            <a:endParaRPr lang="fr-FR" sz="5400" b="0" strike="noStrike" spc="-1">
              <a:solidFill>
                <a:srgbClr val="000000"/>
              </a:solidFill>
              <a:latin typeface="Arial"/>
            </a:endParaRPr>
          </a:p>
          <a:p>
            <a:pPr marL="216000" indent="-216000" defTabSz="914400">
              <a:lnSpc>
                <a:spcPct val="100000"/>
              </a:lnSpc>
              <a:buNone/>
              <a:tabLst>
                <a:tab pos="0" algn="l"/>
              </a:tabLst>
            </a:pPr>
            <a:endParaRPr lang="fr-FR" sz="5400" b="0" strike="noStrike" spc="-1">
              <a:solidFill>
                <a:srgbClr val="000000"/>
              </a:solidFill>
              <a:latin typeface="Arial"/>
            </a:endParaRPr>
          </a:p>
          <a:p>
            <a:pPr marL="216000" indent="-216000" defTabSz="914400">
              <a:lnSpc>
                <a:spcPct val="100000"/>
              </a:lnSpc>
              <a:buNone/>
              <a:tabLst>
                <a:tab pos="0" algn="l"/>
              </a:tabLst>
            </a:pPr>
            <a:r>
              <a:rPr lang="fr-FR" sz="7200" b="0" strike="noStrike" spc="-1">
                <a:solidFill>
                  <a:srgbClr val="BBBEBF"/>
                </a:solidFill>
                <a:latin typeface="Consolas"/>
              </a:rPr>
              <a:t>Coefficient de corrélation de Spearman: 0.212</a:t>
            </a:r>
            <a:endParaRPr lang="fr-FR" sz="7200" b="0" strike="noStrike" spc="-1">
              <a:solidFill>
                <a:srgbClr val="000000"/>
              </a:solidFill>
              <a:latin typeface="Arial"/>
            </a:endParaRPr>
          </a:p>
          <a:p>
            <a:pPr marL="216000" indent="-216000" defTabSz="914400">
              <a:lnSpc>
                <a:spcPct val="100000"/>
              </a:lnSpc>
              <a:buNone/>
              <a:tabLst>
                <a:tab pos="0" algn="l"/>
              </a:tabLst>
            </a:pPr>
            <a:r>
              <a:rPr lang="fr-FR" sz="7200" b="0" strike="noStrike" spc="-1">
                <a:solidFill>
                  <a:srgbClr val="BBBEBF"/>
                </a:solidFill>
                <a:latin typeface="Consolas"/>
              </a:rPr>
              <a:t>Valeur p: 0</a:t>
            </a:r>
            <a:endParaRPr lang="fr-FR" sz="7200" b="0" strike="noStrike" spc="-1">
              <a:solidFill>
                <a:srgbClr val="000000"/>
              </a:solidFill>
              <a:latin typeface="Arial"/>
            </a:endParaRPr>
          </a:p>
          <a:p>
            <a:pPr marL="216000" indent="-216000" defTabSz="914400">
              <a:lnSpc>
                <a:spcPct val="100000"/>
              </a:lnSpc>
              <a:buNone/>
              <a:tabLst>
                <a:tab pos="0" algn="l"/>
              </a:tabLst>
            </a:pPr>
            <a:endParaRPr lang="fr-FR" sz="5400" b="0" strike="noStrike" spc="-1">
              <a:solidFill>
                <a:srgbClr val="000000"/>
              </a:solidFill>
              <a:latin typeface="Arial"/>
            </a:endParaRPr>
          </a:p>
          <a:p>
            <a:pPr marL="216000" indent="-216000" defTabSz="914400">
              <a:lnSpc>
                <a:spcPct val="100000"/>
              </a:lnSpc>
              <a:buNone/>
              <a:tabLst>
                <a:tab pos="0" algn="l"/>
              </a:tabLst>
            </a:pPr>
            <a:r>
              <a:rPr lang="fr-FR" sz="5400" b="0" strike="noStrike" spc="-1">
                <a:solidFill>
                  <a:srgbClr val="BBBEBF"/>
                </a:solidFill>
                <a:latin typeface="Consolas"/>
              </a:rPr>
              <a:t>Anova:</a:t>
            </a:r>
            <a:endParaRPr lang="fr-FR" sz="5400" b="0" strike="noStrike" spc="-1">
              <a:solidFill>
                <a:srgbClr val="000000"/>
              </a:solidFill>
              <a:latin typeface="Arial"/>
            </a:endParaRPr>
          </a:p>
          <a:p>
            <a:pPr marL="216000" indent="-216000" defTabSz="914400">
              <a:lnSpc>
                <a:spcPct val="100000"/>
              </a:lnSpc>
              <a:buNone/>
              <a:tabLst>
                <a:tab pos="0" algn="l"/>
              </a:tabLst>
            </a:pPr>
            <a:endParaRPr lang="fr-FR" sz="9600" b="0" strike="noStrike" spc="-1">
              <a:solidFill>
                <a:srgbClr val="000000"/>
              </a:solidFill>
              <a:latin typeface="Arial"/>
            </a:endParaRPr>
          </a:p>
          <a:p>
            <a:pPr marL="216000" indent="-216000" defTabSz="914400">
              <a:lnSpc>
                <a:spcPct val="100000"/>
              </a:lnSpc>
              <a:buNone/>
              <a:tabLst>
                <a:tab pos="0" algn="l"/>
              </a:tabLst>
            </a:pPr>
            <a:r>
              <a:rPr lang="fr-FR" sz="9600" b="0" strike="noStrike" spc="-1">
                <a:solidFill>
                  <a:srgbClr val="BBBEBF"/>
                </a:solidFill>
                <a:latin typeface="Consolas"/>
              </a:rPr>
              <a:t>Statistique de test F: 253.25</a:t>
            </a:r>
            <a:endParaRPr lang="fr-FR" sz="9600" b="0" strike="noStrike" spc="-1">
              <a:solidFill>
                <a:srgbClr val="000000"/>
              </a:solidFill>
              <a:latin typeface="Arial"/>
            </a:endParaRPr>
          </a:p>
          <a:p>
            <a:pPr marL="216000" indent="-216000" defTabSz="914400">
              <a:lnSpc>
                <a:spcPct val="100000"/>
              </a:lnSpc>
              <a:buNone/>
              <a:tabLst>
                <a:tab pos="0" algn="l"/>
              </a:tabLst>
            </a:pPr>
            <a:r>
              <a:rPr lang="fr-FR" sz="9600" b="0" strike="noStrike" spc="-1">
                <a:solidFill>
                  <a:srgbClr val="BBBEBF"/>
                </a:solidFill>
                <a:latin typeface="Consolas"/>
              </a:rPr>
              <a:t>Valeur p: 0</a:t>
            </a:r>
            <a:endParaRPr lang="fr-FR" sz="9600" b="0" strike="noStrike" spc="-1">
              <a:solidFill>
                <a:srgbClr val="000000"/>
              </a:solidFill>
              <a:latin typeface="Arial"/>
            </a:endParaRPr>
          </a:p>
          <a:p>
            <a:pPr marL="216000" indent="-216000" defTabSz="914400">
              <a:lnSpc>
                <a:spcPct val="100000"/>
              </a:lnSpc>
              <a:buNone/>
              <a:tabLst>
                <a:tab pos="0" algn="l"/>
              </a:tabLst>
            </a:pPr>
            <a:endParaRPr lang="fr-FR" sz="5400" b="0" strike="noStrike" spc="-1">
              <a:solidFill>
                <a:srgbClr val="000000"/>
              </a:solidFill>
              <a:latin typeface="Arial"/>
            </a:endParaRPr>
          </a:p>
          <a:p>
            <a:pPr marL="216000" indent="-216000" defTabSz="914400">
              <a:lnSpc>
                <a:spcPct val="100000"/>
              </a:lnSpc>
              <a:buNone/>
              <a:tabLst>
                <a:tab pos="0" algn="l"/>
              </a:tabLst>
            </a:pPr>
            <a:endParaRPr lang="fr-FR" sz="1800" b="0" strike="noStrike" spc="-1">
              <a:solidFill>
                <a:srgbClr val="000000"/>
              </a:solidFill>
              <a:latin typeface="Arial"/>
            </a:endParaRPr>
          </a:p>
        </p:txBody>
      </p:sp>
      <p:sp>
        <p:nvSpPr>
          <p:cNvPr id="336" name="PlaceHolder 3"/>
          <p:cNvSpPr>
            <a:spLocks noGrp="1"/>
          </p:cNvSpPr>
          <p:nvPr>
            <p:ph type="sldNum" idx="85"/>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68F95952-3754-4B9C-BF44-7AE616017E0E}" type="slidenum">
              <a:rPr lang="fr" sz="1400" b="0" strike="noStrike" spc="-1">
                <a:solidFill>
                  <a:srgbClr val="000000"/>
                </a:solidFill>
                <a:latin typeface="Arial"/>
                <a:ea typeface="Arial"/>
              </a:rPr>
              <a:t>26</a:t>
            </a:fld>
            <a:endParaRPr lang="fr-FR" sz="1400" b="0" strike="noStrike" spc="-1">
              <a:solidFill>
                <a:srgbClr val="000000"/>
              </a:solidFill>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 name="PlaceHolder 1"/>
          <p:cNvSpPr>
            <a:spLocks noGrp="1" noRot="1" noChangeAspect="1"/>
          </p:cNvSpPr>
          <p:nvPr>
            <p:ph type="sldImg"/>
          </p:nvPr>
        </p:nvSpPr>
        <p:spPr>
          <a:xfrm>
            <a:off x="685800" y="1143000"/>
            <a:ext cx="5484813" cy="3084513"/>
          </a:xfrm>
          <a:prstGeom prst="rect">
            <a:avLst/>
          </a:prstGeom>
          <a:ln w="0">
            <a:noFill/>
          </a:ln>
        </p:spPr>
      </p:sp>
      <p:sp>
        <p:nvSpPr>
          <p:cNvPr id="338"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339" name="PlaceHolder 3"/>
          <p:cNvSpPr>
            <a:spLocks noGrp="1"/>
          </p:cNvSpPr>
          <p:nvPr>
            <p:ph type="sldNum" idx="86"/>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7542A4CA-FC4E-42EB-A879-F685625660CC}" type="slidenum">
              <a:rPr lang="fr" sz="1400" b="0" strike="noStrike" spc="-1">
                <a:solidFill>
                  <a:srgbClr val="000000"/>
                </a:solidFill>
                <a:latin typeface="Arial"/>
                <a:ea typeface="Arial"/>
              </a:rPr>
              <a:t>27</a:t>
            </a:fld>
            <a:endParaRPr lang="fr-FR" sz="1400" b="0" strike="noStrike" spc="-1">
              <a:solidFill>
                <a:srgbClr val="000000"/>
              </a:solidFill>
              <a:latin typeface="Times New Roman"/>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 name="PlaceHolder 1"/>
          <p:cNvSpPr>
            <a:spLocks noGrp="1" noRot="1" noChangeAspect="1"/>
          </p:cNvSpPr>
          <p:nvPr>
            <p:ph type="sldImg"/>
          </p:nvPr>
        </p:nvSpPr>
        <p:spPr>
          <a:xfrm>
            <a:off x="685800" y="1143000"/>
            <a:ext cx="5484813" cy="3084513"/>
          </a:xfrm>
          <a:prstGeom prst="rect">
            <a:avLst/>
          </a:prstGeom>
          <a:ln w="0">
            <a:noFill/>
          </a:ln>
        </p:spPr>
      </p:sp>
      <p:sp>
        <p:nvSpPr>
          <p:cNvPr id="341"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dirty="0">
              <a:solidFill>
                <a:srgbClr val="000000"/>
              </a:solidFill>
              <a:latin typeface="Arial"/>
            </a:endParaRPr>
          </a:p>
        </p:txBody>
      </p:sp>
      <p:sp>
        <p:nvSpPr>
          <p:cNvPr id="342" name="PlaceHolder 3"/>
          <p:cNvSpPr>
            <a:spLocks noGrp="1"/>
          </p:cNvSpPr>
          <p:nvPr>
            <p:ph type="sldNum" idx="87"/>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2CC2C303-ACB3-46C7-8276-14AC65EFFF61}" type="slidenum">
              <a:rPr lang="fr" sz="1400" b="0" strike="noStrike" spc="-1">
                <a:solidFill>
                  <a:srgbClr val="000000"/>
                </a:solidFill>
                <a:latin typeface="Arial"/>
                <a:ea typeface="Arial"/>
              </a:rPr>
              <a:t>28</a:t>
            </a:fld>
            <a:endParaRPr lang="fr-FR" sz="1400" b="0" strike="noStrike" spc="-1">
              <a:solidFill>
                <a:srgbClr val="000000"/>
              </a:solidFill>
              <a:latin typeface="Times New Roman"/>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 name="PlaceHolder 1"/>
          <p:cNvSpPr>
            <a:spLocks noGrp="1" noRot="1" noChangeAspect="1"/>
          </p:cNvSpPr>
          <p:nvPr>
            <p:ph type="sldImg"/>
          </p:nvPr>
        </p:nvSpPr>
        <p:spPr>
          <a:xfrm>
            <a:off x="685800" y="1143000"/>
            <a:ext cx="5484600" cy="3084120"/>
          </a:xfrm>
          <a:prstGeom prst="rect">
            <a:avLst/>
          </a:prstGeom>
          <a:ln w="0">
            <a:noFill/>
          </a:ln>
        </p:spPr>
      </p:sp>
      <p:sp>
        <p:nvSpPr>
          <p:cNvPr id="344" name="PlaceHolder 2"/>
          <p:cNvSpPr>
            <a:spLocks noGrp="1"/>
          </p:cNvSpPr>
          <p:nvPr>
            <p:ph type="body"/>
          </p:nvPr>
        </p:nvSpPr>
        <p:spPr>
          <a:xfrm>
            <a:off x="685800" y="4400640"/>
            <a:ext cx="5484240" cy="3598200"/>
          </a:xfrm>
          <a:prstGeom prst="rect">
            <a:avLst/>
          </a:prstGeom>
          <a:noFill/>
          <a:ln w="0">
            <a:noFill/>
          </a:ln>
        </p:spPr>
        <p:txBody>
          <a:bodyPr lIns="91440" tIns="45720" rIns="91440" bIns="45720" anchor="t">
            <a:noAutofit/>
          </a:bodyPr>
          <a:lstStyle/>
          <a:p>
            <a:pPr marL="216000" indent="-216000">
              <a:buNone/>
            </a:pPr>
            <a:endParaRPr lang="fr-FR" sz="1800" b="0" strike="noStrike" spc="-1">
              <a:solidFill>
                <a:srgbClr val="000000"/>
              </a:solidFill>
              <a:latin typeface="Arial"/>
            </a:endParaRPr>
          </a:p>
        </p:txBody>
      </p:sp>
      <p:sp>
        <p:nvSpPr>
          <p:cNvPr id="345" name="PlaceHolder 3"/>
          <p:cNvSpPr>
            <a:spLocks noGrp="1"/>
          </p:cNvSpPr>
          <p:nvPr>
            <p:ph type="sldNum" idx="88"/>
          </p:nvPr>
        </p:nvSpPr>
        <p:spPr>
          <a:xfrm>
            <a:off x="3884760" y="8685360"/>
            <a:ext cx="2969640" cy="4564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fr" sz="1400" b="0" strike="noStrike" spc="-1">
                <a:solidFill>
                  <a:srgbClr val="000000"/>
                </a:solidFill>
                <a:latin typeface="Arial"/>
                <a:ea typeface="Arial"/>
              </a:defRPr>
            </a:lvl1pPr>
          </a:lstStyle>
          <a:p>
            <a:pPr indent="0" algn="r" defTabSz="914400">
              <a:lnSpc>
                <a:spcPct val="100000"/>
              </a:lnSpc>
              <a:buNone/>
              <a:tabLst>
                <a:tab pos="0" algn="l"/>
              </a:tabLst>
            </a:pPr>
            <a:fld id="{DCB22D76-E456-4F2C-AE32-8A20F54829D4}" type="slidenum">
              <a:rPr lang="fr" sz="1400" b="0" strike="noStrike" spc="-1">
                <a:solidFill>
                  <a:srgbClr val="000000"/>
                </a:solidFill>
                <a:latin typeface="Arial"/>
                <a:ea typeface="Arial"/>
              </a:rPr>
              <a:t>29</a:t>
            </a:fld>
            <a:endParaRPr lang="fr-FR" sz="14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7.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8.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ubTitle"/>
          </p:nvPr>
        </p:nvSpPr>
        <p:spPr>
          <a:xfrm>
            <a:off x="457200" y="1203480"/>
            <a:ext cx="8229240" cy="2982960"/>
          </a:xfrm>
          <a:prstGeom prst="rect">
            <a:avLst/>
          </a:prstGeom>
          <a:noFill/>
          <a:ln w="0">
            <a:noFill/>
          </a:ln>
        </p:spPr>
        <p:txBody>
          <a:bodyPr lIns="0" tIns="0" rIns="0" bIns="0" anchor="ctr">
            <a:noAutofit/>
          </a:bodyPr>
          <a:lstStyle/>
          <a:p>
            <a:pPr indent="0" algn="ctr">
              <a:buNone/>
            </a:pPr>
            <a:endParaRPr lang="fr-FR" sz="3200" b="0" strike="noStrike" spc="-1">
              <a:solidFill>
                <a:srgbClr val="000000"/>
              </a:solidFill>
              <a:latin typeface="Arial"/>
            </a:endParaRPr>
          </a:p>
        </p:txBody>
      </p:sp>
      <p:sp>
        <p:nvSpPr>
          <p:cNvPr id="4" name="PlaceHolder 3"/>
          <p:cNvSpPr>
            <a:spLocks noGrp="1"/>
          </p:cNvSpPr>
          <p:nvPr>
            <p:ph type="sldNum" idx="1"/>
          </p:nvPr>
        </p:nvSpPr>
        <p:spPr/>
        <p:txBody>
          <a:bodyPr/>
          <a:lstStyle/>
          <a:p>
            <a:fld id="{4F9E58E3-3D1C-411B-B760-8B254FC16B06}" type="slidenum">
              <a:t>‹N°›</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BIG_NUMBER">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lstStyle/>
          <a:p>
            <a:fld id="{15451EF9-51CB-40FE-B330-C486EA6F0743}" type="slidenum">
              <a:t>‹N°›</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lstStyle/>
          <a:p>
            <a:fld id="{E9C79D46-5479-48E9-8E89-BFB438435B08}" type="slidenum">
              <a:t>‹N°›</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SECTION_HEADER">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lstStyle/>
          <a:p>
            <a:fld id="{E3743DE5-8B0A-429D-ACEC-FAE745A9C382}" type="slidenum">
              <a:t>‹N°›</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x" preserve="1">
  <p:cSld name="TITLE_AND_BOD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1" name="PlaceHolder 2"/>
          <p:cNvSpPr>
            <a:spLocks noGrp="1"/>
          </p:cNvSpPr>
          <p:nvPr>
            <p:ph/>
          </p:nvPr>
        </p:nvSpPr>
        <p:spPr>
          <a:xfrm>
            <a:off x="457200" y="1203480"/>
            <a:ext cx="8229240" cy="2982960"/>
          </a:xfrm>
          <a:prstGeom prst="rect">
            <a:avLst/>
          </a:prstGeom>
          <a:noFill/>
          <a:ln w="0">
            <a:noFill/>
          </a:ln>
        </p:spPr>
        <p:txBody>
          <a:bodyPr lIns="0" tIns="0" rIns="0" bIns="0" anchor="t">
            <a:normAutofit/>
          </a:bodyPr>
          <a:lstStyle/>
          <a:p>
            <a:pPr indent="0">
              <a:lnSpc>
                <a:spcPct val="90000"/>
              </a:lnSpc>
              <a:spcBef>
                <a:spcPts val="1417"/>
              </a:spcBef>
              <a:buNone/>
            </a:pPr>
            <a:endParaRPr lang="fr-FR" sz="2800" b="0" strike="noStrike" spc="-1">
              <a:solidFill>
                <a:schemeClr val="dk1"/>
              </a:solidFill>
              <a:latin typeface="Arial"/>
            </a:endParaRPr>
          </a:p>
        </p:txBody>
      </p:sp>
      <p:sp>
        <p:nvSpPr>
          <p:cNvPr id="4" name="PlaceHolder 3"/>
          <p:cNvSpPr>
            <a:spLocks noGrp="1"/>
          </p:cNvSpPr>
          <p:nvPr>
            <p:ph type="sldNum" idx="5"/>
          </p:nvPr>
        </p:nvSpPr>
        <p:spPr/>
        <p:txBody>
          <a:bodyPr/>
          <a:lstStyle/>
          <a:p>
            <a:fld id="{2E1B434C-FD44-44BB-A2F5-7F1139D16A74}" type="slidenum">
              <a:t>‹N°›</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ITLE_AND_TWO_COLUMNS">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17" name="PlaceHolder 2"/>
          <p:cNvSpPr>
            <a:spLocks noGrp="1"/>
          </p:cNvSpPr>
          <p:nvPr>
            <p:ph/>
          </p:nvPr>
        </p:nvSpPr>
        <p:spPr>
          <a:xfrm>
            <a:off x="457200" y="1203480"/>
            <a:ext cx="4015800" cy="2982960"/>
          </a:xfrm>
          <a:prstGeom prst="rect">
            <a:avLst/>
          </a:prstGeom>
          <a:noFill/>
          <a:ln w="0">
            <a:noFill/>
          </a:ln>
        </p:spPr>
        <p:txBody>
          <a:bodyPr lIns="0" tIns="0" rIns="0" bIns="0" anchor="t">
            <a:normAutofit/>
          </a:bodyPr>
          <a:lstStyle/>
          <a:p>
            <a:pPr indent="0">
              <a:lnSpc>
                <a:spcPct val="90000"/>
              </a:lnSpc>
              <a:spcBef>
                <a:spcPts val="1417"/>
              </a:spcBef>
              <a:buNone/>
            </a:pPr>
            <a:endParaRPr lang="fr-FR" sz="2800" b="0" strike="noStrike" spc="-1">
              <a:solidFill>
                <a:schemeClr val="dk1"/>
              </a:solidFill>
              <a:latin typeface="Arial"/>
            </a:endParaRPr>
          </a:p>
        </p:txBody>
      </p:sp>
      <p:sp>
        <p:nvSpPr>
          <p:cNvPr id="18" name="PlaceHolder 3"/>
          <p:cNvSpPr>
            <a:spLocks noGrp="1"/>
          </p:cNvSpPr>
          <p:nvPr>
            <p:ph/>
          </p:nvPr>
        </p:nvSpPr>
        <p:spPr>
          <a:xfrm>
            <a:off x="4674240" y="1203480"/>
            <a:ext cx="4015800" cy="2982960"/>
          </a:xfrm>
          <a:prstGeom prst="rect">
            <a:avLst/>
          </a:prstGeom>
          <a:noFill/>
          <a:ln w="0">
            <a:noFill/>
          </a:ln>
        </p:spPr>
        <p:txBody>
          <a:bodyPr lIns="0" tIns="0" rIns="0" bIns="0" anchor="t">
            <a:normAutofit/>
          </a:bodyPr>
          <a:lstStyle/>
          <a:p>
            <a:pPr indent="0">
              <a:lnSpc>
                <a:spcPct val="90000"/>
              </a:lnSpc>
              <a:spcBef>
                <a:spcPts val="1417"/>
              </a:spcBef>
              <a:buNone/>
            </a:pPr>
            <a:endParaRPr lang="fr-FR" sz="2800" b="0" strike="noStrike" spc="-1">
              <a:solidFill>
                <a:schemeClr val="dk1"/>
              </a:solidFill>
              <a:latin typeface="Arial"/>
            </a:endParaRPr>
          </a:p>
        </p:txBody>
      </p:sp>
      <p:sp>
        <p:nvSpPr>
          <p:cNvPr id="5" name="PlaceHolder 4"/>
          <p:cNvSpPr>
            <a:spLocks noGrp="1"/>
          </p:cNvSpPr>
          <p:nvPr>
            <p:ph type="sldNum" idx="6"/>
          </p:nvPr>
        </p:nvSpPr>
        <p:spPr/>
        <p:txBody>
          <a:bodyPr/>
          <a:lstStyle/>
          <a:p>
            <a:fld id="{79C3673E-0A29-4121-8412-14638C072F94}" type="slidenum">
              <a:t>‹N°›</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_ONLY">
    <p:spTree>
      <p:nvGrpSpPr>
        <p:cNvPr id="1" name=""/>
        <p:cNvGrpSpPr/>
        <p:nvPr/>
      </p:nvGrpSpPr>
      <p:grpSpPr>
        <a:xfrm>
          <a:off x="0" y="0"/>
          <a:ext cx="0" cy="0"/>
          <a:chOff x="0" y="0"/>
          <a:chExt cx="0" cy="0"/>
        </a:xfrm>
      </p:grpSpPr>
      <p:sp>
        <p:nvSpPr>
          <p:cNvPr id="2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endParaRPr lang="fr-FR" sz="1800" b="0" strike="noStrike" spc="-1">
              <a:solidFill>
                <a:schemeClr val="dk1"/>
              </a:solidFill>
              <a:latin typeface="Arial"/>
            </a:endParaRPr>
          </a:p>
        </p:txBody>
      </p:sp>
      <p:sp>
        <p:nvSpPr>
          <p:cNvPr id="3" name="PlaceHolder 2"/>
          <p:cNvSpPr>
            <a:spLocks noGrp="1"/>
          </p:cNvSpPr>
          <p:nvPr>
            <p:ph type="sldNum" idx="7"/>
          </p:nvPr>
        </p:nvSpPr>
        <p:spPr/>
        <p:txBody>
          <a:bodyPr/>
          <a:lstStyle/>
          <a:p>
            <a:fld id="{30DFDE58-C157-424F-8E94-54E5D4117F3D}" type="slidenum">
              <a:t>‹N°›</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ONE_COLUMN_TEXT">
    <p:spTree>
      <p:nvGrpSpPr>
        <p:cNvPr id="1" name=""/>
        <p:cNvGrpSpPr/>
        <p:nvPr/>
      </p:nvGrpSpPr>
      <p:grpSpPr>
        <a:xfrm>
          <a:off x="0" y="0"/>
          <a:ext cx="0" cy="0"/>
          <a:chOff x="0" y="0"/>
          <a:chExt cx="0" cy="0"/>
        </a:xfrm>
      </p:grpSpPr>
      <p:sp>
        <p:nvSpPr>
          <p:cNvPr id="2" name="PlaceHolder 1"/>
          <p:cNvSpPr>
            <a:spLocks noGrp="1"/>
          </p:cNvSpPr>
          <p:nvPr>
            <p:ph type="sldNum" idx="8"/>
          </p:nvPr>
        </p:nvSpPr>
        <p:spPr/>
        <p:txBody>
          <a:bodyPr/>
          <a:lstStyle/>
          <a:p>
            <a:fld id="{C0AA4673-D305-4CE3-A5B6-3D6787F39432}" type="slidenum">
              <a:t>‹N°›</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MAIN_POINT">
    <p:spTree>
      <p:nvGrpSpPr>
        <p:cNvPr id="1" name=""/>
        <p:cNvGrpSpPr/>
        <p:nvPr/>
      </p:nvGrpSpPr>
      <p:grpSpPr>
        <a:xfrm>
          <a:off x="0" y="0"/>
          <a:ext cx="0" cy="0"/>
          <a:chOff x="0" y="0"/>
          <a:chExt cx="0" cy="0"/>
        </a:xfrm>
      </p:grpSpPr>
      <p:sp>
        <p:nvSpPr>
          <p:cNvPr id="2" name="PlaceHolder 1"/>
          <p:cNvSpPr>
            <a:spLocks noGrp="1"/>
          </p:cNvSpPr>
          <p:nvPr>
            <p:ph type="sldNum" idx="9"/>
          </p:nvPr>
        </p:nvSpPr>
        <p:spPr/>
        <p:txBody>
          <a:bodyPr/>
          <a:lstStyle/>
          <a:p>
            <a:fld id="{518E17B4-B95D-46AF-AF51-2921E520E55C}" type="slidenum">
              <a:t>‹N°›</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SECTION_TITLE_AND_DESCRIPTION">
    <p:spTree>
      <p:nvGrpSpPr>
        <p:cNvPr id="1" name=""/>
        <p:cNvGrpSpPr/>
        <p:nvPr/>
      </p:nvGrpSpPr>
      <p:grpSpPr>
        <a:xfrm>
          <a:off x="0" y="0"/>
          <a:ext cx="0" cy="0"/>
          <a:chOff x="0" y="0"/>
          <a:chExt cx="0" cy="0"/>
        </a:xfrm>
      </p:grpSpPr>
      <p:sp>
        <p:nvSpPr>
          <p:cNvPr id="2" name="PlaceHolder 1"/>
          <p:cNvSpPr>
            <a:spLocks noGrp="1"/>
          </p:cNvSpPr>
          <p:nvPr>
            <p:ph type="sldNum" idx="10"/>
          </p:nvPr>
        </p:nvSpPr>
        <p:spPr/>
        <p:txBody>
          <a:bodyPr/>
          <a:lstStyle/>
          <a:p>
            <a:fld id="{D205A6E6-45CA-49FC-8FB8-A4469A5B052D}" type="slidenum">
              <a:t>‹N°›</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CAPTION_ONLY">
    <p:spTree>
      <p:nvGrpSpPr>
        <p:cNvPr id="1" name=""/>
        <p:cNvGrpSpPr/>
        <p:nvPr/>
      </p:nvGrpSpPr>
      <p:grpSpPr>
        <a:xfrm>
          <a:off x="0" y="0"/>
          <a:ext cx="0" cy="0"/>
          <a:chOff x="0" y="0"/>
          <a:chExt cx="0" cy="0"/>
        </a:xfrm>
      </p:grpSpPr>
      <p:sp>
        <p:nvSpPr>
          <p:cNvPr id="2" name="PlaceHolder 1"/>
          <p:cNvSpPr>
            <a:spLocks noGrp="1"/>
          </p:cNvSpPr>
          <p:nvPr>
            <p:ph type="sldNum" idx="11"/>
          </p:nvPr>
        </p:nvSpPr>
        <p:spPr/>
        <p:txBody>
          <a:bodyPr/>
          <a:lstStyle/>
          <a:p>
            <a:fld id="{4A5C4CE7-2AFF-40A0-AAFA-FDAEBA92AA90}" type="slidenum">
              <a:t>‹N°›</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Diapositive de titre avec image">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Diapositive de titre">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En-tête de section">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Titre et contenu">
    <p:spTree>
      <p:nvGrpSpPr>
        <p:cNvPr id="1" name=""/>
        <p:cNvGrpSpPr/>
        <p:nvPr/>
      </p:nvGrpSpPr>
      <p:grpSpPr>
        <a:xfrm>
          <a:off x="0" y="0"/>
          <a:ext cx="0" cy="0"/>
          <a:chOff x="0" y="0"/>
          <a:chExt cx="0" cy="0"/>
        </a:xfrm>
      </p:grpSpPr>
      <p:sp>
        <p:nvSpPr>
          <p:cNvPr id="2" name="PlaceHolder 1"/>
          <p:cNvSpPr>
            <a:spLocks noGrp="1"/>
          </p:cNvSpPr>
          <p:nvPr>
            <p:ph type="ftr" idx="12"/>
          </p:nvPr>
        </p:nvSpPr>
        <p:spPr/>
        <p:txBody>
          <a:bodyPr/>
          <a:lstStyle/>
          <a:p>
            <a:r>
              <a:t>Footer</a:t>
            </a:r>
          </a:p>
        </p:txBody>
      </p:sp>
      <p:sp>
        <p:nvSpPr>
          <p:cNvPr id="3" name="PlaceHolder 2"/>
          <p:cNvSpPr>
            <a:spLocks noGrp="1"/>
          </p:cNvSpPr>
          <p:nvPr>
            <p:ph type="sldNum" idx="13"/>
          </p:nvPr>
        </p:nvSpPr>
        <p:spPr/>
        <p:txBody>
          <a:bodyPr/>
          <a:lstStyle/>
          <a:p>
            <a:fld id="{93299ECF-6134-4D16-9E69-2F233F82368F}" type="slidenum">
              <a:t>‹N°›</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Deux contenus">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AB3212D3-5311-4CA2-9B6E-EC74BD4410A1}" type="slidenum">
              <a:t>‹N°›</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Comparaison">
    <p:spTree>
      <p:nvGrpSpPr>
        <p:cNvPr id="1" name=""/>
        <p:cNvGrpSpPr/>
        <p:nvPr/>
      </p:nvGrpSpPr>
      <p:grpSpPr>
        <a:xfrm>
          <a:off x="0" y="0"/>
          <a:ext cx="0" cy="0"/>
          <a:chOff x="0" y="0"/>
          <a:chExt cx="0" cy="0"/>
        </a:xfrm>
      </p:grpSpPr>
      <p:sp>
        <p:nvSpPr>
          <p:cNvPr id="2" name="PlaceHolder 1"/>
          <p:cNvSpPr>
            <a:spLocks noGrp="1"/>
          </p:cNvSpPr>
          <p:nvPr>
            <p:ph type="ftr" idx="16"/>
          </p:nvPr>
        </p:nvSpPr>
        <p:spPr/>
        <p:txBody>
          <a:bodyPr/>
          <a:lstStyle/>
          <a:p>
            <a:r>
              <a:t>Footer</a:t>
            </a:r>
          </a:p>
        </p:txBody>
      </p:sp>
      <p:sp>
        <p:nvSpPr>
          <p:cNvPr id="3" name="PlaceHolder 2"/>
          <p:cNvSpPr>
            <a:spLocks noGrp="1"/>
          </p:cNvSpPr>
          <p:nvPr>
            <p:ph type="sldNum" idx="17"/>
          </p:nvPr>
        </p:nvSpPr>
        <p:spPr/>
        <p:txBody>
          <a:bodyPr/>
          <a:lstStyle/>
          <a:p>
            <a:fld id="{F3A1EF80-A00E-48B8-A8D9-69B8AAD6936C}" type="slidenum">
              <a:t>‹N°›</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Contenu avec légende">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Image avec légende">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PlaceHolder 1"/>
          <p:cNvSpPr>
            <a:spLocks noGrp="1"/>
          </p:cNvSpPr>
          <p:nvPr>
            <p:ph type="ftr" idx="18"/>
          </p:nvPr>
        </p:nvSpPr>
        <p:spPr/>
        <p:txBody>
          <a:bodyPr/>
          <a:lstStyle/>
          <a:p>
            <a:r>
              <a:t>Footer</a:t>
            </a:r>
          </a:p>
        </p:txBody>
      </p:sp>
      <p:sp>
        <p:nvSpPr>
          <p:cNvPr id="3" name="PlaceHolder 2"/>
          <p:cNvSpPr>
            <a:spLocks noGrp="1"/>
          </p:cNvSpPr>
          <p:nvPr>
            <p:ph type="sldNum" idx="19"/>
          </p:nvPr>
        </p:nvSpPr>
        <p:spPr/>
        <p:txBody>
          <a:bodyPr/>
          <a:lstStyle/>
          <a:p>
            <a:fld id="{F512833C-4956-4D60-BB3E-BC5A51542F4D}" type="slidenum">
              <a:t>‹N°›</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blank" preserve="1">
  <p:cSld name="Titre uniquement">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AA6AB865-CBCB-4B62-8E89-73B9DC2792C3}" type="slidenum">
              <a:t>‹N°›</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Disposition personnalisée">
    <p:spTree>
      <p:nvGrpSpPr>
        <p:cNvPr id="1" name=""/>
        <p:cNvGrpSpPr/>
        <p:nvPr/>
      </p:nvGrpSpPr>
      <p:grpSpPr>
        <a:xfrm>
          <a:off x="0" y="0"/>
          <a:ext cx="0" cy="0"/>
          <a:chOff x="0" y="0"/>
          <a:chExt cx="0" cy="0"/>
        </a:xfrm>
      </p:grpSpPr>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DISPOSITION DU TEXTE 01">
    <p:spTree>
      <p:nvGrpSpPr>
        <p:cNvPr id="1" name=""/>
        <p:cNvGrpSpPr/>
        <p:nvPr/>
      </p:nvGrpSpPr>
      <p:grpSpPr>
        <a:xfrm>
          <a:off x="0" y="0"/>
          <a:ext cx="0" cy="0"/>
          <a:chOff x="0" y="0"/>
          <a:chExt cx="0" cy="0"/>
        </a:xfrm>
      </p:grpSpPr>
      <p:sp>
        <p:nvSpPr>
          <p:cNvPr id="2" name="PlaceHolder 1"/>
          <p:cNvSpPr>
            <a:spLocks noGrp="1"/>
          </p:cNvSpPr>
          <p:nvPr>
            <p:ph type="ftr" idx="22"/>
          </p:nvPr>
        </p:nvSpPr>
        <p:spPr/>
        <p:txBody>
          <a:bodyPr/>
          <a:lstStyle/>
          <a:p>
            <a:r>
              <a:t>Footer</a:t>
            </a:r>
          </a:p>
        </p:txBody>
      </p:sp>
      <p:sp>
        <p:nvSpPr>
          <p:cNvPr id="3" name="PlaceHolder 2"/>
          <p:cNvSpPr>
            <a:spLocks noGrp="1"/>
          </p:cNvSpPr>
          <p:nvPr>
            <p:ph type="sldNum" idx="23"/>
          </p:nvPr>
        </p:nvSpPr>
        <p:spPr/>
        <p:txBody>
          <a:bodyPr/>
          <a:lstStyle/>
          <a:p>
            <a:fld id="{8BCFC8EE-4499-41F0-8BFF-CA8B16A83D1D}" type="slidenum">
              <a:t>‹N°›</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Comparaison avec sous-titre">
    <p:spTree>
      <p:nvGrpSpPr>
        <p:cNvPr id="1" name=""/>
        <p:cNvGrpSpPr/>
        <p:nvPr/>
      </p:nvGrpSpPr>
      <p:grpSpPr>
        <a:xfrm>
          <a:off x="0" y="0"/>
          <a:ext cx="0" cy="0"/>
          <a:chOff x="0" y="0"/>
          <a:chExt cx="0" cy="0"/>
        </a:xfrm>
      </p:grpSpPr>
      <p:sp>
        <p:nvSpPr>
          <p:cNvPr id="2" name="PlaceHolder 1"/>
          <p:cNvSpPr>
            <a:spLocks noGrp="1"/>
          </p:cNvSpPr>
          <p:nvPr>
            <p:ph type="ftr" idx="24"/>
          </p:nvPr>
        </p:nvSpPr>
        <p:spPr/>
        <p:txBody>
          <a:bodyPr/>
          <a:lstStyle/>
          <a:p>
            <a:r>
              <a:t>Footer</a:t>
            </a:r>
          </a:p>
        </p:txBody>
      </p:sp>
      <p:sp>
        <p:nvSpPr>
          <p:cNvPr id="3" name="PlaceHolder 2"/>
          <p:cNvSpPr>
            <a:spLocks noGrp="1"/>
          </p:cNvSpPr>
          <p:nvPr>
            <p:ph type="sldNum" idx="25"/>
          </p:nvPr>
        </p:nvSpPr>
        <p:spPr/>
        <p:txBody>
          <a:bodyPr/>
          <a:lstStyle/>
          <a:p>
            <a:fld id="{B266A180-53D8-4AE9-86F2-14992D50EC0B}" type="slidenum">
              <a:t>‹N°›</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Disposition du texte 02">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t>Footer</a:t>
            </a:r>
          </a:p>
        </p:txBody>
      </p:sp>
      <p:sp>
        <p:nvSpPr>
          <p:cNvPr id="3" name="PlaceHolder 2"/>
          <p:cNvSpPr>
            <a:spLocks noGrp="1"/>
          </p:cNvSpPr>
          <p:nvPr>
            <p:ph type="sldNum" idx="27"/>
          </p:nvPr>
        </p:nvSpPr>
        <p:spPr/>
        <p:txBody>
          <a:bodyPr/>
          <a:lstStyle/>
          <a:p>
            <a:fld id="{D16FCBC5-182D-430F-9E09-D08F066A0F2A}" type="slidenum">
              <a:t>‹N°›</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Tableau">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lstStyle/>
          <a:p>
            <a:r>
              <a:t>Footer</a:t>
            </a:r>
          </a:p>
        </p:txBody>
      </p:sp>
      <p:sp>
        <p:nvSpPr>
          <p:cNvPr id="3" name="PlaceHolder 2"/>
          <p:cNvSpPr>
            <a:spLocks noGrp="1"/>
          </p:cNvSpPr>
          <p:nvPr>
            <p:ph type="sldNum" idx="29"/>
          </p:nvPr>
        </p:nvSpPr>
        <p:spPr/>
        <p:txBody>
          <a:bodyPr/>
          <a:lstStyle/>
          <a:p>
            <a:fld id="{2A5097AC-E45F-4005-942C-D70D8BFFACC3}" type="slidenum">
              <a:t>‹N°›</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Grande photo">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Merci">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_rels/slideMaster12.xml.rels><?xml version="1.0" encoding="UTF-8" standalone="yes"?>
<Relationships xmlns="http://schemas.openxmlformats.org/package/2006/relationships"><Relationship Id="rId2" Type="http://schemas.openxmlformats.org/officeDocument/2006/relationships/theme" Target="../theme/theme12.xml"/><Relationship Id="rId1" Type="http://schemas.openxmlformats.org/officeDocument/2006/relationships/slideLayout" Target="../slideLayouts/slideLayout12.xml"/></Relationships>
</file>

<file path=ppt/slideMasters/_rels/slideMaster13.xml.rels><?xml version="1.0" encoding="UTF-8" standalone="yes"?>
<Relationships xmlns="http://schemas.openxmlformats.org/package/2006/relationships"><Relationship Id="rId2" Type="http://schemas.openxmlformats.org/officeDocument/2006/relationships/theme" Target="../theme/theme13.xml"/><Relationship Id="rId1" Type="http://schemas.openxmlformats.org/officeDocument/2006/relationships/slideLayout" Target="../slideLayouts/slideLayout13.xml"/></Relationships>
</file>

<file path=ppt/slideMasters/_rels/slideMaster14.xml.rels><?xml version="1.0" encoding="UTF-8" standalone="yes"?>
<Relationships xmlns="http://schemas.openxmlformats.org/package/2006/relationships"><Relationship Id="rId2" Type="http://schemas.openxmlformats.org/officeDocument/2006/relationships/theme" Target="../theme/theme14.xml"/><Relationship Id="rId1" Type="http://schemas.openxmlformats.org/officeDocument/2006/relationships/slideLayout" Target="../slideLayouts/slideLayout14.xml"/></Relationships>
</file>

<file path=ppt/slideMasters/_rels/slideMaster15.xml.rels><?xml version="1.0" encoding="UTF-8" standalone="yes"?>
<Relationships xmlns="http://schemas.openxmlformats.org/package/2006/relationships"><Relationship Id="rId2" Type="http://schemas.openxmlformats.org/officeDocument/2006/relationships/theme" Target="../theme/theme15.xml"/><Relationship Id="rId1" Type="http://schemas.openxmlformats.org/officeDocument/2006/relationships/slideLayout" Target="../slideLayouts/slideLayout15.xml"/></Relationships>
</file>

<file path=ppt/slideMasters/_rels/slideMaster16.xml.rels><?xml version="1.0" encoding="UTF-8" standalone="yes"?>
<Relationships xmlns="http://schemas.openxmlformats.org/package/2006/relationships"><Relationship Id="rId2" Type="http://schemas.openxmlformats.org/officeDocument/2006/relationships/theme" Target="../theme/theme16.xml"/><Relationship Id="rId1" Type="http://schemas.openxmlformats.org/officeDocument/2006/relationships/slideLayout" Target="../slideLayouts/slideLayout16.xml"/></Relationships>
</file>

<file path=ppt/slideMasters/_rels/slideMaster17.xml.rels><?xml version="1.0" encoding="UTF-8" standalone="yes"?>
<Relationships xmlns="http://schemas.openxmlformats.org/package/2006/relationships"><Relationship Id="rId2" Type="http://schemas.openxmlformats.org/officeDocument/2006/relationships/theme" Target="../theme/theme17.xml"/><Relationship Id="rId1" Type="http://schemas.openxmlformats.org/officeDocument/2006/relationships/slideLayout" Target="../slideLayouts/slideLayout17.xml"/></Relationships>
</file>

<file path=ppt/slideMasters/_rels/slideMaster18.xml.rels><?xml version="1.0" encoding="UTF-8" standalone="yes"?>
<Relationships xmlns="http://schemas.openxmlformats.org/package/2006/relationships"><Relationship Id="rId2" Type="http://schemas.openxmlformats.org/officeDocument/2006/relationships/theme" Target="../theme/theme18.xml"/><Relationship Id="rId1" Type="http://schemas.openxmlformats.org/officeDocument/2006/relationships/slideLayout" Target="../slideLayouts/slideLayout18.xml"/></Relationships>
</file>

<file path=ppt/slideMasters/_rels/slideMaster19.xml.rels><?xml version="1.0" encoding="UTF-8" standalone="yes"?>
<Relationships xmlns="http://schemas.openxmlformats.org/package/2006/relationships"><Relationship Id="rId2" Type="http://schemas.openxmlformats.org/officeDocument/2006/relationships/theme" Target="../theme/theme19.xml"/><Relationship Id="rId1" Type="http://schemas.openxmlformats.org/officeDocument/2006/relationships/slideLayout" Target="../slideLayouts/slideLayout19.xml"/></Relationships>
</file>

<file path=ppt/slideMasters/_rels/slideMaster20.xml.rels><?xml version="1.0" encoding="UTF-8" standalone="yes"?>
<Relationships xmlns="http://schemas.openxmlformats.org/package/2006/relationships"><Relationship Id="rId2" Type="http://schemas.openxmlformats.org/officeDocument/2006/relationships/theme" Target="../theme/theme20.xml"/><Relationship Id="rId1" Type="http://schemas.openxmlformats.org/officeDocument/2006/relationships/slideLayout" Target="../slideLayouts/slideLayout20.xml"/></Relationships>
</file>

<file path=ppt/slideMasters/_rels/slideMaster21.xml.rels><?xml version="1.0" encoding="UTF-8" standalone="yes"?>
<Relationships xmlns="http://schemas.openxmlformats.org/package/2006/relationships"><Relationship Id="rId2" Type="http://schemas.openxmlformats.org/officeDocument/2006/relationships/theme" Target="../theme/theme21.xml"/><Relationship Id="rId1" Type="http://schemas.openxmlformats.org/officeDocument/2006/relationships/slideLayout" Target="../slideLayouts/slideLayout21.xml"/></Relationships>
</file>

<file path=ppt/slideMasters/_rels/slideMaster22.xml.rels><?xml version="1.0" encoding="UTF-8" standalone="yes"?>
<Relationships xmlns="http://schemas.openxmlformats.org/package/2006/relationships"><Relationship Id="rId2" Type="http://schemas.openxmlformats.org/officeDocument/2006/relationships/theme" Target="../theme/theme22.xml"/><Relationship Id="rId1" Type="http://schemas.openxmlformats.org/officeDocument/2006/relationships/slideLayout" Target="../slideLayouts/slideLayout22.xml"/></Relationships>
</file>

<file path=ppt/slideMasters/_rels/slideMaster23.xml.rels><?xml version="1.0" encoding="UTF-8" standalone="yes"?>
<Relationships xmlns="http://schemas.openxmlformats.org/package/2006/relationships"><Relationship Id="rId2" Type="http://schemas.openxmlformats.org/officeDocument/2006/relationships/theme" Target="../theme/theme23.xml"/><Relationship Id="rId1" Type="http://schemas.openxmlformats.org/officeDocument/2006/relationships/slideLayout" Target="../slideLayouts/slideLayout23.xml"/></Relationships>
</file>

<file path=ppt/slideMasters/_rels/slideMaster24.xml.rels><?xml version="1.0" encoding="UTF-8" standalone="yes"?>
<Relationships xmlns="http://schemas.openxmlformats.org/package/2006/relationships"><Relationship Id="rId2" Type="http://schemas.openxmlformats.org/officeDocument/2006/relationships/theme" Target="../theme/theme24.xml"/><Relationship Id="rId1" Type="http://schemas.openxmlformats.org/officeDocument/2006/relationships/slideLayout" Target="../slideLayouts/slideLayout24.xml"/></Relationships>
</file>

<file path=ppt/slideMasters/_rels/slideMaster25.xml.rels><?xml version="1.0" encoding="UTF-8" standalone="yes"?>
<Relationships xmlns="http://schemas.openxmlformats.org/package/2006/relationships"><Relationship Id="rId2" Type="http://schemas.openxmlformats.org/officeDocument/2006/relationships/theme" Target="../theme/theme25.xml"/><Relationship Id="rId1" Type="http://schemas.openxmlformats.org/officeDocument/2006/relationships/slideLayout" Target="../slideLayouts/slideLayout25.xml"/></Relationships>
</file>

<file path=ppt/slideMasters/_rels/slideMaster26.xml.rels><?xml version="1.0" encoding="UTF-8" standalone="yes"?>
<Relationships xmlns="http://schemas.openxmlformats.org/package/2006/relationships"><Relationship Id="rId2" Type="http://schemas.openxmlformats.org/officeDocument/2006/relationships/theme" Target="../theme/theme26.xml"/><Relationship Id="rId1" Type="http://schemas.openxmlformats.org/officeDocument/2006/relationships/slideLayout" Target="../slideLayouts/slideLayout26.xml"/></Relationships>
</file>

<file path=ppt/slideMasters/_rels/slideMaster27.xml.rels><?xml version="1.0" encoding="UTF-8" standalone="yes"?>
<Relationships xmlns="http://schemas.openxmlformats.org/package/2006/relationships"><Relationship Id="rId2" Type="http://schemas.openxmlformats.org/officeDocument/2006/relationships/theme" Target="../theme/theme27.xml"/><Relationship Id="rId1" Type="http://schemas.openxmlformats.org/officeDocument/2006/relationships/slideLayout" Target="../slideLayouts/slideLayout27.xml"/></Relationships>
</file>

<file path=ppt/slideMasters/_rels/slideMaster28.xml.rels><?xml version="1.0" encoding="UTF-8" standalone="yes"?>
<Relationships xmlns="http://schemas.openxmlformats.org/package/2006/relationships"><Relationship Id="rId2" Type="http://schemas.openxmlformats.org/officeDocument/2006/relationships/theme" Target="../theme/theme28.xml"/><Relationship Id="rId1"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fr-FR" sz="4400" b="0" strike="noStrike" spc="-1">
                <a:solidFill>
                  <a:schemeClr val="dk1"/>
                </a:solidFill>
                <a:latin typeface="Arial"/>
              </a:rPr>
              <a:t>Cliquez pour éditer le format du texte-titre</a:t>
            </a:r>
          </a:p>
        </p:txBody>
      </p:sp>
      <p:sp>
        <p:nvSpPr>
          <p:cNvPr id="3" name="PlaceHolder 2"/>
          <p:cNvSpPr>
            <a:spLocks noGrp="1"/>
          </p:cNvSpPr>
          <p:nvPr>
            <p:ph type="sldNum" idx="1"/>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CD953D3D-D801-4E57-9688-E1AE51E3F54A}"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4" name="PlaceHolder 1"/>
          <p:cNvSpPr>
            <a:spLocks noGrp="1"/>
          </p:cNvSpPr>
          <p:nvPr>
            <p:ph type="sldNum" idx="2"/>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CACF4F8F-206C-4645-9251-984D5D1DB629}"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5" name="PlaceHolder 1"/>
          <p:cNvSpPr>
            <a:spLocks noGrp="1"/>
          </p:cNvSpPr>
          <p:nvPr>
            <p:ph type="sldNum" idx="3"/>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3AA20DEC-7F26-4F50-92C4-D6CAEE3A8274}"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6" name="PlaceHolder 1"/>
          <p:cNvSpPr>
            <a:spLocks noGrp="1"/>
          </p:cNvSpPr>
          <p:nvPr>
            <p:ph type="sldNum" idx="4"/>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50A38BE7-B7E6-4194-A603-F34BB8E70944}"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fr-FR" sz="4400" b="0" strike="noStrike" spc="-1">
                <a:solidFill>
                  <a:schemeClr val="dk1"/>
                </a:solidFill>
                <a:latin typeface="Arial"/>
              </a:rPr>
              <a:t>Cliquez pour éditer le format du texte-titre</a:t>
            </a:r>
          </a:p>
        </p:txBody>
      </p:sp>
      <p:sp>
        <p:nvSpPr>
          <p:cNvPr id="8" name="PlaceHolder 2"/>
          <p:cNvSpPr>
            <a:spLocks noGrp="1"/>
          </p:cNvSpPr>
          <p:nvPr>
            <p:ph type="body"/>
          </p:nvPr>
        </p:nvSpPr>
        <p:spPr>
          <a:xfrm>
            <a:off x="457200" y="1203480"/>
            <a:ext cx="8228880" cy="298260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fr-FR" sz="1800" b="0" strike="noStrike" spc="-1">
                <a:solidFill>
                  <a:schemeClr val="dk1"/>
                </a:solidFill>
                <a:latin typeface="Arial"/>
              </a:rPr>
              <a:t>Cliquez pour éditer le format du plan de texte</a:t>
            </a:r>
          </a:p>
          <a:p>
            <a:pPr marL="864000" lvl="1" indent="-324000">
              <a:lnSpc>
                <a:spcPct val="90000"/>
              </a:lnSpc>
              <a:spcBef>
                <a:spcPts val="1134"/>
              </a:spcBef>
              <a:buClr>
                <a:srgbClr val="000000"/>
              </a:buClr>
              <a:buSzPct val="75000"/>
              <a:buFont typeface="Symbol" charset="2"/>
              <a:buChar char=""/>
            </a:pPr>
            <a:r>
              <a:rPr lang="fr-FR" sz="1800" b="0" strike="noStrike" spc="-1">
                <a:solidFill>
                  <a:schemeClr val="dk1"/>
                </a:solidFill>
                <a:latin typeface="Arial"/>
              </a:rPr>
              <a:t>Second niveau de plan</a:t>
            </a:r>
          </a:p>
          <a:p>
            <a:pPr marL="1296000" lvl="2" indent="-288000">
              <a:lnSpc>
                <a:spcPct val="90000"/>
              </a:lnSpc>
              <a:spcBef>
                <a:spcPts val="850"/>
              </a:spcBef>
              <a:buClr>
                <a:srgbClr val="000000"/>
              </a:buClr>
              <a:buSzPct val="45000"/>
              <a:buFont typeface="Wingdings" charset="2"/>
              <a:buChar char=""/>
            </a:pPr>
            <a:r>
              <a:rPr lang="fr-FR" sz="1800" b="0" strike="noStrike" spc="-1">
                <a:solidFill>
                  <a:schemeClr val="dk1"/>
                </a:solidFill>
                <a:latin typeface="Arial"/>
              </a:rPr>
              <a:t>Troisième niveau de plan</a:t>
            </a:r>
          </a:p>
          <a:p>
            <a:pPr marL="1728000" lvl="3" indent="-216000">
              <a:lnSpc>
                <a:spcPct val="90000"/>
              </a:lnSpc>
              <a:spcBef>
                <a:spcPts val="567"/>
              </a:spcBef>
              <a:buClr>
                <a:srgbClr val="000000"/>
              </a:buClr>
              <a:buSzPct val="75000"/>
              <a:buFont typeface="Symbol" charset="2"/>
              <a:buChar char=""/>
            </a:pPr>
            <a:r>
              <a:rPr lang="fr-FR" sz="1800" b="0" strike="noStrike" spc="-1">
                <a:solidFill>
                  <a:schemeClr val="dk1"/>
                </a:solidFill>
                <a:latin typeface="Arial"/>
              </a:rPr>
              <a:t>Quatrième niveau de plan</a:t>
            </a:r>
          </a:p>
          <a:p>
            <a:pPr marL="2160000" lvl="4"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Cinquième niveau de plan</a:t>
            </a:r>
          </a:p>
          <a:p>
            <a:pPr marL="2592000" lvl="5"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Sixième niveau de plan</a:t>
            </a:r>
          </a:p>
          <a:p>
            <a:pPr marL="3024000" lvl="6"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Septième niveau de plan</a:t>
            </a:r>
          </a:p>
        </p:txBody>
      </p:sp>
      <p:sp>
        <p:nvSpPr>
          <p:cNvPr id="9" name="PlaceHolder 3"/>
          <p:cNvSpPr>
            <a:spLocks noGrp="1"/>
          </p:cNvSpPr>
          <p:nvPr>
            <p:ph type="sldNum" idx="5"/>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D084AC59-4F46-494E-8944-C421534CFD50}"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fr-FR" sz="4400" b="0" strike="noStrike" spc="-1">
                <a:solidFill>
                  <a:schemeClr val="dk1"/>
                </a:solidFill>
                <a:latin typeface="Arial"/>
              </a:rPr>
              <a:t>Cliquez pour éditer le format du texte-titre</a:t>
            </a:r>
          </a:p>
        </p:txBody>
      </p:sp>
      <p:sp>
        <p:nvSpPr>
          <p:cNvPr id="13" name="PlaceHolder 2"/>
          <p:cNvSpPr>
            <a:spLocks noGrp="1"/>
          </p:cNvSpPr>
          <p:nvPr>
            <p:ph type="body"/>
          </p:nvPr>
        </p:nvSpPr>
        <p:spPr>
          <a:xfrm>
            <a:off x="457200" y="1203480"/>
            <a:ext cx="4015440" cy="2982600"/>
          </a:xfrm>
          <a:prstGeom prst="rect">
            <a:avLst/>
          </a:prstGeom>
          <a:noFill/>
          <a:ln w="0">
            <a:noFill/>
          </a:ln>
        </p:spPr>
        <p:txBody>
          <a:bodyPr lIns="0" tIns="0" rIns="0" bIns="0" anchor="t">
            <a:normAutofit fontScale="87222" lnSpcReduction="10000"/>
          </a:bodyPr>
          <a:lstStyle/>
          <a:p>
            <a:pPr marL="432000" indent="-324000">
              <a:lnSpc>
                <a:spcPct val="90000"/>
              </a:lnSpc>
              <a:spcBef>
                <a:spcPts val="1417"/>
              </a:spcBef>
              <a:buClr>
                <a:srgbClr val="000000"/>
              </a:buClr>
              <a:buSzPct val="45000"/>
              <a:buFont typeface="Wingdings" charset="2"/>
              <a:buChar char=""/>
            </a:pPr>
            <a:r>
              <a:rPr lang="fr-FR" sz="1800" b="0" strike="noStrike" spc="-1">
                <a:solidFill>
                  <a:schemeClr val="dk1"/>
                </a:solidFill>
                <a:latin typeface="Arial"/>
              </a:rPr>
              <a:t>Cliquez pour éditer le format du plan de texte</a:t>
            </a:r>
          </a:p>
          <a:p>
            <a:pPr marL="864000" lvl="1" indent="-324000">
              <a:lnSpc>
                <a:spcPct val="90000"/>
              </a:lnSpc>
              <a:spcBef>
                <a:spcPts val="1134"/>
              </a:spcBef>
              <a:buClr>
                <a:srgbClr val="000000"/>
              </a:buClr>
              <a:buSzPct val="75000"/>
              <a:buFont typeface="Symbol" charset="2"/>
              <a:buChar char=""/>
            </a:pPr>
            <a:r>
              <a:rPr lang="fr-FR" sz="1800" b="0" strike="noStrike" spc="-1">
                <a:solidFill>
                  <a:schemeClr val="dk1"/>
                </a:solidFill>
                <a:latin typeface="Arial"/>
              </a:rPr>
              <a:t>Second niveau de plan</a:t>
            </a:r>
          </a:p>
          <a:p>
            <a:pPr marL="1296000" lvl="2" indent="-288000">
              <a:lnSpc>
                <a:spcPct val="90000"/>
              </a:lnSpc>
              <a:spcBef>
                <a:spcPts val="850"/>
              </a:spcBef>
              <a:buClr>
                <a:srgbClr val="000000"/>
              </a:buClr>
              <a:buSzPct val="45000"/>
              <a:buFont typeface="Wingdings" charset="2"/>
              <a:buChar char=""/>
            </a:pPr>
            <a:r>
              <a:rPr lang="fr-FR" sz="1800" b="0" strike="noStrike" spc="-1">
                <a:solidFill>
                  <a:schemeClr val="dk1"/>
                </a:solidFill>
                <a:latin typeface="Arial"/>
              </a:rPr>
              <a:t>Troisième niveau de plan</a:t>
            </a:r>
          </a:p>
          <a:p>
            <a:pPr marL="1728000" lvl="3" indent="-216000">
              <a:lnSpc>
                <a:spcPct val="90000"/>
              </a:lnSpc>
              <a:spcBef>
                <a:spcPts val="567"/>
              </a:spcBef>
              <a:buClr>
                <a:srgbClr val="000000"/>
              </a:buClr>
              <a:buSzPct val="75000"/>
              <a:buFont typeface="Symbol" charset="2"/>
              <a:buChar char=""/>
            </a:pPr>
            <a:r>
              <a:rPr lang="fr-FR" sz="1800" b="0" strike="noStrike" spc="-1">
                <a:solidFill>
                  <a:schemeClr val="dk1"/>
                </a:solidFill>
                <a:latin typeface="Arial"/>
              </a:rPr>
              <a:t>Quatrième niveau de plan</a:t>
            </a:r>
          </a:p>
          <a:p>
            <a:pPr marL="2160000" lvl="4"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Cinquième niveau de plan</a:t>
            </a:r>
          </a:p>
          <a:p>
            <a:pPr marL="2592000" lvl="5"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Sixième niveau de plan</a:t>
            </a:r>
          </a:p>
          <a:p>
            <a:pPr marL="3024000" lvl="6"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Septième niveau de plan</a:t>
            </a:r>
          </a:p>
        </p:txBody>
      </p:sp>
      <p:sp>
        <p:nvSpPr>
          <p:cNvPr id="14" name="PlaceHolder 3"/>
          <p:cNvSpPr>
            <a:spLocks noGrp="1"/>
          </p:cNvSpPr>
          <p:nvPr>
            <p:ph type="body"/>
          </p:nvPr>
        </p:nvSpPr>
        <p:spPr>
          <a:xfrm>
            <a:off x="4674240" y="1203480"/>
            <a:ext cx="4015440" cy="2982600"/>
          </a:xfrm>
          <a:prstGeom prst="rect">
            <a:avLst/>
          </a:prstGeom>
          <a:noFill/>
          <a:ln w="0">
            <a:noFill/>
          </a:ln>
        </p:spPr>
        <p:txBody>
          <a:bodyPr lIns="0" tIns="0" rIns="0" bIns="0" anchor="t">
            <a:normAutofit fontScale="87222" lnSpcReduction="10000"/>
          </a:bodyPr>
          <a:lstStyle/>
          <a:p>
            <a:pPr marL="432000" indent="-324000">
              <a:lnSpc>
                <a:spcPct val="90000"/>
              </a:lnSpc>
              <a:spcBef>
                <a:spcPts val="1417"/>
              </a:spcBef>
              <a:buClr>
                <a:srgbClr val="000000"/>
              </a:buClr>
              <a:buSzPct val="45000"/>
              <a:buFont typeface="Wingdings" charset="2"/>
              <a:buChar char=""/>
            </a:pPr>
            <a:r>
              <a:rPr lang="fr-FR" sz="1800" b="0" strike="noStrike" spc="-1">
                <a:solidFill>
                  <a:schemeClr val="dk1"/>
                </a:solidFill>
                <a:latin typeface="Arial"/>
              </a:rPr>
              <a:t>Cliquez pour éditer le format du plan de texte</a:t>
            </a:r>
          </a:p>
          <a:p>
            <a:pPr marL="864000" lvl="1" indent="-324000">
              <a:lnSpc>
                <a:spcPct val="90000"/>
              </a:lnSpc>
              <a:spcBef>
                <a:spcPts val="1134"/>
              </a:spcBef>
              <a:buClr>
                <a:srgbClr val="000000"/>
              </a:buClr>
              <a:buSzPct val="75000"/>
              <a:buFont typeface="Symbol" charset="2"/>
              <a:buChar char=""/>
            </a:pPr>
            <a:r>
              <a:rPr lang="fr-FR" sz="1800" b="0" strike="noStrike" spc="-1">
                <a:solidFill>
                  <a:schemeClr val="dk1"/>
                </a:solidFill>
                <a:latin typeface="Arial"/>
              </a:rPr>
              <a:t>Second niveau de plan</a:t>
            </a:r>
          </a:p>
          <a:p>
            <a:pPr marL="1296000" lvl="2" indent="-288000">
              <a:lnSpc>
                <a:spcPct val="90000"/>
              </a:lnSpc>
              <a:spcBef>
                <a:spcPts val="850"/>
              </a:spcBef>
              <a:buClr>
                <a:srgbClr val="000000"/>
              </a:buClr>
              <a:buSzPct val="45000"/>
              <a:buFont typeface="Wingdings" charset="2"/>
              <a:buChar char=""/>
            </a:pPr>
            <a:r>
              <a:rPr lang="fr-FR" sz="1800" b="0" strike="noStrike" spc="-1">
                <a:solidFill>
                  <a:schemeClr val="dk1"/>
                </a:solidFill>
                <a:latin typeface="Arial"/>
              </a:rPr>
              <a:t>Troisième niveau de plan</a:t>
            </a:r>
          </a:p>
          <a:p>
            <a:pPr marL="1728000" lvl="3" indent="-216000">
              <a:lnSpc>
                <a:spcPct val="90000"/>
              </a:lnSpc>
              <a:spcBef>
                <a:spcPts val="567"/>
              </a:spcBef>
              <a:buClr>
                <a:srgbClr val="000000"/>
              </a:buClr>
              <a:buSzPct val="75000"/>
              <a:buFont typeface="Symbol" charset="2"/>
              <a:buChar char=""/>
            </a:pPr>
            <a:r>
              <a:rPr lang="fr-FR" sz="1800" b="0" strike="noStrike" spc="-1">
                <a:solidFill>
                  <a:schemeClr val="dk1"/>
                </a:solidFill>
                <a:latin typeface="Arial"/>
              </a:rPr>
              <a:t>Quatrième niveau de plan</a:t>
            </a:r>
          </a:p>
          <a:p>
            <a:pPr marL="2160000" lvl="4"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Cinquième niveau de plan</a:t>
            </a:r>
          </a:p>
          <a:p>
            <a:pPr marL="2592000" lvl="5"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Sixième niveau de plan</a:t>
            </a:r>
          </a:p>
          <a:p>
            <a:pPr marL="3024000" lvl="6" indent="-216000">
              <a:lnSpc>
                <a:spcPct val="90000"/>
              </a:lnSpc>
              <a:spcBef>
                <a:spcPts val="283"/>
              </a:spcBef>
              <a:buClr>
                <a:srgbClr val="000000"/>
              </a:buClr>
              <a:buSzPct val="45000"/>
              <a:buFont typeface="Wingdings" charset="2"/>
              <a:buChar char=""/>
            </a:pPr>
            <a:r>
              <a:rPr lang="fr-FR" sz="1800" b="0" strike="noStrike" spc="-1">
                <a:solidFill>
                  <a:schemeClr val="dk1"/>
                </a:solidFill>
                <a:latin typeface="Arial"/>
              </a:rPr>
              <a:t>Septième niveau de plan</a:t>
            </a:r>
          </a:p>
        </p:txBody>
      </p:sp>
      <p:sp>
        <p:nvSpPr>
          <p:cNvPr id="15" name="PlaceHolder 4"/>
          <p:cNvSpPr>
            <a:spLocks noGrp="1"/>
          </p:cNvSpPr>
          <p:nvPr>
            <p:ph type="sldNum" idx="6"/>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AEEF9984-3065-41D2-A8B7-9A47C44F5D15}"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9" name="PlaceHolder 1"/>
          <p:cNvSpPr>
            <a:spLocks noGrp="1"/>
          </p:cNvSpPr>
          <p:nvPr>
            <p:ph type="title"/>
          </p:nvPr>
        </p:nvSpPr>
        <p:spPr>
          <a:xfrm>
            <a:off x="457200" y="205200"/>
            <a:ext cx="8228880" cy="858240"/>
          </a:xfrm>
          <a:prstGeom prst="rect">
            <a:avLst/>
          </a:prstGeom>
          <a:noFill/>
          <a:ln w="0">
            <a:noFill/>
          </a:ln>
        </p:spPr>
        <p:txBody>
          <a:bodyPr lIns="0" tIns="0" rIns="0" bIns="0" anchor="ctr">
            <a:noAutofit/>
          </a:bodyPr>
          <a:lstStyle/>
          <a:p>
            <a:pPr indent="0">
              <a:buNone/>
            </a:pPr>
            <a:r>
              <a:rPr lang="fr-FR" sz="4400" b="0" strike="noStrike" spc="-1">
                <a:solidFill>
                  <a:schemeClr val="dk1"/>
                </a:solidFill>
                <a:latin typeface="Arial"/>
              </a:rPr>
              <a:t>Cliquez pour éditer le format du texte-titre</a:t>
            </a:r>
          </a:p>
        </p:txBody>
      </p:sp>
      <p:sp>
        <p:nvSpPr>
          <p:cNvPr id="20" name="PlaceHolder 2"/>
          <p:cNvSpPr>
            <a:spLocks noGrp="1"/>
          </p:cNvSpPr>
          <p:nvPr>
            <p:ph type="sldNum" idx="7"/>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E68F33E6-1C62-45CE-B400-9C7EF47A99AD}"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2" name="PlaceHolder 1"/>
          <p:cNvSpPr>
            <a:spLocks noGrp="1"/>
          </p:cNvSpPr>
          <p:nvPr>
            <p:ph type="sldNum" idx="8"/>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7F7D3E66-9629-44A2-ADAD-6318F42A0721}"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3" name="PlaceHolder 1"/>
          <p:cNvSpPr>
            <a:spLocks noGrp="1"/>
          </p:cNvSpPr>
          <p:nvPr>
            <p:ph type="sldNum" idx="9"/>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83F72F19-5C7F-477A-99D9-19F2DB359003}"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4" name="Google Shape;36;p9"/>
          <p:cNvSpPr/>
          <p:nvPr/>
        </p:nvSpPr>
        <p:spPr>
          <a:xfrm>
            <a:off x="4572000" y="0"/>
            <a:ext cx="4569840" cy="5141520"/>
          </a:xfrm>
          <a:prstGeom prst="rect">
            <a:avLst/>
          </a:prstGeom>
          <a:solidFill>
            <a:schemeClr val="lt2"/>
          </a:solidFill>
          <a:ln w="0">
            <a:noFill/>
          </a:ln>
        </p:spPr>
        <p:style>
          <a:lnRef idx="0">
            <a:scrgbClr r="0" g="0" b="0"/>
          </a:lnRef>
          <a:fillRef idx="0">
            <a:scrgbClr r="0" g="0" b="0"/>
          </a:fillRef>
          <a:effectRef idx="0">
            <a:scrgbClr r="0" g="0" b="0"/>
          </a:effectRef>
          <a:fontRef idx="minor"/>
        </p:style>
        <p:txBody>
          <a:bodyPr lIns="90000" tIns="91440" rIns="90000" bIns="91440" anchor="ctr">
            <a:noAutofit/>
          </a:bodyPr>
          <a:lstStyle/>
          <a:p>
            <a:pPr defTabSz="914400">
              <a:lnSpc>
                <a:spcPct val="100000"/>
              </a:lnSpc>
              <a:tabLst>
                <a:tab pos="0" algn="l"/>
              </a:tabLst>
            </a:pPr>
            <a:endParaRPr lang="fr-FR" sz="1400" b="0" strike="noStrike" spc="-1">
              <a:solidFill>
                <a:srgbClr val="000000"/>
              </a:solidFill>
              <a:latin typeface="Arial"/>
              <a:ea typeface="Arial"/>
            </a:endParaRPr>
          </a:p>
        </p:txBody>
      </p:sp>
      <p:sp>
        <p:nvSpPr>
          <p:cNvPr id="25" name="PlaceHolder 1"/>
          <p:cNvSpPr>
            <a:spLocks noGrp="1"/>
          </p:cNvSpPr>
          <p:nvPr>
            <p:ph type="sldNum" idx="10"/>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871897E0-CE78-4811-AF60-7BB0513F0650}"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6" name="PlaceHolder 1"/>
          <p:cNvSpPr>
            <a:spLocks noGrp="1"/>
          </p:cNvSpPr>
          <p:nvPr>
            <p:ph type="sldNum" idx="11"/>
          </p:nvPr>
        </p:nvSpPr>
        <p:spPr>
          <a:xfrm>
            <a:off x="8472600" y="4663080"/>
            <a:ext cx="546480" cy="391320"/>
          </a:xfrm>
          <a:prstGeom prst="rect">
            <a:avLst/>
          </a:prstGeom>
          <a:noFill/>
          <a:ln w="0">
            <a:noFill/>
          </a:ln>
        </p:spPr>
        <p:txBody>
          <a:bodyPr lIns="91440" tIns="91440" rIns="91440" bIns="91440" anchor="ctr">
            <a:noAutofit/>
          </a:bodyPr>
          <a:lstStyle>
            <a:lvl1pPr indent="0" algn="r" defTabSz="914400">
              <a:lnSpc>
                <a:spcPct val="100000"/>
              </a:lnSpc>
              <a:buNone/>
              <a:tabLst>
                <a:tab pos="0" algn="l"/>
              </a:tabLst>
              <a:defRPr lang="fr" sz="1000" b="0" strike="noStrike" spc="-1">
                <a:solidFill>
                  <a:schemeClr val="dk2"/>
                </a:solidFill>
                <a:latin typeface="Arial"/>
                <a:ea typeface="Arial"/>
              </a:defRPr>
            </a:lvl1pPr>
          </a:lstStyle>
          <a:p>
            <a:pPr indent="0" algn="r" defTabSz="914400">
              <a:lnSpc>
                <a:spcPct val="100000"/>
              </a:lnSpc>
              <a:buNone/>
              <a:tabLst>
                <a:tab pos="0" algn="l"/>
              </a:tabLst>
            </a:pPr>
            <a:fld id="{98351FE2-9BB8-4988-B74A-821405362EB6}" type="slidenum">
              <a:rPr lang="fr" sz="1000" b="0" strike="noStrike" spc="-1">
                <a:solidFill>
                  <a:schemeClr val="dk2"/>
                </a:solidFill>
                <a:latin typeface="Arial"/>
                <a:ea typeface="Arial"/>
              </a:rPr>
              <a:t>‹N°›</a:t>
            </a:fld>
            <a:endParaRPr lang="fr-FR" sz="10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7" name="Google Shape;55;p14"/>
          <p:cNvSpPr/>
          <p:nvPr/>
        </p:nvSpPr>
        <p:spPr>
          <a:xfrm rot="10800000" flipH="1">
            <a:off x="0" y="2160"/>
            <a:ext cx="7966800" cy="4051080"/>
          </a:xfrm>
          <a:prstGeom prst="rtTriangle">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28" name="Google Shape;56;p14"/>
          <p:cNvCxnSpPr/>
          <p:nvPr/>
        </p:nvCxnSpPr>
        <p:spPr>
          <a:xfrm flipV="1">
            <a:off x="0" y="0"/>
            <a:ext cx="4524840" cy="2255400"/>
          </a:xfrm>
          <a:prstGeom prst="straightConnector1">
            <a:avLst/>
          </a:prstGeom>
          <a:ln w="9525">
            <a:solidFill>
              <a:srgbClr val="A5A5A5"/>
            </a:solidFill>
            <a:miter/>
          </a:ln>
        </p:spPr>
      </p:cxnSp>
      <p:cxnSp>
        <p:nvCxnSpPr>
          <p:cNvPr id="29" name="Google Shape;58;p14"/>
          <p:cNvCxnSpPr/>
          <p:nvPr/>
        </p:nvCxnSpPr>
        <p:spPr>
          <a:xfrm flipV="1">
            <a:off x="6752880" y="2943000"/>
            <a:ext cx="2393280" cy="1269000"/>
          </a:xfrm>
          <a:prstGeom prst="straightConnector1">
            <a:avLst/>
          </a:prstGeom>
          <a:ln w="9525">
            <a:solidFill>
              <a:srgbClr val="EE9571"/>
            </a:solidFill>
            <a:miter/>
          </a:ln>
        </p:spPr>
      </p:cxnSp>
      <p:cxnSp>
        <p:nvCxnSpPr>
          <p:cNvPr id="30" name="Google Shape;61;p14"/>
          <p:cNvCxnSpPr/>
          <p:nvPr/>
        </p:nvCxnSpPr>
        <p:spPr>
          <a:xfrm flipV="1">
            <a:off x="-13320" y="3524760"/>
            <a:ext cx="1441800" cy="753120"/>
          </a:xfrm>
          <a:prstGeom prst="straightConnector1">
            <a:avLst/>
          </a:prstGeom>
          <a:ln w="9525">
            <a:solidFill>
              <a:srgbClr val="E26064"/>
            </a:solidFill>
            <a:miter/>
          </a:ln>
        </p:spPr>
      </p:cxnSp>
      <p:sp>
        <p:nvSpPr>
          <p:cNvPr id="31" name="PlaceHolder 1"/>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fr-FR" sz="1800" b="0" strike="noStrike" spc="-1">
                <a:solidFill>
                  <a:schemeClr val="dk1"/>
                </a:solidFill>
                <a:latin typeface="Arial"/>
              </a:rPr>
              <a:t>Cliquez pour éditer le format du texte-titre</a:t>
            </a:r>
          </a:p>
        </p:txBody>
      </p:sp>
      <p:sp>
        <p:nvSpPr>
          <p:cNvPr id="32"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fr-FR" sz="2800" b="0" strike="noStrike" spc="-1">
                <a:solidFill>
                  <a:schemeClr val="dk1"/>
                </a:solidFill>
                <a:latin typeface="Arial"/>
              </a:rPr>
              <a:t>Cliquez pour éditer le format du plan de texte</a:t>
            </a:r>
          </a:p>
          <a:p>
            <a:pPr marL="864000" lvl="1" indent="-324000">
              <a:lnSpc>
                <a:spcPct val="90000"/>
              </a:lnSpc>
              <a:spcBef>
                <a:spcPts val="1134"/>
              </a:spcBef>
              <a:buClr>
                <a:srgbClr val="000000"/>
              </a:buClr>
              <a:buSzPct val="75000"/>
              <a:buFont typeface="Symbol" charset="2"/>
              <a:buChar char=""/>
            </a:pPr>
            <a:r>
              <a:rPr lang="fr-FR" sz="2000" b="0" strike="noStrike" spc="-1">
                <a:solidFill>
                  <a:schemeClr val="dk1"/>
                </a:solidFill>
                <a:latin typeface="Arial"/>
              </a:rPr>
              <a:t>Second niveau de plan</a:t>
            </a:r>
          </a:p>
          <a:p>
            <a:pPr marL="1296000" lvl="2" indent="-288000">
              <a:lnSpc>
                <a:spcPct val="90000"/>
              </a:lnSpc>
              <a:spcBef>
                <a:spcPts val="850"/>
              </a:spcBef>
              <a:buClr>
                <a:srgbClr val="000000"/>
              </a:buClr>
              <a:buSzPct val="45000"/>
              <a:buFont typeface="Wingdings" charset="2"/>
              <a:buChar char=""/>
            </a:pPr>
            <a:r>
              <a:rPr lang="fr-FR" sz="1800" b="0" strike="noStrike" spc="-1">
                <a:solidFill>
                  <a:schemeClr val="dk1"/>
                </a:solidFill>
                <a:latin typeface="Arial"/>
              </a:rPr>
              <a:t>Troisième niveau de plan</a:t>
            </a:r>
          </a:p>
          <a:p>
            <a:pPr marL="1728000" lvl="3" indent="-216000">
              <a:lnSpc>
                <a:spcPct val="90000"/>
              </a:lnSpc>
              <a:spcBef>
                <a:spcPts val="567"/>
              </a:spcBef>
              <a:buClr>
                <a:srgbClr val="000000"/>
              </a:buClr>
              <a:buSzPct val="75000"/>
              <a:buFont typeface="Symbol" charset="2"/>
              <a:buChar char=""/>
            </a:pPr>
            <a:r>
              <a:rPr lang="fr-FR" sz="1800" b="0" strike="noStrike" spc="-1">
                <a:solidFill>
                  <a:schemeClr val="dk1"/>
                </a:solidFill>
                <a:latin typeface="Arial"/>
              </a:rPr>
              <a:t>Quatrième niveau de plan</a:t>
            </a:r>
          </a:p>
          <a:p>
            <a:pPr marL="2160000" lvl="4"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Cinquième niveau de plan</a:t>
            </a:r>
          </a:p>
          <a:p>
            <a:pPr marL="2592000" lvl="5"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Sixième niveau de plan</a:t>
            </a:r>
          </a:p>
          <a:p>
            <a:pPr marL="3024000" lvl="6"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7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3" name="Google Shape;154;p23"/>
          <p:cNvSpPr/>
          <p:nvPr/>
        </p:nvSpPr>
        <p:spPr>
          <a:xfrm rot="10800000" flipH="1">
            <a:off x="0" y="2160"/>
            <a:ext cx="7966800" cy="4051080"/>
          </a:xfrm>
          <a:prstGeom prst="rtTriangle">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34" name="Google Shape;155;p23"/>
          <p:cNvCxnSpPr/>
          <p:nvPr/>
        </p:nvCxnSpPr>
        <p:spPr>
          <a:xfrm flipV="1">
            <a:off x="0" y="0"/>
            <a:ext cx="4524840" cy="2255400"/>
          </a:xfrm>
          <a:prstGeom prst="straightConnector1">
            <a:avLst/>
          </a:prstGeom>
          <a:ln w="9525">
            <a:solidFill>
              <a:srgbClr val="A5A5A5"/>
            </a:solidFill>
            <a:miter/>
          </a:ln>
        </p:spPr>
      </p:cxnSp>
      <p:cxnSp>
        <p:nvCxnSpPr>
          <p:cNvPr id="35" name="Google Shape;156;p23"/>
          <p:cNvCxnSpPr/>
          <p:nvPr/>
        </p:nvCxnSpPr>
        <p:spPr>
          <a:xfrm flipV="1">
            <a:off x="6752880" y="2943000"/>
            <a:ext cx="2393280" cy="1269000"/>
          </a:xfrm>
          <a:prstGeom prst="straightConnector1">
            <a:avLst/>
          </a:prstGeom>
          <a:ln w="9525">
            <a:solidFill>
              <a:srgbClr val="EAB200"/>
            </a:solidFill>
            <a:miter/>
          </a:ln>
        </p:spPr>
      </p:cxnSp>
      <p:cxnSp>
        <p:nvCxnSpPr>
          <p:cNvPr id="36" name="Google Shape;159;p23"/>
          <p:cNvCxnSpPr/>
          <p:nvPr/>
        </p:nvCxnSpPr>
        <p:spPr>
          <a:xfrm flipV="1">
            <a:off x="-13320" y="3524760"/>
            <a:ext cx="1441800" cy="753120"/>
          </a:xfrm>
          <a:prstGeom prst="straightConnector1">
            <a:avLst/>
          </a:prstGeom>
          <a:ln w="9525">
            <a:solidFill>
              <a:srgbClr val="00194C"/>
            </a:solidFill>
            <a:miter/>
          </a:ln>
        </p:spPr>
      </p:cxnSp>
    </p:spTree>
  </p:cSld>
  <p:clrMap bg1="lt1" tx1="dk1" bg2="lt2" tx2="dk2" accent1="accent1" accent2="accent2" accent3="accent3" accent4="accent4" accent5="accent5" accent6="accent6" hlink="hlink" folHlink="folHlink"/>
  <p:sldLayoutIdLst>
    <p:sldLayoutId id="214748367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37" name="Google Shape;161;p24"/>
          <p:cNvSpPr/>
          <p:nvPr/>
        </p:nvSpPr>
        <p:spPr>
          <a:xfrm rot="10800000" flipH="1">
            <a:off x="0" y="2160"/>
            <a:ext cx="7966800" cy="4051080"/>
          </a:xfrm>
          <a:prstGeom prst="rtTriangle">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38" name="Google Shape;162;p24"/>
          <p:cNvSpPr/>
          <p:nvPr/>
        </p:nvSpPr>
        <p:spPr>
          <a:xfrm rot="19959000">
            <a:off x="-477360" y="2690280"/>
            <a:ext cx="2892960" cy="1307880"/>
          </a:xfrm>
          <a:prstGeom prst="parallelogram">
            <a:avLst>
              <a:gd name="adj" fmla="val 53218"/>
            </a:avLst>
          </a:prstGeom>
          <a:solidFill>
            <a:schemeClr val="accen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39" name="Google Shape;163;p24"/>
          <p:cNvCxnSpPr/>
          <p:nvPr/>
        </p:nvCxnSpPr>
        <p:spPr>
          <a:xfrm flipV="1">
            <a:off x="0" y="757440"/>
            <a:ext cx="1341000" cy="682560"/>
          </a:xfrm>
          <a:prstGeom prst="straightConnector1">
            <a:avLst/>
          </a:prstGeom>
          <a:ln w="9525">
            <a:solidFill>
              <a:srgbClr val="A5A5A5"/>
            </a:solidFill>
            <a:miter/>
          </a:ln>
        </p:spPr>
      </p:cxnSp>
      <p:cxnSp>
        <p:nvCxnSpPr>
          <p:cNvPr id="40" name="Google Shape;166;p24"/>
          <p:cNvCxnSpPr/>
          <p:nvPr/>
        </p:nvCxnSpPr>
        <p:spPr>
          <a:xfrm flipV="1">
            <a:off x="6752880" y="2943000"/>
            <a:ext cx="2393280" cy="1269000"/>
          </a:xfrm>
          <a:prstGeom prst="straightConnector1">
            <a:avLst/>
          </a:prstGeom>
          <a:ln w="9525">
            <a:solidFill>
              <a:srgbClr val="EAB200"/>
            </a:solidFill>
            <a:miter/>
          </a:ln>
        </p:spPr>
      </p:cxnSp>
      <p:sp>
        <p:nvSpPr>
          <p:cNvPr id="41" name="Google Shape;167;p24"/>
          <p:cNvSpPr/>
          <p:nvPr/>
        </p:nvSpPr>
        <p:spPr>
          <a:xfrm>
            <a:off x="5815440" y="0"/>
            <a:ext cx="1691640" cy="555120"/>
          </a:xfrm>
          <a:prstGeom prst="parallelogram">
            <a:avLst>
              <a:gd name="adj" fmla="val 195850"/>
            </a:avLst>
          </a:prstGeom>
          <a:solidFill>
            <a:schemeClr val="accent6"/>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42" name="Google Shape;168;p24"/>
          <p:cNvCxnSpPr/>
          <p:nvPr/>
        </p:nvCxnSpPr>
        <p:spPr>
          <a:xfrm flipV="1">
            <a:off x="0" y="306360"/>
            <a:ext cx="4948560" cy="2554560"/>
          </a:xfrm>
          <a:prstGeom prst="straightConnector1">
            <a:avLst/>
          </a:prstGeom>
          <a:ln w="9525">
            <a:solidFill>
              <a:srgbClr val="A5A5A5"/>
            </a:solidFill>
            <a:miter/>
          </a:ln>
        </p:spPr>
      </p:cxnSp>
      <p:cxnSp>
        <p:nvCxnSpPr>
          <p:cNvPr id="43" name="Google Shape;169;p24"/>
          <p:cNvCxnSpPr/>
          <p:nvPr/>
        </p:nvCxnSpPr>
        <p:spPr>
          <a:xfrm flipV="1">
            <a:off x="-13320" y="3949920"/>
            <a:ext cx="1441800" cy="753120"/>
          </a:xfrm>
          <a:prstGeom prst="straightConnector1">
            <a:avLst/>
          </a:prstGeom>
          <a:ln w="9525">
            <a:solidFill>
              <a:srgbClr val="00194C"/>
            </a:solidFill>
            <a:miter/>
          </a:ln>
        </p:spPr>
      </p:cxnSp>
      <p:sp>
        <p:nvSpPr>
          <p:cNvPr id="44" name="Google Shape;170;p24"/>
          <p:cNvSpPr/>
          <p:nvPr/>
        </p:nvSpPr>
        <p:spPr>
          <a:xfrm rot="19959000">
            <a:off x="-103320" y="2554920"/>
            <a:ext cx="1076760" cy="175320"/>
          </a:xfrm>
          <a:prstGeom prst="parallelogram">
            <a:avLst>
              <a:gd name="adj" fmla="val 53218"/>
            </a:avLst>
          </a:prstGeom>
          <a:solidFill>
            <a:schemeClr val="l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Tree>
  </p:cSld>
  <p:clrMap bg1="lt1" tx1="dk1" bg2="lt2" tx2="dk2" accent1="accent1" accent2="accent2" accent3="accent3" accent4="accent4" accent5="accent5" accent6="accent6" hlink="hlink" folHlink="folHlink"/>
  <p:sldLayoutIdLst>
    <p:sldLayoutId id="214748367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45" name="Google Shape;172;p25"/>
          <p:cNvCxnSpPr/>
          <p:nvPr/>
        </p:nvCxnSpPr>
        <p:spPr>
          <a:xfrm flipH="1" flipV="1">
            <a:off x="-6840" y="2725200"/>
            <a:ext cx="1436400" cy="1181880"/>
          </a:xfrm>
          <a:prstGeom prst="straightConnector1">
            <a:avLst/>
          </a:prstGeom>
          <a:ln w="9525">
            <a:solidFill>
              <a:srgbClr val="EAB200"/>
            </a:solidFill>
            <a:miter/>
          </a:ln>
        </p:spPr>
      </p:cxnSp>
      <p:grpSp>
        <p:nvGrpSpPr>
          <p:cNvPr id="46" name="Google Shape;173;p25"/>
          <p:cNvGrpSpPr/>
          <p:nvPr/>
        </p:nvGrpSpPr>
        <p:grpSpPr>
          <a:xfrm>
            <a:off x="5668920" y="0"/>
            <a:ext cx="3571920" cy="2653560"/>
            <a:chOff x="5668920" y="0"/>
            <a:chExt cx="3571920" cy="2653560"/>
          </a:xfrm>
        </p:grpSpPr>
        <p:sp>
          <p:nvSpPr>
            <p:cNvPr id="47" name="Google Shape;174;p25"/>
            <p:cNvSpPr/>
            <p:nvPr/>
          </p:nvSpPr>
          <p:spPr>
            <a:xfrm flipH="1">
              <a:off x="5668920" y="0"/>
              <a:ext cx="3477600" cy="2653560"/>
            </a:xfrm>
            <a:prstGeom prst="diagStripe">
              <a:avLst>
                <a:gd name="adj" fmla="val 51202"/>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cxnSp>
          <p:nvCxnSpPr>
            <p:cNvPr id="48" name="Google Shape;175;p25"/>
            <p:cNvCxnSpPr/>
            <p:nvPr/>
          </p:nvCxnSpPr>
          <p:spPr>
            <a:xfrm flipH="1" flipV="1">
              <a:off x="7144560" y="0"/>
              <a:ext cx="933120" cy="725040"/>
            </a:xfrm>
            <a:prstGeom prst="straightConnector1">
              <a:avLst/>
            </a:prstGeom>
            <a:ln w="9525">
              <a:solidFill>
                <a:srgbClr val="BFBFBF"/>
              </a:solidFill>
              <a:miter/>
            </a:ln>
          </p:spPr>
        </p:cxnSp>
        <p:sp>
          <p:nvSpPr>
            <p:cNvPr id="49" name="Google Shape;176;p25"/>
            <p:cNvSpPr/>
            <p:nvPr/>
          </p:nvSpPr>
          <p:spPr>
            <a:xfrm rot="2178600" flipH="1">
              <a:off x="8275320" y="899640"/>
              <a:ext cx="1013760" cy="167760"/>
            </a:xfrm>
            <a:prstGeom prst="parallelogram">
              <a:avLst>
                <a:gd name="adj" fmla="val 72003"/>
              </a:avLst>
            </a:prstGeom>
            <a:solidFill>
              <a:schemeClr val="accen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grpSp>
      <p:sp>
        <p:nvSpPr>
          <p:cNvPr id="50" name="Google Shape;177;p25"/>
          <p:cNvSpPr/>
          <p:nvPr/>
        </p:nvSpPr>
        <p:spPr>
          <a:xfrm>
            <a:off x="8304120" y="176760"/>
            <a:ext cx="608760" cy="464040"/>
          </a:xfrm>
          <a:prstGeom prst="rect">
            <a:avLst/>
          </a:prstGeom>
          <a:noFill/>
          <a:ln w="0">
            <a:noFill/>
          </a:ln>
        </p:spPr>
        <p:style>
          <a:lnRef idx="0">
            <a:scrgbClr r="0" g="0" b="0"/>
          </a:lnRef>
          <a:fillRef idx="0">
            <a:scrgbClr r="0" g="0" b="0"/>
          </a:fillRef>
          <a:effectRef idx="0">
            <a:scrgbClr r="0" g="0" b="0"/>
          </a:effectRef>
          <a:fontRef idx="minor"/>
        </p:style>
        <p:txBody>
          <a:bodyPr lIns="68400" tIns="34200" rIns="68400" bIns="34200" anchor="t">
            <a:spAutoFit/>
          </a:bodyPr>
          <a:lstStyle/>
          <a:p>
            <a:pPr defTabSz="914400">
              <a:lnSpc>
                <a:spcPct val="100000"/>
              </a:lnSpc>
              <a:tabLst>
                <a:tab pos="0" algn="l"/>
              </a:tabLst>
            </a:pPr>
            <a:r>
              <a:rPr lang="fr" sz="2600" b="1" strike="noStrike" spc="-1">
                <a:solidFill>
                  <a:schemeClr val="accent6"/>
                </a:solidFill>
                <a:latin typeface="Arial Black"/>
                <a:ea typeface="Arial Black"/>
              </a:rPr>
              <a:t>FR</a:t>
            </a:r>
            <a:endParaRPr lang="fr-FR" sz="2600" b="0" strike="noStrike" spc="-1">
              <a:solidFill>
                <a:srgbClr val="000000"/>
              </a:solidFill>
              <a:latin typeface="Arial"/>
            </a:endParaRPr>
          </a:p>
        </p:txBody>
      </p:sp>
      <p:sp>
        <p:nvSpPr>
          <p:cNvPr id="51" name="Google Shape;178;p25"/>
          <p:cNvSpPr/>
          <p:nvPr/>
        </p:nvSpPr>
        <p:spPr>
          <a:xfrm flipH="1">
            <a:off x="5007600" y="0"/>
            <a:ext cx="1083600" cy="477000"/>
          </a:xfrm>
          <a:prstGeom prst="parallelogram">
            <a:avLst>
              <a:gd name="adj" fmla="val 135617"/>
            </a:avLst>
          </a:prstGeom>
          <a:solidFill>
            <a:schemeClr val="accent6"/>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52" name="PlaceHolder 1"/>
          <p:cNvSpPr>
            <a:spLocks noGrp="1"/>
          </p:cNvSpPr>
          <p:nvPr>
            <p:ph type="ftr" idx="12"/>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53" name="PlaceHolder 2"/>
          <p:cNvSpPr>
            <a:spLocks noGrp="1"/>
          </p:cNvSpPr>
          <p:nvPr>
            <p:ph type="sldNum" idx="13"/>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5138D113-91A8-4474-B003-293B45301F8D}"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54" name="Google Shape;184;p26"/>
          <p:cNvCxnSpPr/>
          <p:nvPr/>
        </p:nvCxnSpPr>
        <p:spPr>
          <a:xfrm flipH="1" flipV="1">
            <a:off x="-6840" y="2725200"/>
            <a:ext cx="1436400" cy="1181880"/>
          </a:xfrm>
          <a:prstGeom prst="straightConnector1">
            <a:avLst/>
          </a:prstGeom>
          <a:ln w="9525">
            <a:solidFill>
              <a:srgbClr val="EAB200"/>
            </a:solidFill>
            <a:miter/>
          </a:ln>
        </p:spPr>
      </p:cxnSp>
      <p:grpSp>
        <p:nvGrpSpPr>
          <p:cNvPr id="55" name="Google Shape;185;p26"/>
          <p:cNvGrpSpPr/>
          <p:nvPr/>
        </p:nvGrpSpPr>
        <p:grpSpPr>
          <a:xfrm>
            <a:off x="5668920" y="0"/>
            <a:ext cx="3571920" cy="2653560"/>
            <a:chOff x="5668920" y="0"/>
            <a:chExt cx="3571920" cy="2653560"/>
          </a:xfrm>
        </p:grpSpPr>
        <p:sp>
          <p:nvSpPr>
            <p:cNvPr id="56" name="Google Shape;186;p26"/>
            <p:cNvSpPr/>
            <p:nvPr/>
          </p:nvSpPr>
          <p:spPr>
            <a:xfrm flipH="1">
              <a:off x="5668920" y="0"/>
              <a:ext cx="3477600" cy="2653560"/>
            </a:xfrm>
            <a:prstGeom prst="diagStripe">
              <a:avLst>
                <a:gd name="adj" fmla="val 51202"/>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cxnSp>
          <p:nvCxnSpPr>
            <p:cNvPr id="57" name="Google Shape;187;p26"/>
            <p:cNvCxnSpPr/>
            <p:nvPr/>
          </p:nvCxnSpPr>
          <p:spPr>
            <a:xfrm flipH="1" flipV="1">
              <a:off x="7144560" y="0"/>
              <a:ext cx="933120" cy="725040"/>
            </a:xfrm>
            <a:prstGeom prst="straightConnector1">
              <a:avLst/>
            </a:prstGeom>
            <a:ln w="9525">
              <a:solidFill>
                <a:srgbClr val="BFBFBF"/>
              </a:solidFill>
              <a:miter/>
            </a:ln>
          </p:spPr>
        </p:cxnSp>
        <p:sp>
          <p:nvSpPr>
            <p:cNvPr id="58" name="Google Shape;188;p26"/>
            <p:cNvSpPr/>
            <p:nvPr/>
          </p:nvSpPr>
          <p:spPr>
            <a:xfrm rot="2178600" flipH="1">
              <a:off x="8275320" y="899640"/>
              <a:ext cx="1013760" cy="167760"/>
            </a:xfrm>
            <a:prstGeom prst="parallelogram">
              <a:avLst>
                <a:gd name="adj" fmla="val 72003"/>
              </a:avLst>
            </a:prstGeom>
            <a:solidFill>
              <a:schemeClr val="accen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grpSp>
      <p:sp>
        <p:nvSpPr>
          <p:cNvPr id="59" name="Google Shape;189;p26"/>
          <p:cNvSpPr/>
          <p:nvPr/>
        </p:nvSpPr>
        <p:spPr>
          <a:xfrm>
            <a:off x="8304120" y="176760"/>
            <a:ext cx="608760" cy="464040"/>
          </a:xfrm>
          <a:prstGeom prst="rect">
            <a:avLst/>
          </a:prstGeom>
          <a:noFill/>
          <a:ln w="0">
            <a:noFill/>
          </a:ln>
        </p:spPr>
        <p:style>
          <a:lnRef idx="0">
            <a:scrgbClr r="0" g="0" b="0"/>
          </a:lnRef>
          <a:fillRef idx="0">
            <a:scrgbClr r="0" g="0" b="0"/>
          </a:fillRef>
          <a:effectRef idx="0">
            <a:scrgbClr r="0" g="0" b="0"/>
          </a:effectRef>
          <a:fontRef idx="minor"/>
        </p:style>
        <p:txBody>
          <a:bodyPr lIns="68400" tIns="34200" rIns="68400" bIns="34200" anchor="t">
            <a:spAutoFit/>
          </a:bodyPr>
          <a:lstStyle/>
          <a:p>
            <a:pPr defTabSz="914400">
              <a:lnSpc>
                <a:spcPct val="100000"/>
              </a:lnSpc>
              <a:tabLst>
                <a:tab pos="0" algn="l"/>
              </a:tabLst>
            </a:pPr>
            <a:r>
              <a:rPr lang="fr" sz="2600" b="1" strike="noStrike" spc="-1">
                <a:solidFill>
                  <a:schemeClr val="accent6"/>
                </a:solidFill>
                <a:latin typeface="Arial Black"/>
                <a:ea typeface="Arial Black"/>
              </a:rPr>
              <a:t>FR</a:t>
            </a:r>
            <a:endParaRPr lang="fr-FR" sz="2600" b="0" strike="noStrike" spc="-1">
              <a:solidFill>
                <a:srgbClr val="000000"/>
              </a:solidFill>
              <a:latin typeface="Arial"/>
            </a:endParaRPr>
          </a:p>
        </p:txBody>
      </p:sp>
      <p:sp>
        <p:nvSpPr>
          <p:cNvPr id="60" name="Google Shape;190;p26"/>
          <p:cNvSpPr/>
          <p:nvPr/>
        </p:nvSpPr>
        <p:spPr>
          <a:xfrm flipH="1">
            <a:off x="5007600" y="0"/>
            <a:ext cx="1083600" cy="477000"/>
          </a:xfrm>
          <a:prstGeom prst="parallelogram">
            <a:avLst>
              <a:gd name="adj" fmla="val 135617"/>
            </a:avLst>
          </a:prstGeom>
          <a:solidFill>
            <a:schemeClr val="accent6"/>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61" name="PlaceHolder 1"/>
          <p:cNvSpPr>
            <a:spLocks noGrp="1"/>
          </p:cNvSpPr>
          <p:nvPr>
            <p:ph type="ftr" idx="14"/>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62" name="PlaceHolder 2"/>
          <p:cNvSpPr>
            <a:spLocks noGrp="1"/>
          </p:cNvSpPr>
          <p:nvPr>
            <p:ph type="sldNum" idx="15"/>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3A11D0C5-D3F4-4662-B3D7-F8A65F3701C9}"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63" name="Google Shape;197;p27"/>
          <p:cNvCxnSpPr/>
          <p:nvPr/>
        </p:nvCxnSpPr>
        <p:spPr>
          <a:xfrm flipH="1" flipV="1">
            <a:off x="-6840" y="2725200"/>
            <a:ext cx="1436400" cy="1181880"/>
          </a:xfrm>
          <a:prstGeom prst="straightConnector1">
            <a:avLst/>
          </a:prstGeom>
          <a:ln w="9525">
            <a:solidFill>
              <a:srgbClr val="EAB200"/>
            </a:solidFill>
            <a:miter/>
          </a:ln>
        </p:spPr>
      </p:cxnSp>
      <p:grpSp>
        <p:nvGrpSpPr>
          <p:cNvPr id="64" name="Google Shape;198;p27"/>
          <p:cNvGrpSpPr/>
          <p:nvPr/>
        </p:nvGrpSpPr>
        <p:grpSpPr>
          <a:xfrm>
            <a:off x="5668920" y="0"/>
            <a:ext cx="3571920" cy="2653560"/>
            <a:chOff x="5668920" y="0"/>
            <a:chExt cx="3571920" cy="2653560"/>
          </a:xfrm>
        </p:grpSpPr>
        <p:sp>
          <p:nvSpPr>
            <p:cNvPr id="65" name="Google Shape;199;p27"/>
            <p:cNvSpPr/>
            <p:nvPr/>
          </p:nvSpPr>
          <p:spPr>
            <a:xfrm flipH="1">
              <a:off x="5668920" y="0"/>
              <a:ext cx="3477600" cy="2653560"/>
            </a:xfrm>
            <a:prstGeom prst="diagStripe">
              <a:avLst>
                <a:gd name="adj" fmla="val 51202"/>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cxnSp>
          <p:nvCxnSpPr>
            <p:cNvPr id="66" name="Google Shape;200;p27"/>
            <p:cNvCxnSpPr/>
            <p:nvPr/>
          </p:nvCxnSpPr>
          <p:spPr>
            <a:xfrm flipH="1" flipV="1">
              <a:off x="7144560" y="0"/>
              <a:ext cx="933120" cy="725040"/>
            </a:xfrm>
            <a:prstGeom prst="straightConnector1">
              <a:avLst/>
            </a:prstGeom>
            <a:ln w="9525">
              <a:solidFill>
                <a:srgbClr val="BFBFBF"/>
              </a:solidFill>
              <a:miter/>
            </a:ln>
          </p:spPr>
        </p:cxnSp>
        <p:sp>
          <p:nvSpPr>
            <p:cNvPr id="67" name="Google Shape;201;p27"/>
            <p:cNvSpPr/>
            <p:nvPr/>
          </p:nvSpPr>
          <p:spPr>
            <a:xfrm rot="2178600" flipH="1">
              <a:off x="8275320" y="899640"/>
              <a:ext cx="1013760" cy="167760"/>
            </a:xfrm>
            <a:prstGeom prst="parallelogram">
              <a:avLst>
                <a:gd name="adj" fmla="val 72003"/>
              </a:avLst>
            </a:prstGeom>
            <a:solidFill>
              <a:schemeClr val="accen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grpSp>
      <p:sp>
        <p:nvSpPr>
          <p:cNvPr id="68" name="Google Shape;202;p27"/>
          <p:cNvSpPr/>
          <p:nvPr/>
        </p:nvSpPr>
        <p:spPr>
          <a:xfrm>
            <a:off x="8304120" y="176760"/>
            <a:ext cx="608760" cy="464040"/>
          </a:xfrm>
          <a:prstGeom prst="rect">
            <a:avLst/>
          </a:prstGeom>
          <a:noFill/>
          <a:ln w="0">
            <a:noFill/>
          </a:ln>
        </p:spPr>
        <p:style>
          <a:lnRef idx="0">
            <a:scrgbClr r="0" g="0" b="0"/>
          </a:lnRef>
          <a:fillRef idx="0">
            <a:scrgbClr r="0" g="0" b="0"/>
          </a:fillRef>
          <a:effectRef idx="0">
            <a:scrgbClr r="0" g="0" b="0"/>
          </a:effectRef>
          <a:fontRef idx="minor"/>
        </p:style>
        <p:txBody>
          <a:bodyPr lIns="68400" tIns="34200" rIns="68400" bIns="34200" anchor="t">
            <a:spAutoFit/>
          </a:bodyPr>
          <a:lstStyle/>
          <a:p>
            <a:pPr defTabSz="914400">
              <a:lnSpc>
                <a:spcPct val="100000"/>
              </a:lnSpc>
              <a:tabLst>
                <a:tab pos="0" algn="l"/>
              </a:tabLst>
            </a:pPr>
            <a:r>
              <a:rPr lang="fr" sz="2600" b="1" strike="noStrike" spc="-1">
                <a:solidFill>
                  <a:schemeClr val="accent6"/>
                </a:solidFill>
                <a:latin typeface="Arial Black"/>
                <a:ea typeface="Arial Black"/>
              </a:rPr>
              <a:t>FR</a:t>
            </a:r>
            <a:endParaRPr lang="fr-FR" sz="2600" b="0" strike="noStrike" spc="-1">
              <a:solidFill>
                <a:srgbClr val="000000"/>
              </a:solidFill>
              <a:latin typeface="Arial"/>
            </a:endParaRPr>
          </a:p>
        </p:txBody>
      </p:sp>
      <p:sp>
        <p:nvSpPr>
          <p:cNvPr id="69" name="Google Shape;203;p27"/>
          <p:cNvSpPr/>
          <p:nvPr/>
        </p:nvSpPr>
        <p:spPr>
          <a:xfrm flipH="1">
            <a:off x="5007600" y="0"/>
            <a:ext cx="1083600" cy="477000"/>
          </a:xfrm>
          <a:prstGeom prst="parallelogram">
            <a:avLst>
              <a:gd name="adj" fmla="val 135617"/>
            </a:avLst>
          </a:prstGeom>
          <a:solidFill>
            <a:schemeClr val="accent6"/>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70" name="PlaceHolder 1"/>
          <p:cNvSpPr>
            <a:spLocks noGrp="1"/>
          </p:cNvSpPr>
          <p:nvPr>
            <p:ph type="ftr" idx="16"/>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71" name="PlaceHolder 2"/>
          <p:cNvSpPr>
            <a:spLocks noGrp="1"/>
          </p:cNvSpPr>
          <p:nvPr>
            <p:ph type="sldNum" idx="17"/>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85C15D86-9A57-46B6-B2AC-AD8568261835}"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2" name="Google Shape;212;p28"/>
          <p:cNvSpPr/>
          <p:nvPr/>
        </p:nvSpPr>
        <p:spPr>
          <a:xfrm rot="10800000" flipH="1">
            <a:off x="0" y="2160"/>
            <a:ext cx="7966800" cy="4051080"/>
          </a:xfrm>
          <a:prstGeom prst="rtTriangle">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73" name="Google Shape;213;p28"/>
          <p:cNvCxnSpPr/>
          <p:nvPr/>
        </p:nvCxnSpPr>
        <p:spPr>
          <a:xfrm flipV="1">
            <a:off x="0" y="0"/>
            <a:ext cx="4524840" cy="2255400"/>
          </a:xfrm>
          <a:prstGeom prst="straightConnector1">
            <a:avLst/>
          </a:prstGeom>
          <a:ln w="9525">
            <a:solidFill>
              <a:srgbClr val="A5A5A5"/>
            </a:solidFill>
            <a:miter/>
          </a:ln>
        </p:spPr>
      </p:cxnSp>
      <p:cxnSp>
        <p:nvCxnSpPr>
          <p:cNvPr id="74" name="Google Shape;214;p28"/>
          <p:cNvCxnSpPr/>
          <p:nvPr/>
        </p:nvCxnSpPr>
        <p:spPr>
          <a:xfrm flipV="1">
            <a:off x="6752880" y="2943000"/>
            <a:ext cx="2393280" cy="1269000"/>
          </a:xfrm>
          <a:prstGeom prst="straightConnector1">
            <a:avLst/>
          </a:prstGeom>
          <a:ln w="9525">
            <a:solidFill>
              <a:srgbClr val="EAB200"/>
            </a:solidFill>
            <a:miter/>
          </a:ln>
        </p:spPr>
      </p:cxnSp>
      <p:cxnSp>
        <p:nvCxnSpPr>
          <p:cNvPr id="75" name="Google Shape;216;p28"/>
          <p:cNvCxnSpPr/>
          <p:nvPr/>
        </p:nvCxnSpPr>
        <p:spPr>
          <a:xfrm flipV="1">
            <a:off x="-13320" y="3524760"/>
            <a:ext cx="1441800" cy="753120"/>
          </a:xfrm>
          <a:prstGeom prst="straightConnector1">
            <a:avLst/>
          </a:prstGeom>
          <a:ln w="9525">
            <a:solidFill>
              <a:srgbClr val="00194C"/>
            </a:solidFill>
            <a:miter/>
          </a:ln>
        </p:spPr>
      </p:cxnSp>
    </p:spTree>
  </p:cSld>
  <p:clrMap bg1="lt1" tx1="dk1" bg2="lt2" tx2="dk2" accent1="accent1" accent2="accent2" accent3="accent3" accent4="accent4" accent5="accent5" accent6="accent6" hlink="hlink" folHlink="folHlink"/>
  <p:sldLayoutIdLst>
    <p:sldLayoutId id="214748368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9.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76" name="Google Shape;220;p29"/>
          <p:cNvSpPr/>
          <p:nvPr/>
        </p:nvSpPr>
        <p:spPr>
          <a:xfrm rot="10800000" flipH="1">
            <a:off x="0" y="2160"/>
            <a:ext cx="7966800" cy="4051080"/>
          </a:xfrm>
          <a:prstGeom prst="rtTriangle">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77" name="Google Shape;221;p29"/>
          <p:cNvCxnSpPr/>
          <p:nvPr/>
        </p:nvCxnSpPr>
        <p:spPr>
          <a:xfrm flipV="1">
            <a:off x="0" y="0"/>
            <a:ext cx="4524840" cy="2255400"/>
          </a:xfrm>
          <a:prstGeom prst="straightConnector1">
            <a:avLst/>
          </a:prstGeom>
          <a:ln w="9525">
            <a:solidFill>
              <a:srgbClr val="A5A5A5"/>
            </a:solidFill>
            <a:miter/>
          </a:ln>
        </p:spPr>
      </p:cxnSp>
      <p:cxnSp>
        <p:nvCxnSpPr>
          <p:cNvPr id="78" name="Google Shape;222;p29"/>
          <p:cNvCxnSpPr/>
          <p:nvPr/>
        </p:nvCxnSpPr>
        <p:spPr>
          <a:xfrm flipV="1">
            <a:off x="6752880" y="2943000"/>
            <a:ext cx="2393280" cy="1269000"/>
          </a:xfrm>
          <a:prstGeom prst="straightConnector1">
            <a:avLst/>
          </a:prstGeom>
          <a:ln w="9525">
            <a:solidFill>
              <a:srgbClr val="EAB200"/>
            </a:solidFill>
            <a:miter/>
          </a:ln>
        </p:spPr>
      </p:cxnSp>
      <p:cxnSp>
        <p:nvCxnSpPr>
          <p:cNvPr id="79" name="Google Shape;224;p29"/>
          <p:cNvCxnSpPr/>
          <p:nvPr/>
        </p:nvCxnSpPr>
        <p:spPr>
          <a:xfrm flipV="1">
            <a:off x="-13320" y="3524760"/>
            <a:ext cx="1441800" cy="753120"/>
          </a:xfrm>
          <a:prstGeom prst="straightConnector1">
            <a:avLst/>
          </a:prstGeom>
          <a:ln w="9525">
            <a:solidFill>
              <a:srgbClr val="00194C"/>
            </a:solidFill>
            <a:miter/>
          </a:ln>
        </p:spPr>
      </p:cxnSp>
    </p:spTree>
  </p:cSld>
  <p:clrMap bg1="lt1" tx1="dk1" bg2="lt2" tx2="dk2" accent1="accent1" accent2="accent2" accent3="accent3" accent4="accent4" accent5="accent5" accent6="accent6" hlink="hlink" folHlink="folHlink"/>
  <p:sldLayoutIdLst>
    <p:sldLayoutId id="214748368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0.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0" name="Google Shape;228;p30"/>
          <p:cNvSpPr/>
          <p:nvPr/>
        </p:nvSpPr>
        <p:spPr>
          <a:xfrm>
            <a:off x="8304120" y="176760"/>
            <a:ext cx="608760" cy="464040"/>
          </a:xfrm>
          <a:prstGeom prst="rect">
            <a:avLst/>
          </a:prstGeom>
          <a:noFill/>
          <a:ln w="0">
            <a:noFill/>
          </a:ln>
        </p:spPr>
        <p:style>
          <a:lnRef idx="0">
            <a:scrgbClr r="0" g="0" b="0"/>
          </a:lnRef>
          <a:fillRef idx="0">
            <a:scrgbClr r="0" g="0" b="0"/>
          </a:fillRef>
          <a:effectRef idx="0">
            <a:scrgbClr r="0" g="0" b="0"/>
          </a:effectRef>
          <a:fontRef idx="minor"/>
        </p:style>
        <p:txBody>
          <a:bodyPr lIns="68400" tIns="34200" rIns="68400" bIns="34200" anchor="t">
            <a:spAutoFit/>
          </a:bodyPr>
          <a:lstStyle/>
          <a:p>
            <a:pPr defTabSz="914400">
              <a:lnSpc>
                <a:spcPct val="100000"/>
              </a:lnSpc>
              <a:tabLst>
                <a:tab pos="0" algn="l"/>
              </a:tabLst>
            </a:pPr>
            <a:r>
              <a:rPr lang="fr" sz="2600" b="1" strike="noStrike" spc="-1">
                <a:solidFill>
                  <a:schemeClr val="accent1"/>
                </a:solidFill>
                <a:latin typeface="Arial Black"/>
                <a:ea typeface="Arial Black"/>
              </a:rPr>
              <a:t>FR</a:t>
            </a:r>
            <a:endParaRPr lang="fr-FR" sz="2600" b="0" strike="noStrike" spc="-1">
              <a:solidFill>
                <a:srgbClr val="000000"/>
              </a:solidFill>
              <a:latin typeface="Arial"/>
            </a:endParaRPr>
          </a:p>
        </p:txBody>
      </p:sp>
      <p:grpSp>
        <p:nvGrpSpPr>
          <p:cNvPr id="81" name="Google Shape;229;p30"/>
          <p:cNvGrpSpPr/>
          <p:nvPr/>
        </p:nvGrpSpPr>
        <p:grpSpPr>
          <a:xfrm>
            <a:off x="5668920" y="0"/>
            <a:ext cx="3571920" cy="2653560"/>
            <a:chOff x="5668920" y="0"/>
            <a:chExt cx="3571920" cy="2653560"/>
          </a:xfrm>
        </p:grpSpPr>
        <p:sp>
          <p:nvSpPr>
            <p:cNvPr id="82" name="Google Shape;230;p30"/>
            <p:cNvSpPr/>
            <p:nvPr/>
          </p:nvSpPr>
          <p:spPr>
            <a:xfrm flipH="1">
              <a:off x="5668920" y="0"/>
              <a:ext cx="3477600" cy="2653560"/>
            </a:xfrm>
            <a:prstGeom prst="diagStripe">
              <a:avLst>
                <a:gd name="adj" fmla="val 51202"/>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cxnSp>
          <p:nvCxnSpPr>
            <p:cNvPr id="83" name="Google Shape;231;p30"/>
            <p:cNvCxnSpPr/>
            <p:nvPr/>
          </p:nvCxnSpPr>
          <p:spPr>
            <a:xfrm flipH="1" flipV="1">
              <a:off x="7144560" y="0"/>
              <a:ext cx="933120" cy="725040"/>
            </a:xfrm>
            <a:prstGeom prst="straightConnector1">
              <a:avLst/>
            </a:prstGeom>
            <a:ln w="9525">
              <a:solidFill>
                <a:srgbClr val="BFBFBF"/>
              </a:solidFill>
              <a:miter/>
            </a:ln>
          </p:spPr>
        </p:cxnSp>
        <p:sp>
          <p:nvSpPr>
            <p:cNvPr id="84" name="Google Shape;232;p30"/>
            <p:cNvSpPr/>
            <p:nvPr/>
          </p:nvSpPr>
          <p:spPr>
            <a:xfrm rot="2178600" flipH="1">
              <a:off x="8275320" y="899640"/>
              <a:ext cx="1013760" cy="167760"/>
            </a:xfrm>
            <a:prstGeom prst="parallelogram">
              <a:avLst>
                <a:gd name="adj" fmla="val 72003"/>
              </a:avLst>
            </a:prstGeom>
            <a:solidFill>
              <a:schemeClr val="accen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grpSp>
      <p:sp>
        <p:nvSpPr>
          <p:cNvPr id="85" name="Google Shape;233;p30"/>
          <p:cNvSpPr/>
          <p:nvPr/>
        </p:nvSpPr>
        <p:spPr>
          <a:xfrm flipH="1">
            <a:off x="5007600" y="0"/>
            <a:ext cx="1083600" cy="477000"/>
          </a:xfrm>
          <a:prstGeom prst="parallelogram">
            <a:avLst>
              <a:gd name="adj" fmla="val 135617"/>
            </a:avLst>
          </a:prstGeom>
          <a:solidFill>
            <a:schemeClr val="accent6"/>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86" name="PlaceHolder 1"/>
          <p:cNvSpPr>
            <a:spLocks noGrp="1"/>
          </p:cNvSpPr>
          <p:nvPr>
            <p:ph type="ftr" idx="18"/>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87" name="PlaceHolder 2"/>
          <p:cNvSpPr>
            <a:spLocks noGrp="1"/>
          </p:cNvSpPr>
          <p:nvPr>
            <p:ph type="sldNum" idx="19"/>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7892D488-7C1E-4B00-B601-8984ECF5DF65}"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88" name="Google Shape;237;p31"/>
          <p:cNvSpPr/>
          <p:nvPr/>
        </p:nvSpPr>
        <p:spPr>
          <a:xfrm>
            <a:off x="8304120" y="176760"/>
            <a:ext cx="608760" cy="464040"/>
          </a:xfrm>
          <a:prstGeom prst="rect">
            <a:avLst/>
          </a:prstGeom>
          <a:noFill/>
          <a:ln w="0">
            <a:noFill/>
          </a:ln>
        </p:spPr>
        <p:style>
          <a:lnRef idx="0">
            <a:scrgbClr r="0" g="0" b="0"/>
          </a:lnRef>
          <a:fillRef idx="0">
            <a:scrgbClr r="0" g="0" b="0"/>
          </a:fillRef>
          <a:effectRef idx="0">
            <a:scrgbClr r="0" g="0" b="0"/>
          </a:effectRef>
          <a:fontRef idx="minor"/>
        </p:style>
        <p:txBody>
          <a:bodyPr lIns="68400" tIns="34200" rIns="68400" bIns="34200" anchor="t">
            <a:spAutoFit/>
          </a:bodyPr>
          <a:lstStyle/>
          <a:p>
            <a:pPr defTabSz="914400">
              <a:lnSpc>
                <a:spcPct val="100000"/>
              </a:lnSpc>
              <a:tabLst>
                <a:tab pos="0" algn="l"/>
              </a:tabLst>
            </a:pPr>
            <a:r>
              <a:rPr lang="fr" sz="2600" b="1" strike="noStrike" spc="-1">
                <a:solidFill>
                  <a:schemeClr val="accent1"/>
                </a:solidFill>
                <a:latin typeface="Arial Black"/>
                <a:ea typeface="Arial Black"/>
              </a:rPr>
              <a:t>FR</a:t>
            </a:r>
            <a:endParaRPr lang="fr-FR" sz="2600" b="0" strike="noStrike" spc="-1">
              <a:solidFill>
                <a:srgbClr val="000000"/>
              </a:solidFill>
              <a:latin typeface="Arial"/>
            </a:endParaRPr>
          </a:p>
        </p:txBody>
      </p:sp>
      <p:grpSp>
        <p:nvGrpSpPr>
          <p:cNvPr id="89" name="Google Shape;238;p31"/>
          <p:cNvGrpSpPr/>
          <p:nvPr/>
        </p:nvGrpSpPr>
        <p:grpSpPr>
          <a:xfrm>
            <a:off x="5668920" y="0"/>
            <a:ext cx="3571920" cy="2653560"/>
            <a:chOff x="5668920" y="0"/>
            <a:chExt cx="3571920" cy="2653560"/>
          </a:xfrm>
        </p:grpSpPr>
        <p:sp>
          <p:nvSpPr>
            <p:cNvPr id="90" name="Google Shape;239;p31"/>
            <p:cNvSpPr/>
            <p:nvPr/>
          </p:nvSpPr>
          <p:spPr>
            <a:xfrm flipH="1">
              <a:off x="5668920" y="0"/>
              <a:ext cx="3477600" cy="2653560"/>
            </a:xfrm>
            <a:prstGeom prst="diagStripe">
              <a:avLst>
                <a:gd name="adj" fmla="val 51202"/>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cxnSp>
          <p:nvCxnSpPr>
            <p:cNvPr id="91" name="Google Shape;240;p31"/>
            <p:cNvCxnSpPr/>
            <p:nvPr/>
          </p:nvCxnSpPr>
          <p:spPr>
            <a:xfrm flipH="1" flipV="1">
              <a:off x="7144560" y="0"/>
              <a:ext cx="933120" cy="725040"/>
            </a:xfrm>
            <a:prstGeom prst="straightConnector1">
              <a:avLst/>
            </a:prstGeom>
            <a:ln w="9525">
              <a:solidFill>
                <a:srgbClr val="BFBFBF"/>
              </a:solidFill>
              <a:miter/>
            </a:ln>
          </p:spPr>
        </p:cxnSp>
        <p:sp>
          <p:nvSpPr>
            <p:cNvPr id="92" name="Google Shape;241;p31"/>
            <p:cNvSpPr/>
            <p:nvPr/>
          </p:nvSpPr>
          <p:spPr>
            <a:xfrm rot="2178600" flipH="1">
              <a:off x="8275320" y="899640"/>
              <a:ext cx="1013760" cy="167760"/>
            </a:xfrm>
            <a:prstGeom prst="parallelogram">
              <a:avLst>
                <a:gd name="adj" fmla="val 72003"/>
              </a:avLst>
            </a:prstGeom>
            <a:solidFill>
              <a:schemeClr val="accen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grpSp>
      <p:sp>
        <p:nvSpPr>
          <p:cNvPr id="93" name="Google Shape;242;p31"/>
          <p:cNvSpPr/>
          <p:nvPr/>
        </p:nvSpPr>
        <p:spPr>
          <a:xfrm flipH="1">
            <a:off x="5007600" y="0"/>
            <a:ext cx="1083600" cy="477000"/>
          </a:xfrm>
          <a:prstGeom prst="parallelogram">
            <a:avLst>
              <a:gd name="adj" fmla="val 135617"/>
            </a:avLst>
          </a:prstGeom>
          <a:solidFill>
            <a:schemeClr val="accent6"/>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94" name="PlaceHolder 1"/>
          <p:cNvSpPr>
            <a:spLocks noGrp="1"/>
          </p:cNvSpPr>
          <p:nvPr>
            <p:ph type="ftr" idx="20"/>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95" name="PlaceHolder 2"/>
          <p:cNvSpPr>
            <a:spLocks noGrp="1"/>
          </p:cNvSpPr>
          <p:nvPr>
            <p:ph type="sldNum" idx="21"/>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2F88E734-EA5B-4220-830A-81BC0E2CAC7B}"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9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96" name="Google Shape;64;p15"/>
          <p:cNvSpPr/>
          <p:nvPr/>
        </p:nvSpPr>
        <p:spPr>
          <a:xfrm rot="10800000">
            <a:off x="1382040" y="0"/>
            <a:ext cx="7761960" cy="4227120"/>
          </a:xfrm>
          <a:prstGeom prst="rtTriangle">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97" name="Google Shape;65;p15"/>
          <p:cNvSpPr/>
          <p:nvPr/>
        </p:nvSpPr>
        <p:spPr>
          <a:xfrm flipH="1">
            <a:off x="2231280" y="0"/>
            <a:ext cx="3088800" cy="978840"/>
          </a:xfrm>
          <a:prstGeom prst="parallelogram">
            <a:avLst>
              <a:gd name="adj" fmla="val 186380"/>
            </a:avLst>
          </a:prstGeom>
          <a:solidFill>
            <a:srgbClr val="E26064"/>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98" name="Google Shape;66;p15"/>
          <p:cNvCxnSpPr/>
          <p:nvPr/>
        </p:nvCxnSpPr>
        <p:spPr>
          <a:xfrm flipV="1">
            <a:off x="4781520" y="3785040"/>
            <a:ext cx="1145520" cy="1354680"/>
          </a:xfrm>
          <a:prstGeom prst="straightConnector1">
            <a:avLst/>
          </a:prstGeom>
          <a:ln w="9525">
            <a:solidFill>
              <a:srgbClr val="EE9571"/>
            </a:solidFill>
            <a:miter/>
          </a:ln>
        </p:spPr>
      </p:cxnSp>
      <p:sp>
        <p:nvSpPr>
          <p:cNvPr id="99" name="PlaceHolder 1"/>
          <p:cNvSpPr>
            <a:spLocks noGrp="1"/>
          </p:cNvSpPr>
          <p:nvPr>
            <p:ph type="ftr" idx="22"/>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100" name="PlaceHolder 2"/>
          <p:cNvSpPr>
            <a:spLocks noGrp="1"/>
          </p:cNvSpPr>
          <p:nvPr>
            <p:ph type="sldNum" idx="23"/>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8F3D005E-FFE5-4981-89DC-7C5F685DD91F}"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
        <p:nvSpPr>
          <p:cNvPr id="101" name="PlaceHolder 3"/>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fr-FR" sz="1800" b="0" strike="noStrike" spc="-1">
                <a:solidFill>
                  <a:schemeClr val="dk1"/>
                </a:solidFill>
                <a:latin typeface="Arial"/>
              </a:rPr>
              <a:t>Cliquez pour éditer le format du texte-titre</a:t>
            </a:r>
          </a:p>
        </p:txBody>
      </p:sp>
      <p:sp>
        <p:nvSpPr>
          <p:cNvPr id="102" name="PlaceHolder 4"/>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fr-FR" sz="2800" b="0" strike="noStrike" spc="-1">
                <a:solidFill>
                  <a:schemeClr val="dk1"/>
                </a:solidFill>
                <a:latin typeface="Arial"/>
              </a:rPr>
              <a:t>Cliquez pour éditer le format du plan de texte</a:t>
            </a:r>
          </a:p>
          <a:p>
            <a:pPr marL="864000" lvl="1" indent="-324000">
              <a:lnSpc>
                <a:spcPct val="90000"/>
              </a:lnSpc>
              <a:spcBef>
                <a:spcPts val="1134"/>
              </a:spcBef>
              <a:buClr>
                <a:srgbClr val="000000"/>
              </a:buClr>
              <a:buSzPct val="75000"/>
              <a:buFont typeface="Symbol" charset="2"/>
              <a:buChar char=""/>
            </a:pPr>
            <a:r>
              <a:rPr lang="fr-FR" sz="2000" b="0" strike="noStrike" spc="-1">
                <a:solidFill>
                  <a:schemeClr val="dk1"/>
                </a:solidFill>
                <a:latin typeface="Arial"/>
              </a:rPr>
              <a:t>Second niveau de plan</a:t>
            </a:r>
          </a:p>
          <a:p>
            <a:pPr marL="1296000" lvl="2" indent="-288000">
              <a:lnSpc>
                <a:spcPct val="90000"/>
              </a:lnSpc>
              <a:spcBef>
                <a:spcPts val="850"/>
              </a:spcBef>
              <a:buClr>
                <a:srgbClr val="000000"/>
              </a:buClr>
              <a:buSzPct val="45000"/>
              <a:buFont typeface="Wingdings" charset="2"/>
              <a:buChar char=""/>
            </a:pPr>
            <a:r>
              <a:rPr lang="fr-FR" sz="1800" b="0" strike="noStrike" spc="-1">
                <a:solidFill>
                  <a:schemeClr val="dk1"/>
                </a:solidFill>
                <a:latin typeface="Arial"/>
              </a:rPr>
              <a:t>Troisième niveau de plan</a:t>
            </a:r>
          </a:p>
          <a:p>
            <a:pPr marL="1728000" lvl="3" indent="-216000">
              <a:lnSpc>
                <a:spcPct val="90000"/>
              </a:lnSpc>
              <a:spcBef>
                <a:spcPts val="567"/>
              </a:spcBef>
              <a:buClr>
                <a:srgbClr val="000000"/>
              </a:buClr>
              <a:buSzPct val="75000"/>
              <a:buFont typeface="Symbol" charset="2"/>
              <a:buChar char=""/>
            </a:pPr>
            <a:r>
              <a:rPr lang="fr-FR" sz="1800" b="0" strike="noStrike" spc="-1">
                <a:solidFill>
                  <a:schemeClr val="dk1"/>
                </a:solidFill>
                <a:latin typeface="Arial"/>
              </a:rPr>
              <a:t>Quatrième niveau de plan</a:t>
            </a:r>
          </a:p>
          <a:p>
            <a:pPr marL="2160000" lvl="4"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Cinquième niveau de plan</a:t>
            </a:r>
          </a:p>
          <a:p>
            <a:pPr marL="2592000" lvl="5"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Sixième niveau de plan</a:t>
            </a:r>
          </a:p>
          <a:p>
            <a:pPr marL="3024000" lvl="6"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9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4.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cxnSp>
        <p:nvCxnSpPr>
          <p:cNvPr id="103" name="Google Shape;73;p16"/>
          <p:cNvCxnSpPr/>
          <p:nvPr/>
        </p:nvCxnSpPr>
        <p:spPr>
          <a:xfrm flipH="1" flipV="1">
            <a:off x="-6840" y="2725200"/>
            <a:ext cx="1436400" cy="1181880"/>
          </a:xfrm>
          <a:prstGeom prst="straightConnector1">
            <a:avLst/>
          </a:prstGeom>
          <a:ln w="9525">
            <a:solidFill>
              <a:srgbClr val="EE9571"/>
            </a:solidFill>
            <a:miter/>
          </a:ln>
        </p:spPr>
      </p:cxnSp>
      <p:grpSp>
        <p:nvGrpSpPr>
          <p:cNvPr id="104" name="Google Shape;74;p16"/>
          <p:cNvGrpSpPr/>
          <p:nvPr/>
        </p:nvGrpSpPr>
        <p:grpSpPr>
          <a:xfrm>
            <a:off x="5668920" y="0"/>
            <a:ext cx="3571920" cy="2653560"/>
            <a:chOff x="5668920" y="0"/>
            <a:chExt cx="3571920" cy="2653560"/>
          </a:xfrm>
        </p:grpSpPr>
        <p:sp>
          <p:nvSpPr>
            <p:cNvPr id="105" name="Google Shape;75;p16"/>
            <p:cNvSpPr/>
            <p:nvPr/>
          </p:nvSpPr>
          <p:spPr>
            <a:xfrm flipH="1">
              <a:off x="5668920" y="0"/>
              <a:ext cx="3477600" cy="2653560"/>
            </a:xfrm>
            <a:prstGeom prst="diagStripe">
              <a:avLst>
                <a:gd name="adj" fmla="val 51202"/>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cxnSp>
          <p:nvCxnSpPr>
            <p:cNvPr id="106" name="Google Shape;76;p16"/>
            <p:cNvCxnSpPr/>
            <p:nvPr/>
          </p:nvCxnSpPr>
          <p:spPr>
            <a:xfrm flipH="1" flipV="1">
              <a:off x="7144560" y="0"/>
              <a:ext cx="933120" cy="725040"/>
            </a:xfrm>
            <a:prstGeom prst="straightConnector1">
              <a:avLst/>
            </a:prstGeom>
            <a:ln w="9525">
              <a:solidFill>
                <a:srgbClr val="BFBFBF"/>
              </a:solidFill>
              <a:miter/>
            </a:ln>
          </p:spPr>
        </p:cxnSp>
        <p:sp>
          <p:nvSpPr>
            <p:cNvPr id="107" name="Google Shape;77;p16"/>
            <p:cNvSpPr/>
            <p:nvPr/>
          </p:nvSpPr>
          <p:spPr>
            <a:xfrm rot="2178600" flipH="1">
              <a:off x="8275320" y="899640"/>
              <a:ext cx="1013760" cy="167760"/>
            </a:xfrm>
            <a:prstGeom prst="parallelogram">
              <a:avLst>
                <a:gd name="adj" fmla="val 72003"/>
              </a:avLst>
            </a:prstGeom>
            <a:solidFill>
              <a:srgbClr val="EE957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grpSp>
      <p:sp>
        <p:nvSpPr>
          <p:cNvPr id="108" name="Google Shape;83;p16"/>
          <p:cNvSpPr/>
          <p:nvPr/>
        </p:nvSpPr>
        <p:spPr>
          <a:xfrm flipH="1">
            <a:off x="5007600" y="0"/>
            <a:ext cx="1083600" cy="477000"/>
          </a:xfrm>
          <a:prstGeom prst="parallelogram">
            <a:avLst>
              <a:gd name="adj" fmla="val 135617"/>
            </a:avLst>
          </a:prstGeom>
          <a:solidFill>
            <a:srgbClr val="E26064"/>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109" name="PlaceHolder 1"/>
          <p:cNvSpPr>
            <a:spLocks noGrp="1"/>
          </p:cNvSpPr>
          <p:nvPr>
            <p:ph type="ftr" idx="24"/>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110" name="PlaceHolder 2"/>
          <p:cNvSpPr>
            <a:spLocks noGrp="1"/>
          </p:cNvSpPr>
          <p:nvPr>
            <p:ph type="sldNum" idx="25"/>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C1CD4D7D-FFC7-4A30-ABD5-5AD11FD05344}"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
        <p:nvSpPr>
          <p:cNvPr id="111" name="PlaceHolder 3"/>
          <p:cNvSpPr>
            <a:spLocks noGrp="1"/>
          </p:cNvSpPr>
          <p:nvPr>
            <p:ph type="title"/>
          </p:nvPr>
        </p:nvSpPr>
        <p:spPr>
          <a:xfrm>
            <a:off x="457200" y="205200"/>
            <a:ext cx="8229240" cy="858600"/>
          </a:xfrm>
          <a:prstGeom prst="rect">
            <a:avLst/>
          </a:prstGeom>
          <a:noFill/>
          <a:ln w="0">
            <a:noFill/>
          </a:ln>
        </p:spPr>
        <p:txBody>
          <a:bodyPr lIns="0" tIns="0" rIns="0" bIns="0" anchor="ctr">
            <a:noAutofit/>
          </a:bodyPr>
          <a:lstStyle/>
          <a:p>
            <a:pPr indent="0">
              <a:buNone/>
            </a:pPr>
            <a:r>
              <a:rPr lang="fr-FR" sz="1800" b="0" strike="noStrike" spc="-1">
                <a:solidFill>
                  <a:schemeClr val="dk1"/>
                </a:solidFill>
                <a:latin typeface="Arial"/>
              </a:rPr>
              <a:t>Cliquez pour éditer le format du texte-titre</a:t>
            </a:r>
          </a:p>
        </p:txBody>
      </p:sp>
      <p:sp>
        <p:nvSpPr>
          <p:cNvPr id="112" name="PlaceHolder 4"/>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p>
            <a:pPr marL="432000" indent="-324000">
              <a:lnSpc>
                <a:spcPct val="90000"/>
              </a:lnSpc>
              <a:spcBef>
                <a:spcPts val="1417"/>
              </a:spcBef>
              <a:buClr>
                <a:srgbClr val="000000"/>
              </a:buClr>
              <a:buSzPct val="45000"/>
              <a:buFont typeface="Wingdings" charset="2"/>
              <a:buChar char=""/>
            </a:pPr>
            <a:r>
              <a:rPr lang="fr-FR" sz="2800" b="0" strike="noStrike" spc="-1">
                <a:solidFill>
                  <a:schemeClr val="dk1"/>
                </a:solidFill>
                <a:latin typeface="Arial"/>
              </a:rPr>
              <a:t>Cliquez pour éditer le format du plan de texte</a:t>
            </a:r>
          </a:p>
          <a:p>
            <a:pPr marL="864000" lvl="1" indent="-324000">
              <a:lnSpc>
                <a:spcPct val="90000"/>
              </a:lnSpc>
              <a:spcBef>
                <a:spcPts val="1134"/>
              </a:spcBef>
              <a:buClr>
                <a:srgbClr val="000000"/>
              </a:buClr>
              <a:buSzPct val="75000"/>
              <a:buFont typeface="Symbol" charset="2"/>
              <a:buChar char=""/>
            </a:pPr>
            <a:r>
              <a:rPr lang="fr-FR" sz="2000" b="0" strike="noStrike" spc="-1">
                <a:solidFill>
                  <a:schemeClr val="dk1"/>
                </a:solidFill>
                <a:latin typeface="Arial"/>
              </a:rPr>
              <a:t>Second niveau de plan</a:t>
            </a:r>
          </a:p>
          <a:p>
            <a:pPr marL="1296000" lvl="2" indent="-288000">
              <a:lnSpc>
                <a:spcPct val="90000"/>
              </a:lnSpc>
              <a:spcBef>
                <a:spcPts val="850"/>
              </a:spcBef>
              <a:buClr>
                <a:srgbClr val="000000"/>
              </a:buClr>
              <a:buSzPct val="45000"/>
              <a:buFont typeface="Wingdings" charset="2"/>
              <a:buChar char=""/>
            </a:pPr>
            <a:r>
              <a:rPr lang="fr-FR" sz="1800" b="0" strike="noStrike" spc="-1">
                <a:solidFill>
                  <a:schemeClr val="dk1"/>
                </a:solidFill>
                <a:latin typeface="Arial"/>
              </a:rPr>
              <a:t>Troisième niveau de plan</a:t>
            </a:r>
          </a:p>
          <a:p>
            <a:pPr marL="1728000" lvl="3" indent="-216000">
              <a:lnSpc>
                <a:spcPct val="90000"/>
              </a:lnSpc>
              <a:spcBef>
                <a:spcPts val="567"/>
              </a:spcBef>
              <a:buClr>
                <a:srgbClr val="000000"/>
              </a:buClr>
              <a:buSzPct val="75000"/>
              <a:buFont typeface="Symbol" charset="2"/>
              <a:buChar char=""/>
            </a:pPr>
            <a:r>
              <a:rPr lang="fr-FR" sz="1800" b="0" strike="noStrike" spc="-1">
                <a:solidFill>
                  <a:schemeClr val="dk1"/>
                </a:solidFill>
                <a:latin typeface="Arial"/>
              </a:rPr>
              <a:t>Quatrième niveau de plan</a:t>
            </a:r>
          </a:p>
          <a:p>
            <a:pPr marL="2160000" lvl="4"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Cinquième niveau de plan</a:t>
            </a:r>
          </a:p>
          <a:p>
            <a:pPr marL="2592000" lvl="5"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Sixième niveau de plan</a:t>
            </a:r>
          </a:p>
          <a:p>
            <a:pPr marL="3024000" lvl="6" indent="-216000">
              <a:lnSpc>
                <a:spcPct val="90000"/>
              </a:lnSpc>
              <a:spcBef>
                <a:spcPts val="283"/>
              </a:spcBef>
              <a:buClr>
                <a:srgbClr val="000000"/>
              </a:buClr>
              <a:buSzPct val="45000"/>
              <a:buFont typeface="Wingdings" charset="2"/>
              <a:buChar char=""/>
            </a:pPr>
            <a:r>
              <a:rPr lang="fr-FR" sz="2000" b="0" strike="noStrike" spc="-1">
                <a:solidFill>
                  <a:schemeClr val="dk1"/>
                </a:solidFill>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9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5.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13" name="Google Shape;112;p19"/>
          <p:cNvSpPr/>
          <p:nvPr/>
        </p:nvSpPr>
        <p:spPr>
          <a:xfrm rot="10800000">
            <a:off x="1382040" y="0"/>
            <a:ext cx="7761960" cy="4227120"/>
          </a:xfrm>
          <a:prstGeom prst="rtTriangle">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114" name="Google Shape;115;p19"/>
          <p:cNvSpPr/>
          <p:nvPr/>
        </p:nvSpPr>
        <p:spPr>
          <a:xfrm flipH="1">
            <a:off x="2231280" y="0"/>
            <a:ext cx="3088800" cy="978840"/>
          </a:xfrm>
          <a:prstGeom prst="parallelogram">
            <a:avLst>
              <a:gd name="adj" fmla="val 186380"/>
            </a:avLst>
          </a:prstGeom>
          <a:solidFill>
            <a:srgbClr val="E26064"/>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115" name="Google Shape;116;p19"/>
          <p:cNvCxnSpPr/>
          <p:nvPr/>
        </p:nvCxnSpPr>
        <p:spPr>
          <a:xfrm flipV="1">
            <a:off x="7764120" y="888840"/>
            <a:ext cx="1382040" cy="1227600"/>
          </a:xfrm>
          <a:prstGeom prst="straightConnector1">
            <a:avLst/>
          </a:prstGeom>
          <a:ln w="9525">
            <a:solidFill>
              <a:srgbClr val="EAB200"/>
            </a:solidFill>
            <a:miter/>
          </a:ln>
        </p:spPr>
      </p:cxnSp>
      <p:sp>
        <p:nvSpPr>
          <p:cNvPr id="116" name="Google Shape;118;p19"/>
          <p:cNvSpPr/>
          <p:nvPr/>
        </p:nvSpPr>
        <p:spPr>
          <a:xfrm>
            <a:off x="8305200" y="178200"/>
            <a:ext cx="608760" cy="464040"/>
          </a:xfrm>
          <a:prstGeom prst="rect">
            <a:avLst/>
          </a:prstGeom>
          <a:noFill/>
          <a:ln w="0">
            <a:noFill/>
          </a:ln>
        </p:spPr>
        <p:style>
          <a:lnRef idx="0">
            <a:scrgbClr r="0" g="0" b="0"/>
          </a:lnRef>
          <a:fillRef idx="0">
            <a:scrgbClr r="0" g="0" b="0"/>
          </a:fillRef>
          <a:effectRef idx="0">
            <a:scrgbClr r="0" g="0" b="0"/>
          </a:effectRef>
          <a:fontRef idx="minor"/>
        </p:style>
        <p:txBody>
          <a:bodyPr lIns="68400" tIns="34200" rIns="68400" bIns="34200" anchor="t">
            <a:spAutoFit/>
          </a:bodyPr>
          <a:lstStyle/>
          <a:p>
            <a:pPr defTabSz="914400">
              <a:lnSpc>
                <a:spcPct val="100000"/>
              </a:lnSpc>
              <a:tabLst>
                <a:tab pos="0" algn="l"/>
              </a:tabLst>
            </a:pPr>
            <a:r>
              <a:rPr lang="fr" sz="2600" b="1" strike="noStrike" spc="-1">
                <a:solidFill>
                  <a:schemeClr val="accent1"/>
                </a:solidFill>
                <a:latin typeface="Arial Black"/>
                <a:ea typeface="Arial Black"/>
              </a:rPr>
              <a:t>FR</a:t>
            </a:r>
            <a:endParaRPr lang="fr-FR" sz="2600" b="0" strike="noStrike" spc="-1">
              <a:solidFill>
                <a:srgbClr val="000000"/>
              </a:solidFill>
              <a:latin typeface="Arial"/>
            </a:endParaRPr>
          </a:p>
        </p:txBody>
      </p:sp>
      <p:sp>
        <p:nvSpPr>
          <p:cNvPr id="117" name="PlaceHolder 1"/>
          <p:cNvSpPr>
            <a:spLocks noGrp="1"/>
          </p:cNvSpPr>
          <p:nvPr>
            <p:ph type="ftr" idx="26"/>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118" name="PlaceHolder 2"/>
          <p:cNvSpPr>
            <a:spLocks noGrp="1"/>
          </p:cNvSpPr>
          <p:nvPr>
            <p:ph type="sldNum" idx="27"/>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5C60F213-6F43-4C6B-9D0F-BBDF61E21833}"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7"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6.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119" name="Google Shape;124;p20"/>
          <p:cNvGrpSpPr/>
          <p:nvPr/>
        </p:nvGrpSpPr>
        <p:grpSpPr>
          <a:xfrm>
            <a:off x="5668920" y="0"/>
            <a:ext cx="3571920" cy="2653560"/>
            <a:chOff x="5668920" y="0"/>
            <a:chExt cx="3571920" cy="2653560"/>
          </a:xfrm>
        </p:grpSpPr>
        <p:sp>
          <p:nvSpPr>
            <p:cNvPr id="120" name="Google Shape;125;p20"/>
            <p:cNvSpPr/>
            <p:nvPr/>
          </p:nvSpPr>
          <p:spPr>
            <a:xfrm flipH="1">
              <a:off x="5668920" y="0"/>
              <a:ext cx="3477600" cy="2653560"/>
            </a:xfrm>
            <a:prstGeom prst="diagStripe">
              <a:avLst>
                <a:gd name="adj" fmla="val 51202"/>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cxnSp>
          <p:nvCxnSpPr>
            <p:cNvPr id="121" name="Google Shape;126;p20"/>
            <p:cNvCxnSpPr/>
            <p:nvPr/>
          </p:nvCxnSpPr>
          <p:spPr>
            <a:xfrm flipH="1" flipV="1">
              <a:off x="7144560" y="0"/>
              <a:ext cx="933120" cy="725040"/>
            </a:xfrm>
            <a:prstGeom prst="straightConnector1">
              <a:avLst/>
            </a:prstGeom>
            <a:ln w="9525">
              <a:solidFill>
                <a:srgbClr val="BFBFBF"/>
              </a:solidFill>
              <a:miter/>
            </a:ln>
          </p:spPr>
        </p:cxnSp>
        <p:sp>
          <p:nvSpPr>
            <p:cNvPr id="122" name="Google Shape;127;p20"/>
            <p:cNvSpPr/>
            <p:nvPr/>
          </p:nvSpPr>
          <p:spPr>
            <a:xfrm rot="2178600" flipH="1">
              <a:off x="8275320" y="899640"/>
              <a:ext cx="1013760" cy="167760"/>
            </a:xfrm>
            <a:prstGeom prst="parallelogram">
              <a:avLst>
                <a:gd name="adj" fmla="val 72003"/>
              </a:avLst>
            </a:prstGeom>
            <a:solidFill>
              <a:schemeClr val="accen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grpSp>
      <p:sp>
        <p:nvSpPr>
          <p:cNvPr id="123" name="Google Shape;128;p20"/>
          <p:cNvSpPr/>
          <p:nvPr/>
        </p:nvSpPr>
        <p:spPr>
          <a:xfrm flipH="1">
            <a:off x="5007600" y="0"/>
            <a:ext cx="1083600" cy="477000"/>
          </a:xfrm>
          <a:prstGeom prst="parallelogram">
            <a:avLst>
              <a:gd name="adj" fmla="val 135617"/>
            </a:avLst>
          </a:prstGeom>
          <a:solidFill>
            <a:schemeClr val="accent6"/>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124" name="PlaceHolder 1"/>
          <p:cNvSpPr>
            <a:spLocks noGrp="1"/>
          </p:cNvSpPr>
          <p:nvPr>
            <p:ph type="ftr" idx="28"/>
          </p:nvPr>
        </p:nvSpPr>
        <p:spPr>
          <a:xfrm>
            <a:off x="253800" y="4767120"/>
            <a:ext cx="3084120" cy="271800"/>
          </a:xfrm>
          <a:prstGeom prst="rect">
            <a:avLst/>
          </a:prstGeom>
          <a:noFill/>
          <a:ln w="0">
            <a:noFill/>
          </a:ln>
        </p:spPr>
        <p:txBody>
          <a:bodyPr lIns="68400" tIns="34200" rIns="68400" bIns="34200" anchor="ctr">
            <a:noAutofit/>
          </a:bodyPr>
          <a:lstStyle>
            <a:lvl1pPr indent="0" algn="ctr" defTabSz="914400">
              <a:lnSpc>
                <a:spcPct val="100000"/>
              </a:lnSpc>
              <a:buNone/>
              <a:tabLst>
                <a:tab pos="0" algn="l"/>
              </a:tabLst>
              <a:defRPr lang="fr-FR" sz="1400" b="0" strike="noStrike" spc="-1">
                <a:solidFill>
                  <a:srgbClr val="000000"/>
                </a:solidFill>
                <a:latin typeface="Times New Roman"/>
              </a:defRPr>
            </a:lvl1pPr>
          </a:lstStyle>
          <a:p>
            <a:pPr indent="0" algn="ctr" defTabSz="914400">
              <a:lnSpc>
                <a:spcPct val="100000"/>
              </a:lnSpc>
              <a:buNone/>
              <a:tabLst>
                <a:tab pos="0" algn="l"/>
              </a:tabLst>
            </a:pPr>
            <a:r>
              <a:rPr lang="fr-FR" sz="1400" b="0" strike="noStrike" spc="-1">
                <a:solidFill>
                  <a:srgbClr val="000000"/>
                </a:solidFill>
                <a:latin typeface="Times New Roman"/>
              </a:rPr>
              <a:t>&lt;pied de page&gt;</a:t>
            </a:r>
          </a:p>
        </p:txBody>
      </p:sp>
      <p:sp>
        <p:nvSpPr>
          <p:cNvPr id="125" name="PlaceHolder 2"/>
          <p:cNvSpPr>
            <a:spLocks noGrp="1"/>
          </p:cNvSpPr>
          <p:nvPr>
            <p:ph type="sldNum" idx="29"/>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D4CC4D7F-A5B8-4B02-A871-9577801FB1A6}" type="slidenum">
              <a:rPr lang="fr" sz="900" b="0" strike="noStrike" spc="-1">
                <a:solidFill>
                  <a:schemeClr val="lt2"/>
                </a:solidFill>
                <a:latin typeface="Calibri"/>
                <a:ea typeface="Calibri"/>
              </a:rPr>
              <a:t>‹N°›</a:t>
            </a:fld>
            <a:endParaRPr lang="fr-FR" sz="9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7.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6" name="Google Shape;134;p21"/>
          <p:cNvSpPr/>
          <p:nvPr/>
        </p:nvSpPr>
        <p:spPr>
          <a:xfrm rot="10800000" flipH="1">
            <a:off x="0" y="2160"/>
            <a:ext cx="8808480" cy="4722120"/>
          </a:xfrm>
          <a:prstGeom prst="rtTriangle">
            <a:avLst/>
          </a:prstGeom>
          <a:solidFill>
            <a:schemeClr val="accent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127" name="Google Shape;136;p21"/>
          <p:cNvCxnSpPr/>
          <p:nvPr/>
        </p:nvCxnSpPr>
        <p:spPr>
          <a:xfrm flipV="1">
            <a:off x="0" y="4008600"/>
            <a:ext cx="1773720" cy="932760"/>
          </a:xfrm>
          <a:prstGeom prst="straightConnector1">
            <a:avLst/>
          </a:prstGeom>
          <a:ln w="9525">
            <a:solidFill>
              <a:srgbClr val="7F7F7F"/>
            </a:solidFill>
            <a:miter/>
          </a:ln>
        </p:spPr>
      </p:cxnSp>
    </p:spTree>
  </p:cSld>
  <p:clrMap bg1="lt1" tx1="dk1" bg2="lt2" tx2="dk2" accent1="accent1" accent2="accent2" accent3="accent3" accent4="accent4" accent5="accent5" accent6="accent6" hlink="hlink" folHlink="folHlink"/>
  <p:sldLayoutIdLst>
    <p:sldLayoutId id="214748370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8.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28" name="Google Shape;143;p22"/>
          <p:cNvSpPr/>
          <p:nvPr/>
        </p:nvSpPr>
        <p:spPr>
          <a:xfrm>
            <a:off x="4844160" y="2629080"/>
            <a:ext cx="191880" cy="191880"/>
          </a:xfrm>
          <a:custGeom>
            <a:avLst/>
            <a:gdLst>
              <a:gd name="textAreaLeft" fmla="*/ 0 w 191880"/>
              <a:gd name="textAreaRight" fmla="*/ 194040 w 191880"/>
              <a:gd name="textAreaTop" fmla="*/ 0 h 191880"/>
              <a:gd name="textAreaBottom" fmla="*/ 194040 h 191880"/>
            </a:gdLst>
            <a:ahLst/>
            <a:cxnLst/>
            <a:rect l="textAreaLeft" t="textAreaTop" r="textAreaRight" b="textAreaBottom"/>
            <a:pathLst>
              <a:path w="21600" h="21600">
                <a:moveTo>
                  <a:pt x="17958" y="17505"/>
                </a:moveTo>
                <a:cubicBezTo>
                  <a:pt x="17372" y="16944"/>
                  <a:pt x="16242" y="15945"/>
                  <a:pt x="15117" y="15413"/>
                </a:cubicBezTo>
                <a:cubicBezTo>
                  <a:pt x="14189" y="14975"/>
                  <a:pt x="13657" y="14531"/>
                  <a:pt x="13491" y="14057"/>
                </a:cubicBezTo>
                <a:cubicBezTo>
                  <a:pt x="13377" y="13728"/>
                  <a:pt x="13428" y="13351"/>
                  <a:pt x="13649" y="12904"/>
                </a:cubicBezTo>
                <a:cubicBezTo>
                  <a:pt x="13815" y="12567"/>
                  <a:pt x="13972" y="12286"/>
                  <a:pt x="14117" y="12028"/>
                </a:cubicBezTo>
                <a:cubicBezTo>
                  <a:pt x="14730" y="10934"/>
                  <a:pt x="15203" y="10145"/>
                  <a:pt x="15203" y="7348"/>
                </a:cubicBezTo>
                <a:cubicBezTo>
                  <a:pt x="15203" y="3162"/>
                  <a:pt x="12787" y="2951"/>
                  <a:pt x="12309" y="2951"/>
                </a:cubicBezTo>
                <a:cubicBezTo>
                  <a:pt x="11917" y="2951"/>
                  <a:pt x="11672" y="3037"/>
                  <a:pt x="11435" y="3121"/>
                </a:cubicBezTo>
                <a:cubicBezTo>
                  <a:pt x="11175" y="3213"/>
                  <a:pt x="10907" y="3309"/>
                  <a:pt x="10296" y="3319"/>
                </a:cubicBezTo>
                <a:cubicBezTo>
                  <a:pt x="9190" y="3337"/>
                  <a:pt x="6873" y="3375"/>
                  <a:pt x="6873" y="7226"/>
                </a:cubicBezTo>
                <a:cubicBezTo>
                  <a:pt x="6873" y="9919"/>
                  <a:pt x="7574" y="11156"/>
                  <a:pt x="8125" y="12150"/>
                </a:cubicBezTo>
                <a:cubicBezTo>
                  <a:pt x="8266" y="12404"/>
                  <a:pt x="8399" y="12645"/>
                  <a:pt x="8505" y="12885"/>
                </a:cubicBezTo>
                <a:cubicBezTo>
                  <a:pt x="8973" y="13949"/>
                  <a:pt x="8631" y="14693"/>
                  <a:pt x="7426" y="15224"/>
                </a:cubicBezTo>
                <a:cubicBezTo>
                  <a:pt x="5905" y="15897"/>
                  <a:pt x="5188" y="16247"/>
                  <a:pt x="3693" y="17562"/>
                </a:cubicBezTo>
                <a:cubicBezTo>
                  <a:pt x="2017" y="15800"/>
                  <a:pt x="982" y="13423"/>
                  <a:pt x="982" y="10800"/>
                </a:cubicBezTo>
                <a:cubicBezTo>
                  <a:pt x="982" y="5377"/>
                  <a:pt x="5377" y="982"/>
                  <a:pt x="10800" y="982"/>
                </a:cubicBezTo>
                <a:cubicBezTo>
                  <a:pt x="16223" y="982"/>
                  <a:pt x="20618" y="5377"/>
                  <a:pt x="20618" y="10800"/>
                </a:cubicBezTo>
                <a:cubicBezTo>
                  <a:pt x="20618" y="13395"/>
                  <a:pt x="19603" y="15749"/>
                  <a:pt x="17958" y="17505"/>
                </a:cubicBezTo>
                <a:moveTo>
                  <a:pt x="10800" y="20618"/>
                </a:moveTo>
                <a:cubicBezTo>
                  <a:pt x="8356" y="20618"/>
                  <a:pt x="6125" y="19720"/>
                  <a:pt x="4407" y="18242"/>
                </a:cubicBezTo>
                <a:cubicBezTo>
                  <a:pt x="5730" y="17084"/>
                  <a:pt x="6362" y="16767"/>
                  <a:pt x="7823" y="16122"/>
                </a:cubicBezTo>
                <a:cubicBezTo>
                  <a:pt x="9515" y="15375"/>
                  <a:pt x="10091" y="14051"/>
                  <a:pt x="9403" y="12489"/>
                </a:cubicBezTo>
                <a:cubicBezTo>
                  <a:pt x="9279" y="12208"/>
                  <a:pt x="9136" y="11949"/>
                  <a:pt x="8984" y="11674"/>
                </a:cubicBezTo>
                <a:cubicBezTo>
                  <a:pt x="8461" y="10732"/>
                  <a:pt x="7855" y="9665"/>
                  <a:pt x="7855" y="7226"/>
                </a:cubicBezTo>
                <a:cubicBezTo>
                  <a:pt x="7855" y="4341"/>
                  <a:pt x="9224" y="4318"/>
                  <a:pt x="10312" y="4300"/>
                </a:cubicBezTo>
                <a:cubicBezTo>
                  <a:pt x="11084" y="4287"/>
                  <a:pt x="11461" y="4154"/>
                  <a:pt x="11763" y="4047"/>
                </a:cubicBezTo>
                <a:cubicBezTo>
                  <a:pt x="11964" y="3975"/>
                  <a:pt x="12086" y="3933"/>
                  <a:pt x="12309" y="3933"/>
                </a:cubicBezTo>
                <a:cubicBezTo>
                  <a:pt x="13218" y="3933"/>
                  <a:pt x="14221" y="4830"/>
                  <a:pt x="14221" y="7348"/>
                </a:cubicBezTo>
                <a:cubicBezTo>
                  <a:pt x="14221" y="9888"/>
                  <a:pt x="13840" y="10513"/>
                  <a:pt x="13261" y="11548"/>
                </a:cubicBezTo>
                <a:cubicBezTo>
                  <a:pt x="13108" y="11820"/>
                  <a:pt x="12943" y="12115"/>
                  <a:pt x="12768" y="12470"/>
                </a:cubicBezTo>
                <a:cubicBezTo>
                  <a:pt x="12430" y="13155"/>
                  <a:pt x="12362" y="13798"/>
                  <a:pt x="12565" y="14380"/>
                </a:cubicBezTo>
                <a:cubicBezTo>
                  <a:pt x="12825" y="15126"/>
                  <a:pt x="13502" y="15737"/>
                  <a:pt x="14696" y="16302"/>
                </a:cubicBezTo>
                <a:cubicBezTo>
                  <a:pt x="15675" y="16764"/>
                  <a:pt x="16700" y="17667"/>
                  <a:pt x="17251" y="18189"/>
                </a:cubicBezTo>
                <a:cubicBezTo>
                  <a:pt x="15525" y="19697"/>
                  <a:pt x="13272" y="20618"/>
                  <a:pt x="10800" y="20618"/>
                </a:cubicBezTo>
                <a:moveTo>
                  <a:pt x="10800" y="0"/>
                </a:moveTo>
                <a:cubicBezTo>
                  <a:pt x="4835" y="0"/>
                  <a:pt x="0" y="4835"/>
                  <a:pt x="0" y="10800"/>
                </a:cubicBezTo>
                <a:cubicBezTo>
                  <a:pt x="0" y="16764"/>
                  <a:pt x="4835" y="21600"/>
                  <a:pt x="10800" y="21600"/>
                </a:cubicBezTo>
                <a:cubicBezTo>
                  <a:pt x="16765" y="21600"/>
                  <a:pt x="21600" y="16764"/>
                  <a:pt x="21600" y="10800"/>
                </a:cubicBezTo>
                <a:cubicBezTo>
                  <a:pt x="21600" y="4835"/>
                  <a:pt x="16765" y="0"/>
                  <a:pt x="10800" y="0"/>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lIns="28440" tIns="28440" rIns="28440" bIns="2844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sp>
        <p:nvSpPr>
          <p:cNvPr id="129" name="Google Shape;144;p22"/>
          <p:cNvSpPr/>
          <p:nvPr/>
        </p:nvSpPr>
        <p:spPr>
          <a:xfrm>
            <a:off x="4880880" y="2923560"/>
            <a:ext cx="118800" cy="219960"/>
          </a:xfrm>
          <a:custGeom>
            <a:avLst/>
            <a:gdLst>
              <a:gd name="textAreaLeft" fmla="*/ 0 w 118800"/>
              <a:gd name="textAreaRight" fmla="*/ 120960 w 118800"/>
              <a:gd name="textAreaTop" fmla="*/ 0 h 219960"/>
              <a:gd name="textAreaBottom" fmla="*/ 222120 h 219960"/>
            </a:gdLst>
            <a:ahLst/>
            <a:cxnLst/>
            <a:rect l="textAreaLeft" t="textAreaTop" r="textAreaRight" b="textAreaBottom"/>
            <a:pathLst>
              <a:path w="21600" h="21600">
                <a:moveTo>
                  <a:pt x="11700" y="1473"/>
                </a:moveTo>
                <a:lnTo>
                  <a:pt x="9900" y="1473"/>
                </a:lnTo>
                <a:cubicBezTo>
                  <a:pt x="9403" y="1473"/>
                  <a:pt x="9000" y="1692"/>
                  <a:pt x="9000" y="1964"/>
                </a:cubicBezTo>
                <a:cubicBezTo>
                  <a:pt x="9000" y="2235"/>
                  <a:pt x="9403" y="2455"/>
                  <a:pt x="9900" y="2455"/>
                </a:cubicBezTo>
                <a:lnTo>
                  <a:pt x="11700" y="2455"/>
                </a:lnTo>
                <a:cubicBezTo>
                  <a:pt x="12197" y="2455"/>
                  <a:pt x="12600" y="2235"/>
                  <a:pt x="12600" y="1964"/>
                </a:cubicBezTo>
                <a:cubicBezTo>
                  <a:pt x="12600" y="1692"/>
                  <a:pt x="12197" y="1473"/>
                  <a:pt x="11700" y="1473"/>
                </a:cubicBezTo>
                <a:moveTo>
                  <a:pt x="19800" y="2945"/>
                </a:moveTo>
                <a:lnTo>
                  <a:pt x="1800" y="2945"/>
                </a:lnTo>
                <a:lnTo>
                  <a:pt x="1800" y="1964"/>
                </a:lnTo>
                <a:cubicBezTo>
                  <a:pt x="1800" y="1422"/>
                  <a:pt x="2605" y="982"/>
                  <a:pt x="3600" y="982"/>
                </a:cubicBezTo>
                <a:lnTo>
                  <a:pt x="18000" y="982"/>
                </a:lnTo>
                <a:cubicBezTo>
                  <a:pt x="18993" y="982"/>
                  <a:pt x="19800" y="1422"/>
                  <a:pt x="19800" y="1964"/>
                </a:cubicBezTo>
                <a:cubicBezTo>
                  <a:pt x="19800" y="1964"/>
                  <a:pt x="19800" y="2945"/>
                  <a:pt x="19800" y="2945"/>
                </a:cubicBezTo>
                <a:close/>
                <a:moveTo>
                  <a:pt x="19800" y="17673"/>
                </a:moveTo>
                <a:lnTo>
                  <a:pt x="1800" y="17673"/>
                </a:lnTo>
                <a:lnTo>
                  <a:pt x="1800" y="3927"/>
                </a:lnTo>
                <a:lnTo>
                  <a:pt x="19800" y="3927"/>
                </a:lnTo>
                <a:cubicBezTo>
                  <a:pt x="19800" y="3927"/>
                  <a:pt x="19800" y="17673"/>
                  <a:pt x="19800" y="17673"/>
                </a:cubicBezTo>
                <a:close/>
                <a:moveTo>
                  <a:pt x="19800" y="19636"/>
                </a:moveTo>
                <a:cubicBezTo>
                  <a:pt x="19800" y="20179"/>
                  <a:pt x="18993" y="20618"/>
                  <a:pt x="18000" y="20618"/>
                </a:cubicBezTo>
                <a:lnTo>
                  <a:pt x="3600" y="20618"/>
                </a:lnTo>
                <a:cubicBezTo>
                  <a:pt x="2605" y="20618"/>
                  <a:pt x="1800" y="20179"/>
                  <a:pt x="1800" y="19636"/>
                </a:cubicBezTo>
                <a:lnTo>
                  <a:pt x="1800" y="18655"/>
                </a:lnTo>
                <a:lnTo>
                  <a:pt x="19800" y="18655"/>
                </a:lnTo>
                <a:cubicBezTo>
                  <a:pt x="19800" y="18655"/>
                  <a:pt x="19800" y="19636"/>
                  <a:pt x="19800" y="19636"/>
                </a:cubicBezTo>
                <a:close/>
                <a:moveTo>
                  <a:pt x="18000" y="0"/>
                </a:moveTo>
                <a:lnTo>
                  <a:pt x="3600" y="0"/>
                </a:lnTo>
                <a:cubicBezTo>
                  <a:pt x="1612" y="0"/>
                  <a:pt x="0" y="879"/>
                  <a:pt x="0" y="1964"/>
                </a:cubicBezTo>
                <a:lnTo>
                  <a:pt x="0" y="19636"/>
                </a:lnTo>
                <a:cubicBezTo>
                  <a:pt x="0" y="20721"/>
                  <a:pt x="1612" y="21600"/>
                  <a:pt x="3600" y="21600"/>
                </a:cubicBezTo>
                <a:lnTo>
                  <a:pt x="18000" y="21600"/>
                </a:lnTo>
                <a:cubicBezTo>
                  <a:pt x="19988" y="21600"/>
                  <a:pt x="21600" y="20721"/>
                  <a:pt x="21600" y="19636"/>
                </a:cubicBezTo>
                <a:lnTo>
                  <a:pt x="21600" y="1964"/>
                </a:lnTo>
                <a:cubicBezTo>
                  <a:pt x="21600" y="879"/>
                  <a:pt x="19988" y="0"/>
                  <a:pt x="18000" y="0"/>
                </a:cubicBezTo>
                <a:moveTo>
                  <a:pt x="10800" y="20127"/>
                </a:moveTo>
                <a:cubicBezTo>
                  <a:pt x="11297" y="20127"/>
                  <a:pt x="11700" y="19908"/>
                  <a:pt x="11700" y="19636"/>
                </a:cubicBezTo>
                <a:cubicBezTo>
                  <a:pt x="11700" y="19366"/>
                  <a:pt x="11297" y="19145"/>
                  <a:pt x="10800" y="19145"/>
                </a:cubicBezTo>
                <a:cubicBezTo>
                  <a:pt x="10303" y="19145"/>
                  <a:pt x="9900" y="19366"/>
                  <a:pt x="9900" y="19636"/>
                </a:cubicBezTo>
                <a:cubicBezTo>
                  <a:pt x="9900" y="19908"/>
                  <a:pt x="10303" y="20127"/>
                  <a:pt x="10800" y="20127"/>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lIns="28440" tIns="28440" rIns="28440" bIns="2844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sp>
        <p:nvSpPr>
          <p:cNvPr id="130" name="Google Shape;145;p22"/>
          <p:cNvSpPr/>
          <p:nvPr/>
        </p:nvSpPr>
        <p:spPr>
          <a:xfrm>
            <a:off x="4844160" y="3246120"/>
            <a:ext cx="191880" cy="138960"/>
          </a:xfrm>
          <a:custGeom>
            <a:avLst/>
            <a:gdLst>
              <a:gd name="textAreaLeft" fmla="*/ 0 w 191880"/>
              <a:gd name="textAreaRight" fmla="*/ 194040 w 191880"/>
              <a:gd name="textAreaTop" fmla="*/ 0 h 138960"/>
              <a:gd name="textAreaBottom" fmla="*/ 141120 h 138960"/>
            </a:gdLst>
            <a:ahLst/>
            <a:cxnLst/>
            <a:rect l="textAreaLeft" t="textAreaTop" r="textAreaRight" b="textAreaBottom"/>
            <a:pathLst>
              <a:path w="21600" h="21600">
                <a:moveTo>
                  <a:pt x="20618" y="18900"/>
                </a:moveTo>
                <a:cubicBezTo>
                  <a:pt x="20618" y="18980"/>
                  <a:pt x="20611" y="19058"/>
                  <a:pt x="20601" y="19135"/>
                </a:cubicBezTo>
                <a:lnTo>
                  <a:pt x="14539" y="10800"/>
                </a:lnTo>
                <a:lnTo>
                  <a:pt x="20601" y="2465"/>
                </a:lnTo>
                <a:cubicBezTo>
                  <a:pt x="20611" y="2542"/>
                  <a:pt x="20618" y="2620"/>
                  <a:pt x="20618" y="2700"/>
                </a:cubicBezTo>
                <a:cubicBezTo>
                  <a:pt x="20618" y="2700"/>
                  <a:pt x="20618" y="18900"/>
                  <a:pt x="20618" y="18900"/>
                </a:cubicBezTo>
                <a:close/>
                <a:moveTo>
                  <a:pt x="19636" y="20250"/>
                </a:moveTo>
                <a:lnTo>
                  <a:pt x="1964" y="20250"/>
                </a:lnTo>
                <a:cubicBezTo>
                  <a:pt x="1849" y="20250"/>
                  <a:pt x="1739" y="20218"/>
                  <a:pt x="1637" y="20168"/>
                </a:cubicBezTo>
                <a:lnTo>
                  <a:pt x="7755" y="11754"/>
                </a:lnTo>
                <a:lnTo>
                  <a:pt x="9440" y="14072"/>
                </a:lnTo>
                <a:cubicBezTo>
                  <a:pt x="9816" y="14589"/>
                  <a:pt x="10308" y="14847"/>
                  <a:pt x="10800" y="14847"/>
                </a:cubicBezTo>
                <a:cubicBezTo>
                  <a:pt x="11292" y="14847"/>
                  <a:pt x="11784" y="14589"/>
                  <a:pt x="12159" y="14072"/>
                </a:cubicBezTo>
                <a:lnTo>
                  <a:pt x="13845" y="11754"/>
                </a:lnTo>
                <a:lnTo>
                  <a:pt x="19964" y="20168"/>
                </a:lnTo>
                <a:cubicBezTo>
                  <a:pt x="19861" y="20218"/>
                  <a:pt x="19752" y="20250"/>
                  <a:pt x="19636" y="20250"/>
                </a:cubicBezTo>
                <a:moveTo>
                  <a:pt x="982" y="18900"/>
                </a:moveTo>
                <a:lnTo>
                  <a:pt x="982" y="2700"/>
                </a:lnTo>
                <a:cubicBezTo>
                  <a:pt x="982" y="2620"/>
                  <a:pt x="989" y="2542"/>
                  <a:pt x="999" y="2465"/>
                </a:cubicBezTo>
                <a:lnTo>
                  <a:pt x="7061" y="10800"/>
                </a:lnTo>
                <a:lnTo>
                  <a:pt x="999" y="19135"/>
                </a:lnTo>
                <a:cubicBezTo>
                  <a:pt x="989" y="19058"/>
                  <a:pt x="982" y="18980"/>
                  <a:pt x="982" y="18900"/>
                </a:cubicBezTo>
                <a:moveTo>
                  <a:pt x="1964" y="1350"/>
                </a:moveTo>
                <a:lnTo>
                  <a:pt x="19636" y="1350"/>
                </a:lnTo>
                <a:cubicBezTo>
                  <a:pt x="19752" y="1350"/>
                  <a:pt x="19861" y="1382"/>
                  <a:pt x="19964" y="1433"/>
                </a:cubicBezTo>
                <a:lnTo>
                  <a:pt x="11465" y="13118"/>
                </a:lnTo>
                <a:cubicBezTo>
                  <a:pt x="11288" y="13362"/>
                  <a:pt x="11051" y="13497"/>
                  <a:pt x="10800" y="13497"/>
                </a:cubicBezTo>
                <a:cubicBezTo>
                  <a:pt x="10549" y="13497"/>
                  <a:pt x="10312" y="13362"/>
                  <a:pt x="10134" y="13118"/>
                </a:cubicBezTo>
                <a:lnTo>
                  <a:pt x="1637" y="1433"/>
                </a:lnTo>
                <a:cubicBezTo>
                  <a:pt x="1739" y="1382"/>
                  <a:pt x="1849" y="1350"/>
                  <a:pt x="1964" y="1350"/>
                </a:cubicBezTo>
                <a:moveTo>
                  <a:pt x="19636" y="0"/>
                </a:moveTo>
                <a:lnTo>
                  <a:pt x="1964" y="0"/>
                </a:lnTo>
                <a:cubicBezTo>
                  <a:pt x="879" y="0"/>
                  <a:pt x="0" y="1209"/>
                  <a:pt x="0" y="2700"/>
                </a:cubicBezTo>
                <a:lnTo>
                  <a:pt x="0" y="18900"/>
                </a:lnTo>
                <a:cubicBezTo>
                  <a:pt x="0" y="20391"/>
                  <a:pt x="879" y="21600"/>
                  <a:pt x="1964" y="21600"/>
                </a:cubicBezTo>
                <a:lnTo>
                  <a:pt x="19636" y="21600"/>
                </a:lnTo>
                <a:cubicBezTo>
                  <a:pt x="20721" y="21600"/>
                  <a:pt x="21600" y="20391"/>
                  <a:pt x="21600" y="18900"/>
                </a:cubicBezTo>
                <a:lnTo>
                  <a:pt x="21600" y="2700"/>
                </a:lnTo>
                <a:cubicBezTo>
                  <a:pt x="21600" y="1209"/>
                  <a:pt x="20721" y="0"/>
                  <a:pt x="19636" y="0"/>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lIns="28440" tIns="28440" rIns="28440" bIns="2844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sp>
        <p:nvSpPr>
          <p:cNvPr id="131" name="Google Shape;146;p22"/>
          <p:cNvSpPr/>
          <p:nvPr/>
        </p:nvSpPr>
        <p:spPr>
          <a:xfrm>
            <a:off x="4853880" y="3487680"/>
            <a:ext cx="172800" cy="172800"/>
          </a:xfrm>
          <a:custGeom>
            <a:avLst/>
            <a:gdLst>
              <a:gd name="textAreaLeft" fmla="*/ 0 w 172800"/>
              <a:gd name="textAreaRight" fmla="*/ 174960 w 172800"/>
              <a:gd name="textAreaTop" fmla="*/ 0 h 172800"/>
              <a:gd name="textAreaBottom" fmla="*/ 174960 h 172800"/>
            </a:gdLst>
            <a:ahLst/>
            <a:cxnLst/>
            <a:rect l="textAreaLeft" t="textAreaTop" r="textAreaRight" b="textAreaBottom"/>
            <a:pathLst>
              <a:path w="21600" h="21600">
                <a:moveTo>
                  <a:pt x="17850" y="17620"/>
                </a:moveTo>
                <a:cubicBezTo>
                  <a:pt x="17270" y="17122"/>
                  <a:pt x="16604" y="16682"/>
                  <a:pt x="15855" y="16324"/>
                </a:cubicBezTo>
                <a:cubicBezTo>
                  <a:pt x="15868" y="16284"/>
                  <a:pt x="15882" y="16244"/>
                  <a:pt x="15896" y="16203"/>
                </a:cubicBezTo>
                <a:cubicBezTo>
                  <a:pt x="16131" y="15456"/>
                  <a:pt x="16320" y="14656"/>
                  <a:pt x="16454" y="13811"/>
                </a:cubicBezTo>
                <a:cubicBezTo>
                  <a:pt x="16471" y="13704"/>
                  <a:pt x="16484" y="13596"/>
                  <a:pt x="16499" y="13488"/>
                </a:cubicBezTo>
                <a:cubicBezTo>
                  <a:pt x="16544" y="13166"/>
                  <a:pt x="16581" y="12839"/>
                  <a:pt x="16610" y="12507"/>
                </a:cubicBezTo>
                <a:cubicBezTo>
                  <a:pt x="16621" y="12383"/>
                  <a:pt x="16632" y="12260"/>
                  <a:pt x="16641" y="12135"/>
                </a:cubicBezTo>
                <a:cubicBezTo>
                  <a:pt x="16660" y="11858"/>
                  <a:pt x="16664" y="11574"/>
                  <a:pt x="16673" y="11291"/>
                </a:cubicBezTo>
                <a:lnTo>
                  <a:pt x="20598" y="11291"/>
                </a:lnTo>
                <a:cubicBezTo>
                  <a:pt x="20476" y="13747"/>
                  <a:pt x="19450" y="15962"/>
                  <a:pt x="17850" y="17620"/>
                </a:cubicBezTo>
                <a:moveTo>
                  <a:pt x="13714" y="20178"/>
                </a:moveTo>
                <a:cubicBezTo>
                  <a:pt x="13925" y="19957"/>
                  <a:pt x="14127" y="19710"/>
                  <a:pt x="14321" y="19444"/>
                </a:cubicBezTo>
                <a:cubicBezTo>
                  <a:pt x="14339" y="19419"/>
                  <a:pt x="14357" y="19394"/>
                  <a:pt x="14375" y="19369"/>
                </a:cubicBezTo>
                <a:cubicBezTo>
                  <a:pt x="14764" y="18822"/>
                  <a:pt x="15116" y="18192"/>
                  <a:pt x="15420" y="17488"/>
                </a:cubicBezTo>
                <a:cubicBezTo>
                  <a:pt x="15436" y="17450"/>
                  <a:pt x="15451" y="17410"/>
                  <a:pt x="15467" y="17372"/>
                </a:cubicBezTo>
                <a:cubicBezTo>
                  <a:pt x="15485" y="17329"/>
                  <a:pt x="15499" y="17282"/>
                  <a:pt x="15517" y="17239"/>
                </a:cubicBezTo>
                <a:cubicBezTo>
                  <a:pt x="16123" y="17535"/>
                  <a:pt x="16665" y="17890"/>
                  <a:pt x="17142" y="18285"/>
                </a:cubicBezTo>
                <a:cubicBezTo>
                  <a:pt x="16149" y="19129"/>
                  <a:pt x="14989" y="19782"/>
                  <a:pt x="13714" y="20178"/>
                </a:cubicBezTo>
                <a:moveTo>
                  <a:pt x="11291" y="20569"/>
                </a:moveTo>
                <a:lnTo>
                  <a:pt x="11291" y="16221"/>
                </a:lnTo>
                <a:cubicBezTo>
                  <a:pt x="12498" y="16271"/>
                  <a:pt x="13638" y="16493"/>
                  <a:pt x="14652" y="16869"/>
                </a:cubicBezTo>
                <a:cubicBezTo>
                  <a:pt x="13850" y="18909"/>
                  <a:pt x="12654" y="20298"/>
                  <a:pt x="11291" y="20569"/>
                </a:cubicBezTo>
                <a:moveTo>
                  <a:pt x="11291" y="11291"/>
                </a:moveTo>
                <a:lnTo>
                  <a:pt x="15697" y="11291"/>
                </a:lnTo>
                <a:cubicBezTo>
                  <a:pt x="15655" y="12995"/>
                  <a:pt x="15392" y="14581"/>
                  <a:pt x="14971" y="15948"/>
                </a:cubicBezTo>
                <a:cubicBezTo>
                  <a:pt x="13855" y="15534"/>
                  <a:pt x="12608" y="15291"/>
                  <a:pt x="11291" y="15240"/>
                </a:cubicBezTo>
                <a:cubicBezTo>
                  <a:pt x="11291" y="15240"/>
                  <a:pt x="11291" y="11291"/>
                  <a:pt x="11291" y="11291"/>
                </a:cubicBezTo>
                <a:close/>
                <a:moveTo>
                  <a:pt x="11291" y="6360"/>
                </a:moveTo>
                <a:cubicBezTo>
                  <a:pt x="12608" y="6309"/>
                  <a:pt x="13855" y="6066"/>
                  <a:pt x="14971" y="5652"/>
                </a:cubicBezTo>
                <a:cubicBezTo>
                  <a:pt x="15392" y="7019"/>
                  <a:pt x="15655" y="8605"/>
                  <a:pt x="15697" y="10309"/>
                </a:cubicBezTo>
                <a:lnTo>
                  <a:pt x="11291" y="10309"/>
                </a:lnTo>
                <a:cubicBezTo>
                  <a:pt x="11291" y="10309"/>
                  <a:pt x="11291" y="6360"/>
                  <a:pt x="11291" y="6360"/>
                </a:cubicBezTo>
                <a:close/>
                <a:moveTo>
                  <a:pt x="11291" y="1031"/>
                </a:moveTo>
                <a:cubicBezTo>
                  <a:pt x="12654" y="1302"/>
                  <a:pt x="13850" y="2691"/>
                  <a:pt x="14652" y="4731"/>
                </a:cubicBezTo>
                <a:cubicBezTo>
                  <a:pt x="13638" y="5107"/>
                  <a:pt x="12498" y="5329"/>
                  <a:pt x="11291" y="5379"/>
                </a:cubicBezTo>
                <a:cubicBezTo>
                  <a:pt x="11291" y="5379"/>
                  <a:pt x="11291" y="1031"/>
                  <a:pt x="11291" y="1031"/>
                </a:cubicBezTo>
                <a:close/>
                <a:moveTo>
                  <a:pt x="17142" y="3315"/>
                </a:moveTo>
                <a:cubicBezTo>
                  <a:pt x="16665" y="3711"/>
                  <a:pt x="16123" y="4065"/>
                  <a:pt x="15517" y="4361"/>
                </a:cubicBezTo>
                <a:cubicBezTo>
                  <a:pt x="15499" y="4318"/>
                  <a:pt x="15485" y="4271"/>
                  <a:pt x="15467" y="4229"/>
                </a:cubicBezTo>
                <a:cubicBezTo>
                  <a:pt x="15451" y="4190"/>
                  <a:pt x="15436" y="4151"/>
                  <a:pt x="15420" y="4112"/>
                </a:cubicBezTo>
                <a:cubicBezTo>
                  <a:pt x="15116" y="3408"/>
                  <a:pt x="14764" y="2778"/>
                  <a:pt x="14375" y="2231"/>
                </a:cubicBezTo>
                <a:cubicBezTo>
                  <a:pt x="14357" y="2206"/>
                  <a:pt x="14339" y="2181"/>
                  <a:pt x="14321" y="2156"/>
                </a:cubicBezTo>
                <a:cubicBezTo>
                  <a:pt x="14127" y="1890"/>
                  <a:pt x="13925" y="1643"/>
                  <a:pt x="13714" y="1422"/>
                </a:cubicBezTo>
                <a:cubicBezTo>
                  <a:pt x="14989" y="1818"/>
                  <a:pt x="16149" y="2471"/>
                  <a:pt x="17142" y="3315"/>
                </a:cubicBezTo>
                <a:moveTo>
                  <a:pt x="20598" y="10309"/>
                </a:moveTo>
                <a:lnTo>
                  <a:pt x="16673" y="10309"/>
                </a:lnTo>
                <a:cubicBezTo>
                  <a:pt x="16664" y="10027"/>
                  <a:pt x="16660" y="9742"/>
                  <a:pt x="16641" y="9465"/>
                </a:cubicBezTo>
                <a:cubicBezTo>
                  <a:pt x="16632" y="9340"/>
                  <a:pt x="16621" y="9217"/>
                  <a:pt x="16610" y="9093"/>
                </a:cubicBezTo>
                <a:cubicBezTo>
                  <a:pt x="16581" y="8761"/>
                  <a:pt x="16544" y="8434"/>
                  <a:pt x="16499" y="8112"/>
                </a:cubicBezTo>
                <a:cubicBezTo>
                  <a:pt x="16484" y="8005"/>
                  <a:pt x="16471" y="7896"/>
                  <a:pt x="16454" y="7789"/>
                </a:cubicBezTo>
                <a:cubicBezTo>
                  <a:pt x="16320" y="6944"/>
                  <a:pt x="16131" y="6144"/>
                  <a:pt x="15896" y="5397"/>
                </a:cubicBezTo>
                <a:cubicBezTo>
                  <a:pt x="15882" y="5357"/>
                  <a:pt x="15868" y="5317"/>
                  <a:pt x="15855" y="5276"/>
                </a:cubicBezTo>
                <a:cubicBezTo>
                  <a:pt x="16604" y="4918"/>
                  <a:pt x="17270" y="4478"/>
                  <a:pt x="17850" y="3981"/>
                </a:cubicBezTo>
                <a:cubicBezTo>
                  <a:pt x="19450" y="5638"/>
                  <a:pt x="20476" y="7853"/>
                  <a:pt x="20598" y="10309"/>
                </a:cubicBezTo>
                <a:moveTo>
                  <a:pt x="10309" y="5379"/>
                </a:moveTo>
                <a:cubicBezTo>
                  <a:pt x="9101" y="5329"/>
                  <a:pt x="7961" y="5107"/>
                  <a:pt x="6947" y="4731"/>
                </a:cubicBezTo>
                <a:cubicBezTo>
                  <a:pt x="7749" y="2691"/>
                  <a:pt x="8945" y="1302"/>
                  <a:pt x="10309" y="1031"/>
                </a:cubicBezTo>
                <a:cubicBezTo>
                  <a:pt x="10309" y="1031"/>
                  <a:pt x="10309" y="5379"/>
                  <a:pt x="10309" y="5379"/>
                </a:cubicBezTo>
                <a:close/>
                <a:moveTo>
                  <a:pt x="10309" y="10309"/>
                </a:moveTo>
                <a:lnTo>
                  <a:pt x="5903" y="10309"/>
                </a:lnTo>
                <a:cubicBezTo>
                  <a:pt x="5945" y="8605"/>
                  <a:pt x="6207" y="7019"/>
                  <a:pt x="6629" y="5652"/>
                </a:cubicBezTo>
                <a:cubicBezTo>
                  <a:pt x="7745" y="6066"/>
                  <a:pt x="8991" y="6309"/>
                  <a:pt x="10309" y="6360"/>
                </a:cubicBezTo>
                <a:cubicBezTo>
                  <a:pt x="10309" y="6360"/>
                  <a:pt x="10309" y="10309"/>
                  <a:pt x="10309" y="10309"/>
                </a:cubicBezTo>
                <a:close/>
                <a:moveTo>
                  <a:pt x="10309" y="15240"/>
                </a:moveTo>
                <a:cubicBezTo>
                  <a:pt x="8991" y="15291"/>
                  <a:pt x="7745" y="15534"/>
                  <a:pt x="6629" y="15948"/>
                </a:cubicBezTo>
                <a:cubicBezTo>
                  <a:pt x="6207" y="14581"/>
                  <a:pt x="5945" y="12995"/>
                  <a:pt x="5903" y="11291"/>
                </a:cubicBezTo>
                <a:lnTo>
                  <a:pt x="10309" y="11291"/>
                </a:lnTo>
                <a:cubicBezTo>
                  <a:pt x="10309" y="11291"/>
                  <a:pt x="10309" y="15240"/>
                  <a:pt x="10309" y="15240"/>
                </a:cubicBezTo>
                <a:close/>
                <a:moveTo>
                  <a:pt x="10309" y="20569"/>
                </a:moveTo>
                <a:cubicBezTo>
                  <a:pt x="8945" y="20298"/>
                  <a:pt x="7749" y="18909"/>
                  <a:pt x="6947" y="16869"/>
                </a:cubicBezTo>
                <a:cubicBezTo>
                  <a:pt x="7961" y="16493"/>
                  <a:pt x="9101" y="16271"/>
                  <a:pt x="10309" y="16221"/>
                </a:cubicBezTo>
                <a:cubicBezTo>
                  <a:pt x="10309" y="16221"/>
                  <a:pt x="10309" y="20569"/>
                  <a:pt x="10309" y="20569"/>
                </a:cubicBezTo>
                <a:close/>
                <a:moveTo>
                  <a:pt x="4458" y="18285"/>
                </a:moveTo>
                <a:cubicBezTo>
                  <a:pt x="4934" y="17890"/>
                  <a:pt x="5476" y="17535"/>
                  <a:pt x="6083" y="17239"/>
                </a:cubicBezTo>
                <a:cubicBezTo>
                  <a:pt x="6100" y="17282"/>
                  <a:pt x="6115" y="17329"/>
                  <a:pt x="6132" y="17372"/>
                </a:cubicBezTo>
                <a:cubicBezTo>
                  <a:pt x="6149" y="17410"/>
                  <a:pt x="6163" y="17450"/>
                  <a:pt x="6180" y="17488"/>
                </a:cubicBezTo>
                <a:cubicBezTo>
                  <a:pt x="6484" y="18192"/>
                  <a:pt x="6835" y="18822"/>
                  <a:pt x="7224" y="19369"/>
                </a:cubicBezTo>
                <a:cubicBezTo>
                  <a:pt x="7242" y="19394"/>
                  <a:pt x="7261" y="19419"/>
                  <a:pt x="7279" y="19444"/>
                </a:cubicBezTo>
                <a:cubicBezTo>
                  <a:pt x="7472" y="19710"/>
                  <a:pt x="7674" y="19957"/>
                  <a:pt x="7886" y="20178"/>
                </a:cubicBezTo>
                <a:cubicBezTo>
                  <a:pt x="6610" y="19782"/>
                  <a:pt x="5451" y="19129"/>
                  <a:pt x="4458" y="18285"/>
                </a:cubicBezTo>
                <a:moveTo>
                  <a:pt x="1002" y="11291"/>
                </a:moveTo>
                <a:lnTo>
                  <a:pt x="4927" y="11291"/>
                </a:lnTo>
                <a:cubicBezTo>
                  <a:pt x="4935" y="11574"/>
                  <a:pt x="4940" y="11858"/>
                  <a:pt x="4958" y="12135"/>
                </a:cubicBezTo>
                <a:cubicBezTo>
                  <a:pt x="4967" y="12260"/>
                  <a:pt x="4979" y="12383"/>
                  <a:pt x="4989" y="12507"/>
                </a:cubicBezTo>
                <a:cubicBezTo>
                  <a:pt x="5018" y="12839"/>
                  <a:pt x="5055" y="13166"/>
                  <a:pt x="5100" y="13488"/>
                </a:cubicBezTo>
                <a:cubicBezTo>
                  <a:pt x="5116" y="13596"/>
                  <a:pt x="5129" y="13704"/>
                  <a:pt x="5146" y="13811"/>
                </a:cubicBezTo>
                <a:cubicBezTo>
                  <a:pt x="5280" y="14656"/>
                  <a:pt x="5468" y="15456"/>
                  <a:pt x="5704" y="16203"/>
                </a:cubicBezTo>
                <a:cubicBezTo>
                  <a:pt x="5718" y="16244"/>
                  <a:pt x="5731" y="16284"/>
                  <a:pt x="5744" y="16324"/>
                </a:cubicBezTo>
                <a:cubicBezTo>
                  <a:pt x="4996" y="16682"/>
                  <a:pt x="4330" y="17122"/>
                  <a:pt x="3749" y="17620"/>
                </a:cubicBezTo>
                <a:cubicBezTo>
                  <a:pt x="2150" y="15962"/>
                  <a:pt x="1123" y="13747"/>
                  <a:pt x="1002" y="11291"/>
                </a:cubicBezTo>
                <a:moveTo>
                  <a:pt x="3749" y="3981"/>
                </a:moveTo>
                <a:cubicBezTo>
                  <a:pt x="4330" y="4478"/>
                  <a:pt x="4996" y="4918"/>
                  <a:pt x="5744" y="5276"/>
                </a:cubicBezTo>
                <a:cubicBezTo>
                  <a:pt x="5731" y="5317"/>
                  <a:pt x="5718" y="5357"/>
                  <a:pt x="5704" y="5397"/>
                </a:cubicBezTo>
                <a:cubicBezTo>
                  <a:pt x="5469" y="6144"/>
                  <a:pt x="5280" y="6944"/>
                  <a:pt x="5146" y="7789"/>
                </a:cubicBezTo>
                <a:cubicBezTo>
                  <a:pt x="5129" y="7896"/>
                  <a:pt x="5116" y="8005"/>
                  <a:pt x="5100" y="8112"/>
                </a:cubicBezTo>
                <a:cubicBezTo>
                  <a:pt x="5055" y="8434"/>
                  <a:pt x="5018" y="8761"/>
                  <a:pt x="4989" y="9093"/>
                </a:cubicBezTo>
                <a:cubicBezTo>
                  <a:pt x="4979" y="9217"/>
                  <a:pt x="4967" y="9340"/>
                  <a:pt x="4958" y="9465"/>
                </a:cubicBezTo>
                <a:cubicBezTo>
                  <a:pt x="4940" y="9742"/>
                  <a:pt x="4935" y="10027"/>
                  <a:pt x="4927" y="10309"/>
                </a:cubicBezTo>
                <a:lnTo>
                  <a:pt x="1002" y="10309"/>
                </a:lnTo>
                <a:cubicBezTo>
                  <a:pt x="1123" y="7853"/>
                  <a:pt x="2150" y="5638"/>
                  <a:pt x="3749" y="3981"/>
                </a:cubicBezTo>
                <a:moveTo>
                  <a:pt x="7886" y="1422"/>
                </a:moveTo>
                <a:cubicBezTo>
                  <a:pt x="7674" y="1643"/>
                  <a:pt x="7472" y="1890"/>
                  <a:pt x="7279" y="2156"/>
                </a:cubicBezTo>
                <a:cubicBezTo>
                  <a:pt x="7261" y="2181"/>
                  <a:pt x="7242" y="2206"/>
                  <a:pt x="7224" y="2231"/>
                </a:cubicBezTo>
                <a:cubicBezTo>
                  <a:pt x="6835" y="2778"/>
                  <a:pt x="6484" y="3408"/>
                  <a:pt x="6180" y="4112"/>
                </a:cubicBezTo>
                <a:cubicBezTo>
                  <a:pt x="6163" y="4151"/>
                  <a:pt x="6149" y="4190"/>
                  <a:pt x="6132" y="4229"/>
                </a:cubicBezTo>
                <a:cubicBezTo>
                  <a:pt x="6115" y="4271"/>
                  <a:pt x="6100" y="4318"/>
                  <a:pt x="6083" y="4361"/>
                </a:cubicBezTo>
                <a:cubicBezTo>
                  <a:pt x="5476" y="4065"/>
                  <a:pt x="4934" y="3711"/>
                  <a:pt x="4458" y="3315"/>
                </a:cubicBezTo>
                <a:cubicBezTo>
                  <a:pt x="5451" y="2471"/>
                  <a:pt x="6610" y="1818"/>
                  <a:pt x="7886" y="1422"/>
                </a:cubicBezTo>
                <a:moveTo>
                  <a:pt x="10800" y="0"/>
                </a:moveTo>
                <a:cubicBezTo>
                  <a:pt x="4835" y="0"/>
                  <a:pt x="0" y="4835"/>
                  <a:pt x="0" y="10800"/>
                </a:cubicBezTo>
                <a:cubicBezTo>
                  <a:pt x="0" y="16765"/>
                  <a:pt x="4835" y="21600"/>
                  <a:pt x="10800" y="21600"/>
                </a:cubicBezTo>
                <a:cubicBezTo>
                  <a:pt x="16764" y="21600"/>
                  <a:pt x="21600" y="16765"/>
                  <a:pt x="21600" y="10800"/>
                </a:cubicBezTo>
                <a:cubicBezTo>
                  <a:pt x="21600" y="4835"/>
                  <a:pt x="16764" y="0"/>
                  <a:pt x="10800" y="0"/>
                </a:cubicBezTo>
              </a:path>
            </a:pathLst>
          </a:custGeom>
          <a:solidFill>
            <a:schemeClr val="accent2"/>
          </a:solidFill>
          <a:ln w="0">
            <a:noFill/>
          </a:ln>
        </p:spPr>
        <p:style>
          <a:lnRef idx="0">
            <a:scrgbClr r="0" g="0" b="0"/>
          </a:lnRef>
          <a:fillRef idx="0">
            <a:scrgbClr r="0" g="0" b="0"/>
          </a:fillRef>
          <a:effectRef idx="0">
            <a:scrgbClr r="0" g="0" b="0"/>
          </a:effectRef>
          <a:fontRef idx="minor"/>
        </p:style>
        <p:txBody>
          <a:bodyPr lIns="28440" tIns="28440" rIns="28440" bIns="28440" anchor="ctr">
            <a:noAutofit/>
          </a:bodyPr>
          <a:lstStyle/>
          <a:p>
            <a:pPr algn="ctr" defTabSz="914400">
              <a:lnSpc>
                <a:spcPct val="100000"/>
              </a:lnSpc>
              <a:tabLst>
                <a:tab pos="0" algn="l"/>
              </a:tabLst>
            </a:pPr>
            <a:endParaRPr lang="fr-FR" sz="1400" b="0" strike="noStrike" spc="-1">
              <a:solidFill>
                <a:schemeClr val="dk1"/>
              </a:solidFill>
              <a:latin typeface="Calibri"/>
              <a:ea typeface="Calibri"/>
            </a:endParaRPr>
          </a:p>
        </p:txBody>
      </p:sp>
      <p:sp>
        <p:nvSpPr>
          <p:cNvPr id="132" name="Google Shape;147;p22"/>
          <p:cNvSpPr/>
          <p:nvPr/>
        </p:nvSpPr>
        <p:spPr>
          <a:xfrm rot="10800000" flipH="1">
            <a:off x="0" y="2160"/>
            <a:ext cx="7966800" cy="4051080"/>
          </a:xfrm>
          <a:prstGeom prst="rtTriangle">
            <a:avLst/>
          </a:prstGeom>
          <a:solidFill>
            <a:schemeClr val="dk2"/>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cxnSp>
        <p:nvCxnSpPr>
          <p:cNvPr id="133" name="Google Shape;148;p22"/>
          <p:cNvCxnSpPr/>
          <p:nvPr/>
        </p:nvCxnSpPr>
        <p:spPr>
          <a:xfrm flipV="1">
            <a:off x="0" y="0"/>
            <a:ext cx="4524840" cy="2255400"/>
          </a:xfrm>
          <a:prstGeom prst="straightConnector1">
            <a:avLst/>
          </a:prstGeom>
          <a:ln w="9525">
            <a:solidFill>
              <a:srgbClr val="A5A5A5"/>
            </a:solidFill>
            <a:miter/>
          </a:ln>
        </p:spPr>
      </p:cxnSp>
      <p:cxnSp>
        <p:nvCxnSpPr>
          <p:cNvPr id="134" name="Google Shape;149;p22"/>
          <p:cNvCxnSpPr/>
          <p:nvPr/>
        </p:nvCxnSpPr>
        <p:spPr>
          <a:xfrm flipV="1">
            <a:off x="6752880" y="2943000"/>
            <a:ext cx="2393280" cy="1269000"/>
          </a:xfrm>
          <a:prstGeom prst="straightConnector1">
            <a:avLst/>
          </a:prstGeom>
          <a:ln w="9525">
            <a:solidFill>
              <a:srgbClr val="EAB200"/>
            </a:solidFill>
            <a:miter/>
          </a:ln>
        </p:spPr>
      </p:cxnSp>
      <p:cxnSp>
        <p:nvCxnSpPr>
          <p:cNvPr id="135" name="Google Shape;150;p22"/>
          <p:cNvCxnSpPr/>
          <p:nvPr/>
        </p:nvCxnSpPr>
        <p:spPr>
          <a:xfrm flipV="1">
            <a:off x="-13320" y="3524760"/>
            <a:ext cx="1441800" cy="753120"/>
          </a:xfrm>
          <a:prstGeom prst="straightConnector1">
            <a:avLst/>
          </a:prstGeom>
          <a:ln w="9525">
            <a:solidFill>
              <a:srgbClr val="00194C"/>
            </a:solidFill>
            <a:miter/>
          </a:ln>
        </p:spPr>
      </p:cxnSp>
    </p:spTree>
  </p:cSld>
  <p:clrMap bg1="lt1" tx1="dk1" bg2="lt2" tx2="dk2" accent1="accent1" accent2="accent2" accent3="accent3" accent4="accent4" accent5="accent5" accent6="accent6" hlink="hlink" folHlink="folHlink"/>
  <p:sldLayoutIdLst>
    <p:sldLayoutId id="214748370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4.xml"/><Relationship Id="rId5" Type="http://schemas.openxmlformats.org/officeDocument/2006/relationships/image" Target="../media/image6.png"/><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4.xml"/><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4.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4.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24.xml"/><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4.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0.xml"/><Relationship Id="rId1" Type="http://schemas.openxmlformats.org/officeDocument/2006/relationships/slideLayout" Target="../slideLayouts/slideLayout24.xml"/></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1.xml"/><Relationship Id="rId1" Type="http://schemas.openxmlformats.org/officeDocument/2006/relationships/slideLayout" Target="../slideLayouts/slideLayout24.xml"/><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24.xml"/><Relationship Id="rId4" Type="http://schemas.openxmlformats.org/officeDocument/2006/relationships/image" Target="../media/image19.jpeg"/></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4.xml"/><Relationship Id="rId5" Type="http://schemas.openxmlformats.org/officeDocument/2006/relationships/image" Target="../media/image21.png"/><Relationship Id="rId4"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4.xml"/><Relationship Id="rId1" Type="http://schemas.openxmlformats.org/officeDocument/2006/relationships/slideLayout" Target="../slideLayouts/slideLayout24.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24.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6.xml"/><Relationship Id="rId1" Type="http://schemas.openxmlformats.org/officeDocument/2006/relationships/slideLayout" Target="../slideLayouts/slideLayout24.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xml"/><Relationship Id="rId1" Type="http://schemas.openxmlformats.org/officeDocument/2006/relationships/slideLayout" Target="../slideLayouts/slideLayout24.xml"/><Relationship Id="rId5" Type="http://schemas.openxmlformats.org/officeDocument/2006/relationships/image" Target="../media/image25.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9.xml"/><Relationship Id="rId1" Type="http://schemas.openxmlformats.org/officeDocument/2006/relationships/slideLayout" Target="../slideLayouts/slideLayout24.xml"/></Relationships>
</file>

<file path=ppt/slides/_rels/slide2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0.xml"/><Relationship Id="rId1" Type="http://schemas.openxmlformats.org/officeDocument/2006/relationships/slideLayout" Target="../slideLayouts/slideLayout24.xml"/></Relationships>
</file>

<file path=ppt/slides/_rels/slide2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1.xml"/><Relationship Id="rId1" Type="http://schemas.openxmlformats.org/officeDocument/2006/relationships/slideLayout" Target="../slideLayouts/slideLayout24.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2.xml"/><Relationship Id="rId1" Type="http://schemas.openxmlformats.org/officeDocument/2006/relationships/slideLayout" Target="../slideLayouts/slideLayout24.xml"/></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4.xml"/></Relationships>
</file>

<file path=ppt/slides/_rels/slide2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4.xml"/><Relationship Id="rId1" Type="http://schemas.openxmlformats.org/officeDocument/2006/relationships/slideLayout" Target="../slideLayouts/slideLayout24.xml"/></Relationships>
</file>

<file path=ppt/slides/_rels/slide2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25.xml"/><Relationship Id="rId1" Type="http://schemas.openxmlformats.org/officeDocument/2006/relationships/slideLayout" Target="../slideLayouts/slideLayout24.xml"/></Relationships>
</file>

<file path=ppt/slides/_rels/slide2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26.xml"/><Relationship Id="rId1" Type="http://schemas.openxmlformats.org/officeDocument/2006/relationships/slideLayout" Target="../slideLayouts/slideLayout2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4.xml"/></Relationships>
</file>

<file path=ppt/slides/_rels/slide29.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 name="Google Shape;254;p33"/>
          <p:cNvSpPr/>
          <p:nvPr/>
        </p:nvSpPr>
        <p:spPr>
          <a:xfrm rot="16200000">
            <a:off x="2009520" y="1793520"/>
            <a:ext cx="1807560" cy="1558080"/>
          </a:xfrm>
          <a:prstGeom prst="hexagon">
            <a:avLst>
              <a:gd name="adj" fmla="val 25000"/>
              <a:gd name="vf" fmla="val 115470"/>
            </a:avLst>
          </a:pr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143" name="PlaceHolder 1"/>
          <p:cNvSpPr>
            <a:spLocks noGrp="1"/>
          </p:cNvSpPr>
          <p:nvPr>
            <p:ph type="title"/>
          </p:nvPr>
        </p:nvSpPr>
        <p:spPr>
          <a:xfrm>
            <a:off x="5505480" y="1400760"/>
            <a:ext cx="3638160" cy="1209960"/>
          </a:xfrm>
          <a:prstGeom prst="rect">
            <a:avLst/>
          </a:prstGeom>
          <a:noFill/>
          <a:ln w="0">
            <a:noFill/>
          </a:ln>
        </p:spPr>
        <p:txBody>
          <a:bodyPr lIns="68400" tIns="34200" rIns="68400" bIns="0" anchor="b">
            <a:normAutofit fontScale="90240"/>
          </a:bodyPr>
          <a:lstStyle/>
          <a:p>
            <a:pPr indent="0" defTabSz="914400">
              <a:lnSpc>
                <a:spcPct val="90000"/>
              </a:lnSpc>
              <a:buNone/>
              <a:tabLst>
                <a:tab pos="0" algn="l"/>
              </a:tabLst>
            </a:pPr>
            <a:r>
              <a:rPr lang="fr-FR" sz="3200" b="1" strike="noStrike" spc="-1" dirty="0">
                <a:solidFill>
                  <a:schemeClr val="accent1"/>
                </a:solidFill>
                <a:latin typeface="Calibri"/>
                <a:ea typeface="Calibri"/>
              </a:rPr>
              <a:t>Analysez les ventes du site web de </a:t>
            </a:r>
            <a:r>
              <a:rPr lang="fr-FR" sz="3200" b="1" strike="noStrike" spc="-1" dirty="0" err="1">
                <a:solidFill>
                  <a:schemeClr val="accent1"/>
                </a:solidFill>
                <a:latin typeface="Calibri"/>
                <a:ea typeface="Calibri"/>
              </a:rPr>
              <a:t>Lapage</a:t>
            </a:r>
            <a:endParaRPr lang="fr-FR" sz="3200" b="0" strike="noStrike" spc="-1" dirty="0">
              <a:solidFill>
                <a:schemeClr val="dk1"/>
              </a:solidFill>
              <a:latin typeface="Arial"/>
            </a:endParaRPr>
          </a:p>
        </p:txBody>
      </p:sp>
      <p:sp>
        <p:nvSpPr>
          <p:cNvPr id="144" name="PlaceHolder 2"/>
          <p:cNvSpPr>
            <a:spLocks noGrp="1"/>
          </p:cNvSpPr>
          <p:nvPr>
            <p:ph type="subTitle"/>
          </p:nvPr>
        </p:nvSpPr>
        <p:spPr>
          <a:xfrm>
            <a:off x="5680080" y="2800440"/>
            <a:ext cx="3638520" cy="941040"/>
          </a:xfrm>
          <a:prstGeom prst="rect">
            <a:avLst/>
          </a:prstGeom>
          <a:noFill/>
          <a:ln w="0">
            <a:noFill/>
          </a:ln>
        </p:spPr>
        <p:txBody>
          <a:bodyPr lIns="68400" tIns="34200" rIns="68400" bIns="34200" anchor="t">
            <a:noAutofit/>
          </a:bodyPr>
          <a:lstStyle/>
          <a:p>
            <a:pPr marL="228600" indent="0" defTabSz="914400">
              <a:lnSpc>
                <a:spcPct val="90000"/>
              </a:lnSpc>
              <a:spcBef>
                <a:spcPts val="1001"/>
              </a:spcBef>
              <a:buNone/>
              <a:tabLst>
                <a:tab pos="0" algn="l"/>
              </a:tabLst>
            </a:pPr>
            <a:r>
              <a:rPr lang="fr" sz="1800" b="0" strike="noStrike" spc="-1" dirty="0">
                <a:solidFill>
                  <a:schemeClr val="accent6"/>
                </a:solidFill>
                <a:latin typeface="Calibri"/>
                <a:ea typeface="Calibri"/>
              </a:rPr>
              <a:t>Zied Belhocine</a:t>
            </a:r>
            <a:endParaRPr lang="fr-FR" sz="1800" b="0" strike="noStrike" spc="-1" dirty="0">
              <a:solidFill>
                <a:srgbClr val="000000"/>
              </a:solidFill>
              <a:latin typeface="Arial"/>
            </a:endParaRPr>
          </a:p>
        </p:txBody>
      </p:sp>
      <p:pic>
        <p:nvPicPr>
          <p:cNvPr id="145" name="Google Shape;258;p33" descr="https://lh5.googleusercontent.com/TcdnvzxQ7ulQo8GiFwfIKujloK6EfAJv7ikP-EvnfdTVQnROS3WXw6XSx9Cpd73e_l7GCUAnbxroB-qlzG2fvYdCyl-Y5QZ95MpiD-GfDN-4taJyHRqsr3vOZzc3ONTBu52b0HIdUOMeHvdHiA_5tD0"/>
          <p:cNvPicPr/>
          <p:nvPr/>
        </p:nvPicPr>
        <p:blipFill>
          <a:blip r:embed="rId3"/>
          <a:srcRect l="11387" t="12668" r="63938" b="13980"/>
          <a:stretch/>
        </p:blipFill>
        <p:spPr>
          <a:xfrm>
            <a:off x="1979640" y="1607760"/>
            <a:ext cx="1799640" cy="1777680"/>
          </a:xfrm>
          <a:prstGeom prst="rect">
            <a:avLst/>
          </a:prstGeom>
          <a:ln w="0">
            <a:noFill/>
          </a:ln>
        </p:spPr>
      </p:pic>
      <p:pic>
        <p:nvPicPr>
          <p:cNvPr id="146" name="Image 2"/>
          <p:cNvPicPr/>
          <p:nvPr/>
        </p:nvPicPr>
        <p:blipFill>
          <a:blip r:embed="rId4"/>
          <a:stretch/>
        </p:blipFill>
        <p:spPr>
          <a:xfrm>
            <a:off x="660240" y="1035000"/>
            <a:ext cx="4734720" cy="315144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355320" y="363960"/>
            <a:ext cx="5504760" cy="90936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4800" b="1" strike="noStrike" spc="-1">
                <a:solidFill>
                  <a:schemeClr val="accent1"/>
                </a:solidFill>
                <a:latin typeface="Calibri"/>
                <a:ea typeface="Calibri"/>
              </a:rPr>
              <a:t>Contexte</a:t>
            </a:r>
            <a:r>
              <a:rPr lang="fr-FR" sz="2000" b="0" strike="noStrike" spc="-1">
                <a:solidFill>
                  <a:schemeClr val="dk1"/>
                </a:solidFill>
                <a:latin typeface="Arial"/>
                <a:ea typeface="Calibri"/>
              </a:rPr>
              <a:t> </a:t>
            </a:r>
            <a:endParaRPr lang="fr-FR" sz="2000" b="0" strike="noStrike" spc="-1">
              <a:solidFill>
                <a:schemeClr val="dk1"/>
              </a:solidFill>
              <a:latin typeface="Arial"/>
            </a:endParaRPr>
          </a:p>
        </p:txBody>
      </p:sp>
      <p:sp>
        <p:nvSpPr>
          <p:cNvPr id="148" name="PlaceHolder 2"/>
          <p:cNvSpPr>
            <a:spLocks noGrp="1"/>
          </p:cNvSpPr>
          <p:nvPr>
            <p:ph/>
          </p:nvPr>
        </p:nvSpPr>
        <p:spPr>
          <a:xfrm>
            <a:off x="355320" y="1222928"/>
            <a:ext cx="3416760" cy="2876400"/>
          </a:xfrm>
          <a:prstGeom prst="rect">
            <a:avLst/>
          </a:prstGeom>
          <a:noFill/>
          <a:ln w="0">
            <a:noFill/>
          </a:ln>
        </p:spPr>
        <p:txBody>
          <a:bodyPr lIns="68400" tIns="34200" rIns="68400" bIns="34200" anchor="t">
            <a:noAutofit/>
          </a:bodyPr>
          <a:lstStyle/>
          <a:p>
            <a:pPr indent="0" defTabSz="914400">
              <a:lnSpc>
                <a:spcPct val="100000"/>
              </a:lnSpc>
              <a:buNone/>
              <a:tabLst>
                <a:tab pos="0" algn="l"/>
              </a:tabLst>
            </a:pPr>
            <a:r>
              <a:rPr lang="fr-FR" sz="1400" b="0" strike="noStrike" spc="-1" dirty="0">
                <a:solidFill>
                  <a:schemeClr val="dk1"/>
                </a:solidFill>
                <a:latin typeface="Arial"/>
              </a:rPr>
              <a:t>L’entreprise </a:t>
            </a:r>
            <a:r>
              <a:rPr lang="fr-FR" sz="1400" b="0" strike="noStrike" spc="-1" dirty="0" err="1">
                <a:solidFill>
                  <a:schemeClr val="dk1"/>
                </a:solidFill>
                <a:latin typeface="Arial"/>
              </a:rPr>
              <a:t>Lapage</a:t>
            </a:r>
            <a:r>
              <a:rPr lang="fr-FR" sz="1400" b="0" strike="noStrike" spc="-1" dirty="0">
                <a:solidFill>
                  <a:schemeClr val="dk1"/>
                </a:solidFill>
                <a:latin typeface="Arial"/>
              </a:rPr>
              <a:t>  a ouvert depuis 2 ans un site de vente en ligne. La structure a besoin d’aide pour mieux comprendre ses données.</a:t>
            </a:r>
          </a:p>
          <a:p>
            <a:pPr indent="0" defTabSz="914400">
              <a:lnSpc>
                <a:spcPct val="100000"/>
              </a:lnSpc>
              <a:buNone/>
              <a:tabLst>
                <a:tab pos="0" algn="l"/>
              </a:tabLst>
            </a:pPr>
            <a:r>
              <a:rPr lang="fr-FR" sz="1400" b="0" strike="noStrike" spc="-1" dirty="0">
                <a:solidFill>
                  <a:schemeClr val="dk1"/>
                </a:solidFill>
                <a:latin typeface="Arial"/>
              </a:rPr>
              <a:t>Cette analyse va être découpée en deux parties :</a:t>
            </a:r>
          </a:p>
          <a:p>
            <a:pPr indent="0" defTabSz="914400">
              <a:lnSpc>
                <a:spcPct val="100000"/>
              </a:lnSpc>
              <a:buNone/>
              <a:tabLst>
                <a:tab pos="0" algn="l"/>
              </a:tabLst>
            </a:pPr>
            <a:r>
              <a:rPr lang="fr-FR" sz="1400" b="0" strike="noStrike" spc="-1" dirty="0">
                <a:solidFill>
                  <a:schemeClr val="dk1"/>
                </a:solidFill>
                <a:latin typeface="Arial"/>
              </a:rPr>
              <a:t>Une analyse des différents indicateurs de vente.</a:t>
            </a:r>
          </a:p>
          <a:p>
            <a:pPr indent="0" defTabSz="914400">
              <a:lnSpc>
                <a:spcPct val="100000"/>
              </a:lnSpc>
              <a:buNone/>
              <a:tabLst>
                <a:tab pos="0" algn="l"/>
              </a:tabLst>
            </a:pPr>
            <a:r>
              <a:rPr lang="fr-FR" sz="1400" b="0" strike="noStrike" spc="-1" dirty="0">
                <a:solidFill>
                  <a:schemeClr val="dk1"/>
                </a:solidFill>
                <a:latin typeface="Arial"/>
              </a:rPr>
              <a:t>Une analyse plus ciblée sur les clients : l’objectif est de comprendre le comportement de nos clients en ligne, pour pouvoir ensuite comparer avec la connaissance acquise via nos librairies physiques. </a:t>
            </a:r>
          </a:p>
        </p:txBody>
      </p:sp>
      <p:sp>
        <p:nvSpPr>
          <p:cNvPr id="149" name="PlaceHolder 3"/>
          <p:cNvSpPr>
            <a:spLocks noGrp="1"/>
          </p:cNvSpPr>
          <p:nvPr>
            <p:ph type="sldNum" idx="33"/>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chemeClr val="lt2"/>
                </a:solidFill>
                <a:latin typeface="Calibri"/>
                <a:ea typeface="Calibri"/>
              </a:defRPr>
            </a:lvl1pPr>
          </a:lstStyle>
          <a:p>
            <a:pPr indent="0" algn="r" defTabSz="914400">
              <a:lnSpc>
                <a:spcPct val="100000"/>
              </a:lnSpc>
              <a:buNone/>
              <a:tabLst>
                <a:tab pos="0" algn="l"/>
              </a:tabLst>
            </a:pPr>
            <a:fld id="{EB1CE14A-F754-46D4-919F-9F1A57B29831}" type="slidenum">
              <a:rPr lang="fr" sz="900" b="0" strike="noStrike" spc="-1">
                <a:solidFill>
                  <a:schemeClr val="lt2"/>
                </a:solidFill>
                <a:latin typeface="Calibri"/>
                <a:ea typeface="Calibri"/>
              </a:rPr>
              <a:t>2</a:t>
            </a:fld>
            <a:endParaRPr lang="fr-FR" sz="900" b="0" strike="noStrike" spc="-1">
              <a:solidFill>
                <a:srgbClr val="000000"/>
              </a:solidFill>
              <a:latin typeface="Times New Roman"/>
            </a:endParaRPr>
          </a:p>
        </p:txBody>
      </p:sp>
      <p:pic>
        <p:nvPicPr>
          <p:cNvPr id="150" name="Image 2"/>
          <p:cNvPicPr/>
          <p:nvPr/>
        </p:nvPicPr>
        <p:blipFill>
          <a:blip r:embed="rId3"/>
          <a:stretch/>
        </p:blipFill>
        <p:spPr>
          <a:xfrm>
            <a:off x="4259160" y="513360"/>
            <a:ext cx="4100760" cy="4100760"/>
          </a:xfrm>
          <a:prstGeom prst="rect">
            <a:avLst/>
          </a:prstGeom>
          <a:ln w="0">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389160" y="156600"/>
            <a:ext cx="4687560" cy="85896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Les données initiales</a:t>
            </a:r>
            <a:endParaRPr lang="fr-FR" sz="3300" b="0" strike="noStrike" spc="-1">
              <a:solidFill>
                <a:schemeClr val="dk1"/>
              </a:solidFill>
              <a:latin typeface="Arial"/>
            </a:endParaRPr>
          </a:p>
        </p:txBody>
      </p:sp>
      <p:sp>
        <p:nvSpPr>
          <p:cNvPr id="152" name="PlaceHolder 2"/>
          <p:cNvSpPr>
            <a:spLocks noGrp="1"/>
          </p:cNvSpPr>
          <p:nvPr>
            <p:ph/>
          </p:nvPr>
        </p:nvSpPr>
        <p:spPr>
          <a:xfrm>
            <a:off x="1936800" y="1350720"/>
            <a:ext cx="6976440" cy="3033720"/>
          </a:xfrm>
          <a:prstGeom prst="rect">
            <a:avLst/>
          </a:prstGeom>
          <a:noFill/>
          <a:ln w="0">
            <a:noFill/>
          </a:ln>
        </p:spPr>
        <p:txBody>
          <a:bodyPr lIns="68400" tIns="34200" rIns="68400" bIns="34200" anchor="t">
            <a:normAutofit/>
          </a:bodyPr>
          <a:lstStyle/>
          <a:p>
            <a:pPr indent="0" defTabSz="914400">
              <a:lnSpc>
                <a:spcPct val="90000"/>
              </a:lnSpc>
              <a:buNone/>
              <a:tabLst>
                <a:tab pos="0" algn="l"/>
              </a:tabLst>
            </a:pPr>
            <a:r>
              <a:rPr lang="fr-FR" sz="1800" b="0" strike="noStrike" spc="-1">
                <a:solidFill>
                  <a:schemeClr val="dk1"/>
                </a:solidFill>
                <a:latin typeface="Calibri"/>
                <a:ea typeface="Calibri"/>
              </a:rPr>
              <a:t>On dispose de trois fichiers pour nos analyses.</a:t>
            </a:r>
            <a:endParaRPr lang="fr-FR" sz="1800" b="0" strike="noStrike" spc="-1">
              <a:solidFill>
                <a:schemeClr val="dk1"/>
              </a:solidFill>
              <a:latin typeface="Arial"/>
            </a:endParaRPr>
          </a:p>
        </p:txBody>
      </p:sp>
      <p:sp>
        <p:nvSpPr>
          <p:cNvPr id="153" name="PlaceHolder 3"/>
          <p:cNvSpPr>
            <a:spLocks noGrp="1"/>
          </p:cNvSpPr>
          <p:nvPr>
            <p:ph type="sldNum" idx="34"/>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881EC69E-893E-408B-B0B8-F41036EB846E}" type="slidenum">
              <a:rPr lang="fr" sz="900" b="0" strike="noStrike" spc="-1">
                <a:solidFill>
                  <a:srgbClr val="9E9E9E"/>
                </a:solidFill>
                <a:latin typeface="Calibri"/>
                <a:ea typeface="Calibri"/>
              </a:rPr>
              <a:t>3</a:t>
            </a:fld>
            <a:endParaRPr lang="fr-FR" sz="900" b="0" strike="noStrike" spc="-1">
              <a:solidFill>
                <a:srgbClr val="000000"/>
              </a:solidFill>
              <a:latin typeface="Times New Roman"/>
            </a:endParaRPr>
          </a:p>
        </p:txBody>
      </p:sp>
      <p:sp>
        <p:nvSpPr>
          <p:cNvPr id="154" name="ZoneTexte 2"/>
          <p:cNvSpPr/>
          <p:nvPr/>
        </p:nvSpPr>
        <p:spPr>
          <a:xfrm>
            <a:off x="389160" y="4021920"/>
            <a:ext cx="23846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fr-FR" sz="1200" b="1" strike="noStrike" spc="-1">
                <a:solidFill>
                  <a:srgbClr val="000000"/>
                </a:solidFill>
                <a:latin typeface="Arial"/>
                <a:ea typeface="Arial"/>
              </a:rPr>
              <a:t>Clients</a:t>
            </a:r>
            <a:endParaRPr lang="fr-FR" sz="1200" b="0" strike="noStrike" spc="-1">
              <a:solidFill>
                <a:srgbClr val="000000"/>
              </a:solidFill>
              <a:latin typeface="Arial"/>
            </a:endParaRPr>
          </a:p>
        </p:txBody>
      </p:sp>
      <p:sp>
        <p:nvSpPr>
          <p:cNvPr id="155" name="ZoneTexte 4"/>
          <p:cNvSpPr/>
          <p:nvPr/>
        </p:nvSpPr>
        <p:spPr>
          <a:xfrm>
            <a:off x="6070320" y="4021920"/>
            <a:ext cx="23846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fr-FR" sz="1200" b="1" strike="noStrike" spc="-1">
                <a:solidFill>
                  <a:srgbClr val="000000"/>
                </a:solidFill>
                <a:latin typeface="Arial"/>
                <a:ea typeface="Arial"/>
              </a:rPr>
              <a:t>Produits</a:t>
            </a:r>
            <a:endParaRPr lang="fr-FR" sz="1200" b="0" strike="noStrike" spc="-1">
              <a:solidFill>
                <a:srgbClr val="000000"/>
              </a:solidFill>
              <a:latin typeface="Arial"/>
            </a:endParaRPr>
          </a:p>
        </p:txBody>
      </p:sp>
      <p:sp>
        <p:nvSpPr>
          <p:cNvPr id="156" name="ZoneTexte 5"/>
          <p:cNvSpPr/>
          <p:nvPr/>
        </p:nvSpPr>
        <p:spPr>
          <a:xfrm>
            <a:off x="3230640" y="4021920"/>
            <a:ext cx="2384640" cy="272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ctr" defTabSz="914400">
              <a:lnSpc>
                <a:spcPct val="100000"/>
              </a:lnSpc>
            </a:pPr>
            <a:r>
              <a:rPr lang="fr-FR" sz="1200" b="1" strike="noStrike" spc="-1">
                <a:solidFill>
                  <a:srgbClr val="000000"/>
                </a:solidFill>
                <a:latin typeface="Arial"/>
                <a:ea typeface="Arial"/>
              </a:rPr>
              <a:t>Transactions</a:t>
            </a:r>
            <a:endParaRPr lang="fr-FR" sz="1200" b="0" strike="noStrike" spc="-1">
              <a:solidFill>
                <a:srgbClr val="000000"/>
              </a:solidFill>
              <a:latin typeface="Arial"/>
            </a:endParaRPr>
          </a:p>
        </p:txBody>
      </p:sp>
      <p:pic>
        <p:nvPicPr>
          <p:cNvPr id="157" name="Picture 2" descr="People - Vecteurs : téléchargez gratuitement des vecteurs de haute qualité  sur Freepik | Freepik"/>
          <p:cNvPicPr/>
          <p:nvPr/>
        </p:nvPicPr>
        <p:blipFill>
          <a:blip r:embed="rId3"/>
          <a:stretch/>
        </p:blipFill>
        <p:spPr>
          <a:xfrm>
            <a:off x="389160" y="1860480"/>
            <a:ext cx="2522880" cy="2161080"/>
          </a:xfrm>
          <a:prstGeom prst="rect">
            <a:avLst/>
          </a:prstGeom>
          <a:ln w="0">
            <a:noFill/>
          </a:ln>
        </p:spPr>
      </p:pic>
      <p:pic>
        <p:nvPicPr>
          <p:cNvPr id="158" name="Picture 4" descr="fille faisant une transaction de paiement en ligne 9160026 Art vectoriel  chez Vecteezy"/>
          <p:cNvPicPr/>
          <p:nvPr/>
        </p:nvPicPr>
        <p:blipFill>
          <a:blip r:embed="rId4"/>
          <a:stretch/>
        </p:blipFill>
        <p:spPr>
          <a:xfrm>
            <a:off x="3128040" y="1866240"/>
            <a:ext cx="2588400" cy="2155320"/>
          </a:xfrm>
          <a:prstGeom prst="rect">
            <a:avLst/>
          </a:prstGeom>
          <a:ln w="0">
            <a:noFill/>
          </a:ln>
        </p:spPr>
      </p:pic>
      <p:pic>
        <p:nvPicPr>
          <p:cNvPr id="159" name="Picture 6" descr="Qu'est-ce que l'ISBN ?"/>
          <p:cNvPicPr/>
          <p:nvPr/>
        </p:nvPicPr>
        <p:blipFill>
          <a:blip r:embed="rId5"/>
          <a:stretch/>
        </p:blipFill>
        <p:spPr>
          <a:xfrm>
            <a:off x="5595840" y="2084040"/>
            <a:ext cx="3222360" cy="1847520"/>
          </a:xfrm>
          <a:prstGeom prst="rect">
            <a:avLst/>
          </a:prstGeom>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 name="PlaceHolder 1"/>
          <p:cNvSpPr>
            <a:spLocks noGrp="1"/>
          </p:cNvSpPr>
          <p:nvPr>
            <p:ph type="sldNum" idx="35"/>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3AEA1430-CE73-4664-8140-0AB38B4B8763}" type="slidenum">
              <a:rPr lang="fr" sz="900" b="0" strike="noStrike" spc="-1">
                <a:solidFill>
                  <a:srgbClr val="9E9E9E"/>
                </a:solidFill>
                <a:latin typeface="Calibri"/>
                <a:ea typeface="Calibri"/>
              </a:rPr>
              <a:t>4</a:t>
            </a:fld>
            <a:endParaRPr lang="fr-FR" sz="900" b="0" strike="noStrike" spc="-1">
              <a:solidFill>
                <a:srgbClr val="000000"/>
              </a:solidFill>
              <a:latin typeface="Times New Roman"/>
            </a:endParaRPr>
          </a:p>
        </p:txBody>
      </p:sp>
      <p:pic>
        <p:nvPicPr>
          <p:cNvPr id="161" name="Picture 2" descr="Indicateurs kpis - Vecteurs : téléchargez gratuitement des vecteurs de  haute qualité sur Freepik | Freepik"/>
          <p:cNvPicPr/>
          <p:nvPr/>
        </p:nvPicPr>
        <p:blipFill>
          <a:blip r:embed="rId3"/>
          <a:stretch/>
        </p:blipFill>
        <p:spPr>
          <a:xfrm>
            <a:off x="4362840" y="524520"/>
            <a:ext cx="4093920" cy="4093920"/>
          </a:xfrm>
          <a:prstGeom prst="rect">
            <a:avLst/>
          </a:prstGeom>
          <a:ln w="0">
            <a:noFill/>
          </a:ln>
        </p:spPr>
      </p:pic>
      <p:sp>
        <p:nvSpPr>
          <p:cNvPr id="162" name="ZoneTexte 3"/>
          <p:cNvSpPr/>
          <p:nvPr/>
        </p:nvSpPr>
        <p:spPr>
          <a:xfrm>
            <a:off x="1097280" y="1002240"/>
            <a:ext cx="3087360" cy="3107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fr-FR" sz="6600" b="1" strike="noStrike" spc="-1">
                <a:solidFill>
                  <a:schemeClr val="accent1"/>
                </a:solidFill>
                <a:latin typeface="Calibri"/>
                <a:ea typeface="Calibri"/>
              </a:rPr>
              <a:t>Les chiffres clés</a:t>
            </a:r>
            <a:endParaRPr lang="fr-FR" sz="6600" b="0" strike="noStrike" spc="-1">
              <a:solidFill>
                <a:srgbClr val="000000"/>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Chiffre d’affaire</a:t>
            </a:r>
            <a:endParaRPr lang="fr-FR" sz="3300" b="0" strike="noStrike" spc="-1">
              <a:solidFill>
                <a:schemeClr val="dk1"/>
              </a:solidFill>
              <a:latin typeface="Arial"/>
            </a:endParaRPr>
          </a:p>
        </p:txBody>
      </p:sp>
      <p:sp>
        <p:nvSpPr>
          <p:cNvPr id="167" name="PlaceHolder 2"/>
          <p:cNvSpPr>
            <a:spLocks noGrp="1"/>
          </p:cNvSpPr>
          <p:nvPr>
            <p:ph type="sldNum" idx="37"/>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75E8AB75-CE03-444C-9AE6-368FAEDE02B6}" type="slidenum">
              <a:rPr lang="fr" sz="900" b="0" strike="noStrike" spc="-1">
                <a:solidFill>
                  <a:srgbClr val="9E9E9E"/>
                </a:solidFill>
                <a:latin typeface="Calibri"/>
                <a:ea typeface="Calibri"/>
              </a:rPr>
              <a:t>5</a:t>
            </a:fld>
            <a:endParaRPr lang="fr-FR" sz="900" b="0" strike="noStrike" spc="-1">
              <a:solidFill>
                <a:srgbClr val="000000"/>
              </a:solidFill>
              <a:latin typeface="Times New Roman"/>
            </a:endParaRPr>
          </a:p>
        </p:txBody>
      </p:sp>
      <p:pic>
        <p:nvPicPr>
          <p:cNvPr id="168" name="Image 2"/>
          <p:cNvPicPr/>
          <p:nvPr/>
        </p:nvPicPr>
        <p:blipFill>
          <a:blip r:embed="rId3"/>
          <a:stretch/>
        </p:blipFill>
        <p:spPr>
          <a:xfrm>
            <a:off x="1752840" y="952560"/>
            <a:ext cx="4852440" cy="3483000"/>
          </a:xfrm>
          <a:prstGeom prst="rect">
            <a:avLst/>
          </a:prstGeom>
          <a:ln w="0">
            <a:noFill/>
          </a:ln>
        </p:spPr>
      </p:pic>
      <p:sp>
        <p:nvSpPr>
          <p:cNvPr id="169" name="ZoneTexte 3"/>
          <p:cNvSpPr/>
          <p:nvPr/>
        </p:nvSpPr>
        <p:spPr>
          <a:xfrm>
            <a:off x="1969560" y="4566600"/>
            <a:ext cx="489024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fr-FR" sz="1800" b="0" strike="noStrike" spc="-1">
                <a:solidFill>
                  <a:schemeClr val="dk1"/>
                </a:solidFill>
                <a:latin typeface="Arial"/>
              </a:rPr>
              <a:t>CA total depuis l’ouverture du site : 11,8 M d’€.</a:t>
            </a:r>
            <a:endParaRPr lang="fr-FR" sz="18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Les transactions</a:t>
            </a:r>
            <a:endParaRPr lang="fr-FR" sz="3300" b="0" strike="noStrike" spc="-1">
              <a:solidFill>
                <a:schemeClr val="dk1"/>
              </a:solidFill>
              <a:latin typeface="Arial"/>
            </a:endParaRPr>
          </a:p>
        </p:txBody>
      </p:sp>
      <p:sp>
        <p:nvSpPr>
          <p:cNvPr id="164" name="PlaceHolder 2"/>
          <p:cNvSpPr>
            <a:spLocks noGrp="1"/>
          </p:cNvSpPr>
          <p:nvPr>
            <p:ph type="sldNum" idx="36"/>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4E7D66D3-BAFA-45F4-A70F-B0C73A72C06E}" type="slidenum">
              <a:rPr lang="fr" sz="900" b="0" strike="noStrike" spc="-1">
                <a:solidFill>
                  <a:srgbClr val="9E9E9E"/>
                </a:solidFill>
                <a:latin typeface="Calibri"/>
                <a:ea typeface="Calibri"/>
              </a:rPr>
              <a:t>6</a:t>
            </a:fld>
            <a:endParaRPr lang="fr-FR" sz="900" b="0" strike="noStrike" spc="-1">
              <a:solidFill>
                <a:srgbClr val="000000"/>
              </a:solidFill>
              <a:latin typeface="Times New Roman"/>
            </a:endParaRPr>
          </a:p>
        </p:txBody>
      </p:sp>
      <p:pic>
        <p:nvPicPr>
          <p:cNvPr id="165" name="Image 3"/>
          <p:cNvPicPr/>
          <p:nvPr/>
        </p:nvPicPr>
        <p:blipFill>
          <a:blip r:embed="rId3"/>
          <a:stretch/>
        </p:blipFill>
        <p:spPr>
          <a:xfrm>
            <a:off x="1447200" y="775440"/>
            <a:ext cx="5858280" cy="4237560"/>
          </a:xfrm>
          <a:prstGeom prst="rect">
            <a:avLst/>
          </a:prstGeom>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501480" y="266760"/>
            <a:ext cx="68947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rgbClr val="000000"/>
                </a:solidFill>
                <a:latin typeface="Arial"/>
              </a:rPr>
              <a:t>Zoom sur les catégories de produits</a:t>
            </a:r>
            <a:endParaRPr lang="fr-FR" sz="3300" b="0" strike="noStrike" spc="-1">
              <a:solidFill>
                <a:schemeClr val="dk1"/>
              </a:solidFill>
              <a:latin typeface="Arial"/>
            </a:endParaRPr>
          </a:p>
        </p:txBody>
      </p:sp>
      <p:sp>
        <p:nvSpPr>
          <p:cNvPr id="171" name="PlaceHolder 2"/>
          <p:cNvSpPr>
            <a:spLocks noGrp="1"/>
          </p:cNvSpPr>
          <p:nvPr>
            <p:ph type="sldNum" idx="38"/>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B16793F3-C42F-491C-9555-F5AE491DAE64}" type="slidenum">
              <a:rPr lang="fr" sz="900" b="0" strike="noStrike" spc="-1">
                <a:solidFill>
                  <a:srgbClr val="9E9E9E"/>
                </a:solidFill>
                <a:latin typeface="Calibri"/>
                <a:ea typeface="Calibri"/>
              </a:rPr>
              <a:t>7</a:t>
            </a:fld>
            <a:endParaRPr lang="fr-FR" sz="900" b="0" strike="noStrike" spc="-1">
              <a:solidFill>
                <a:srgbClr val="000000"/>
              </a:solidFill>
              <a:latin typeface="Times New Roman"/>
            </a:endParaRPr>
          </a:p>
        </p:txBody>
      </p:sp>
      <p:pic>
        <p:nvPicPr>
          <p:cNvPr id="172" name="Image 2"/>
          <p:cNvPicPr/>
          <p:nvPr/>
        </p:nvPicPr>
        <p:blipFill>
          <a:blip r:embed="rId3"/>
          <a:stretch/>
        </p:blipFill>
        <p:spPr>
          <a:xfrm>
            <a:off x="1273680" y="910800"/>
            <a:ext cx="5962680" cy="3922560"/>
          </a:xfrm>
          <a:prstGeom prst="rect">
            <a:avLst/>
          </a:prstGeom>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 name="PlaceHolder 1"/>
          <p:cNvSpPr>
            <a:spLocks noGrp="1"/>
          </p:cNvSpPr>
          <p:nvPr>
            <p:ph type="title"/>
          </p:nvPr>
        </p:nvSpPr>
        <p:spPr>
          <a:xfrm>
            <a:off x="501480" y="266760"/>
            <a:ext cx="6521400" cy="508320"/>
          </a:xfrm>
          <a:prstGeom prst="rect">
            <a:avLst/>
          </a:prstGeom>
          <a:noFill/>
          <a:ln w="0">
            <a:noFill/>
          </a:ln>
        </p:spPr>
        <p:txBody>
          <a:bodyPr lIns="68400" tIns="34200" rIns="68400" bIns="0" anchor="b">
            <a:normAutofit fontScale="93422"/>
          </a:bodyPr>
          <a:lstStyle/>
          <a:p>
            <a:pPr indent="0" defTabSz="914400">
              <a:lnSpc>
                <a:spcPct val="90000"/>
              </a:lnSpc>
              <a:buNone/>
              <a:tabLst>
                <a:tab pos="0" algn="l"/>
              </a:tabLst>
            </a:pPr>
            <a:r>
              <a:rPr lang="fr-FR" sz="3300" b="0" strike="noStrike" spc="-1">
                <a:solidFill>
                  <a:srgbClr val="000000"/>
                </a:solidFill>
                <a:latin typeface="Arial"/>
              </a:rPr>
              <a:t>Zoom sur les catégories de produits</a:t>
            </a:r>
            <a:endParaRPr lang="fr-FR" sz="3300" b="0" strike="noStrike" spc="-1">
              <a:solidFill>
                <a:schemeClr val="dk1"/>
              </a:solidFill>
              <a:latin typeface="Arial"/>
            </a:endParaRPr>
          </a:p>
        </p:txBody>
      </p:sp>
      <p:sp>
        <p:nvSpPr>
          <p:cNvPr id="174" name="PlaceHolder 2"/>
          <p:cNvSpPr>
            <a:spLocks noGrp="1"/>
          </p:cNvSpPr>
          <p:nvPr>
            <p:ph type="sldNum" idx="39"/>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2AA69273-B522-4277-8617-8E433AC05181}" type="slidenum">
              <a:rPr lang="fr" sz="900" b="0" strike="noStrike" spc="-1">
                <a:solidFill>
                  <a:srgbClr val="9E9E9E"/>
                </a:solidFill>
                <a:latin typeface="Calibri"/>
                <a:ea typeface="Calibri"/>
              </a:rPr>
              <a:t>8</a:t>
            </a:fld>
            <a:endParaRPr lang="fr-FR" sz="900" b="0" strike="noStrike" spc="-1">
              <a:solidFill>
                <a:srgbClr val="000000"/>
              </a:solidFill>
              <a:latin typeface="Times New Roman"/>
            </a:endParaRPr>
          </a:p>
        </p:txBody>
      </p:sp>
      <p:pic>
        <p:nvPicPr>
          <p:cNvPr id="175" name="Image 8"/>
          <p:cNvPicPr/>
          <p:nvPr/>
        </p:nvPicPr>
        <p:blipFill>
          <a:blip r:embed="rId3"/>
          <a:stretch/>
        </p:blipFill>
        <p:spPr>
          <a:xfrm>
            <a:off x="176040" y="1776240"/>
            <a:ext cx="4054680" cy="2586600"/>
          </a:xfrm>
          <a:prstGeom prst="rect">
            <a:avLst/>
          </a:prstGeom>
          <a:ln w="0">
            <a:noFill/>
          </a:ln>
        </p:spPr>
      </p:pic>
      <p:pic>
        <p:nvPicPr>
          <p:cNvPr id="176" name="Image 10"/>
          <p:cNvPicPr/>
          <p:nvPr/>
        </p:nvPicPr>
        <p:blipFill>
          <a:blip r:embed="rId4"/>
          <a:stretch/>
        </p:blipFill>
        <p:spPr>
          <a:xfrm>
            <a:off x="4566600" y="1776240"/>
            <a:ext cx="4012200" cy="2586600"/>
          </a:xfrm>
          <a:prstGeom prst="rect">
            <a:avLst/>
          </a:prstGeom>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rgbClr val="000000"/>
                </a:solidFill>
                <a:latin typeface="Arial"/>
              </a:rPr>
              <a:t>Tops vs Flops</a:t>
            </a:r>
            <a:endParaRPr lang="fr-FR" sz="3300" b="0" strike="noStrike" spc="-1">
              <a:solidFill>
                <a:schemeClr val="dk1"/>
              </a:solidFill>
              <a:latin typeface="Arial"/>
            </a:endParaRPr>
          </a:p>
        </p:txBody>
      </p:sp>
      <p:sp>
        <p:nvSpPr>
          <p:cNvPr id="178" name="PlaceHolder 2"/>
          <p:cNvSpPr>
            <a:spLocks noGrp="1"/>
          </p:cNvSpPr>
          <p:nvPr>
            <p:ph type="sldNum" idx="40"/>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54D46994-0934-4320-894B-50FA0C3A9D71}" type="slidenum">
              <a:rPr lang="fr" sz="900" b="0" strike="noStrike" spc="-1">
                <a:solidFill>
                  <a:srgbClr val="9E9E9E"/>
                </a:solidFill>
                <a:latin typeface="Calibri"/>
                <a:ea typeface="Calibri"/>
              </a:rPr>
              <a:t>9</a:t>
            </a:fld>
            <a:endParaRPr lang="fr-FR" sz="900" b="0" strike="noStrike" spc="-1">
              <a:solidFill>
                <a:srgbClr val="000000"/>
              </a:solidFill>
              <a:latin typeface="Times New Roman"/>
            </a:endParaRPr>
          </a:p>
        </p:txBody>
      </p:sp>
      <p:pic>
        <p:nvPicPr>
          <p:cNvPr id="179" name="Image 7"/>
          <p:cNvPicPr/>
          <p:nvPr/>
        </p:nvPicPr>
        <p:blipFill>
          <a:blip r:embed="rId3"/>
          <a:stretch/>
        </p:blipFill>
        <p:spPr>
          <a:xfrm>
            <a:off x="96480" y="1522440"/>
            <a:ext cx="4233960" cy="2673000"/>
          </a:xfrm>
          <a:prstGeom prst="rect">
            <a:avLst/>
          </a:prstGeom>
          <a:ln w="0">
            <a:noFill/>
          </a:ln>
        </p:spPr>
      </p:pic>
      <p:pic>
        <p:nvPicPr>
          <p:cNvPr id="180" name="Image 9"/>
          <p:cNvPicPr/>
          <p:nvPr/>
        </p:nvPicPr>
        <p:blipFill>
          <a:blip r:embed="rId4"/>
          <a:stretch/>
        </p:blipFill>
        <p:spPr>
          <a:xfrm>
            <a:off x="4691160" y="1544040"/>
            <a:ext cx="4102920" cy="2629800"/>
          </a:xfrm>
          <a:prstGeom prst="rect">
            <a:avLst/>
          </a:prstGeom>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 name="PlaceHolder 1"/>
          <p:cNvSpPr>
            <a:spLocks noGrp="1"/>
          </p:cNvSpPr>
          <p:nvPr>
            <p:ph type="sldNum" idx="41"/>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6E82D28B-15DD-4C58-A2C3-40B77971DE7C}" type="slidenum">
              <a:rPr lang="fr" sz="900" b="0" strike="noStrike" spc="-1">
                <a:solidFill>
                  <a:srgbClr val="9E9E9E"/>
                </a:solidFill>
                <a:latin typeface="Calibri"/>
                <a:ea typeface="Calibri"/>
              </a:rPr>
              <a:t>10</a:t>
            </a:fld>
            <a:endParaRPr lang="fr-FR" sz="900" b="0" strike="noStrike" spc="-1">
              <a:solidFill>
                <a:srgbClr val="000000"/>
              </a:solidFill>
              <a:latin typeface="Times New Roman"/>
            </a:endParaRPr>
          </a:p>
        </p:txBody>
      </p:sp>
      <p:sp>
        <p:nvSpPr>
          <p:cNvPr id="182" name="ZoneTexte 3"/>
          <p:cNvSpPr/>
          <p:nvPr/>
        </p:nvSpPr>
        <p:spPr>
          <a:xfrm>
            <a:off x="1141920" y="1352880"/>
            <a:ext cx="3087360" cy="2770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fr-FR" sz="4400" b="1" strike="noStrike" spc="-1">
                <a:solidFill>
                  <a:schemeClr val="accent1"/>
                </a:solidFill>
                <a:latin typeface="Calibri"/>
                <a:ea typeface="Calibri"/>
              </a:rPr>
              <a:t>À quoi ressemblent nos clients ?</a:t>
            </a:r>
            <a:endParaRPr lang="fr-FR" sz="4400" b="0" strike="noStrike" spc="-1">
              <a:solidFill>
                <a:srgbClr val="000000"/>
              </a:solidFill>
              <a:latin typeface="Arial"/>
            </a:endParaRPr>
          </a:p>
        </p:txBody>
      </p:sp>
      <p:pic>
        <p:nvPicPr>
          <p:cNvPr id="183" name="Picture 4" descr="Les failles de son entreprise en employant des clients mystères"/>
          <p:cNvPicPr/>
          <p:nvPr/>
        </p:nvPicPr>
        <p:blipFill>
          <a:blip r:embed="rId3"/>
          <a:stretch/>
        </p:blipFill>
        <p:spPr>
          <a:xfrm>
            <a:off x="4452480" y="1251000"/>
            <a:ext cx="4394880" cy="2515320"/>
          </a:xfrm>
          <a:prstGeom prst="rect">
            <a:avLst/>
          </a:prstGeom>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Mieux connaître nos clients</a:t>
            </a:r>
            <a:endParaRPr lang="fr-FR" sz="3300" b="0" strike="noStrike" spc="-1">
              <a:solidFill>
                <a:schemeClr val="dk1"/>
              </a:solidFill>
              <a:latin typeface="Arial"/>
            </a:endParaRPr>
          </a:p>
        </p:txBody>
      </p:sp>
      <p:sp>
        <p:nvSpPr>
          <p:cNvPr id="185" name="PlaceHolder 2"/>
          <p:cNvSpPr>
            <a:spLocks noGrp="1"/>
          </p:cNvSpPr>
          <p:nvPr>
            <p:ph type="sldNum" idx="42"/>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C0766228-707D-49CB-93ED-FBB603BDE6A7}" type="slidenum">
              <a:rPr lang="fr" sz="900" b="0" strike="noStrike" spc="-1">
                <a:solidFill>
                  <a:srgbClr val="9E9E9E"/>
                </a:solidFill>
                <a:latin typeface="Calibri"/>
                <a:ea typeface="Calibri"/>
              </a:rPr>
              <a:t>11</a:t>
            </a:fld>
            <a:endParaRPr lang="fr-FR" sz="900" b="0" strike="noStrike" spc="-1">
              <a:solidFill>
                <a:srgbClr val="000000"/>
              </a:solidFill>
              <a:latin typeface="Times New Roman"/>
            </a:endParaRPr>
          </a:p>
        </p:txBody>
      </p:sp>
      <p:pic>
        <p:nvPicPr>
          <p:cNvPr id="186" name="Picture 4" descr="Definition: What is Business to Consumer (B2C)?"/>
          <p:cNvPicPr/>
          <p:nvPr/>
        </p:nvPicPr>
        <p:blipFill>
          <a:blip r:embed="rId3"/>
          <a:stretch/>
        </p:blipFill>
        <p:spPr>
          <a:xfrm>
            <a:off x="6445800" y="1891440"/>
            <a:ext cx="2350080" cy="1360440"/>
          </a:xfrm>
          <a:prstGeom prst="rect">
            <a:avLst/>
          </a:prstGeom>
          <a:ln w="0">
            <a:noFill/>
          </a:ln>
        </p:spPr>
      </p:pic>
      <p:sp>
        <p:nvSpPr>
          <p:cNvPr id="187" name="ZoneTexte 3"/>
          <p:cNvSpPr/>
          <p:nvPr/>
        </p:nvSpPr>
        <p:spPr>
          <a:xfrm>
            <a:off x="822240" y="4511880"/>
            <a:ext cx="743688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fr-FR" sz="1800" b="0" strike="noStrike" spc="-1">
                <a:solidFill>
                  <a:schemeClr val="dk1"/>
                </a:solidFill>
                <a:latin typeface="Arial"/>
              </a:rPr>
              <a:t>Une grande majorité de clients B2C qui dépensent en moyenne 1276 €.</a:t>
            </a:r>
            <a:endParaRPr lang="fr-FR" sz="1800" b="0" strike="noStrike" spc="-1">
              <a:solidFill>
                <a:srgbClr val="000000"/>
              </a:solidFill>
              <a:latin typeface="Arial"/>
            </a:endParaRPr>
          </a:p>
        </p:txBody>
      </p:sp>
      <p:pic>
        <p:nvPicPr>
          <p:cNvPr id="188" name="Image 5"/>
          <p:cNvPicPr/>
          <p:nvPr/>
        </p:nvPicPr>
        <p:blipFill>
          <a:blip r:embed="rId4">
            <a:extLst>
              <a:ext uri="{28A0092B-C50C-407E-A947-70E740481C1C}">
                <a14:useLocalDpi xmlns:a14="http://schemas.microsoft.com/office/drawing/2010/main" val="0"/>
              </a:ext>
            </a:extLst>
          </a:blip>
          <a:srcRect/>
          <a:stretch/>
        </p:blipFill>
        <p:spPr>
          <a:xfrm>
            <a:off x="270939" y="967320"/>
            <a:ext cx="6278321" cy="3420000"/>
          </a:xfrm>
          <a:prstGeom prst="rect">
            <a:avLst/>
          </a:prstGeom>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Mieux connaître nos clients</a:t>
            </a:r>
            <a:endParaRPr lang="fr-FR" sz="3300" b="0" strike="noStrike" spc="-1">
              <a:solidFill>
                <a:schemeClr val="dk1"/>
              </a:solidFill>
              <a:latin typeface="Arial"/>
            </a:endParaRPr>
          </a:p>
        </p:txBody>
      </p:sp>
      <p:sp>
        <p:nvSpPr>
          <p:cNvPr id="190" name="PlaceHolder 2"/>
          <p:cNvSpPr>
            <a:spLocks noGrp="1"/>
          </p:cNvSpPr>
          <p:nvPr>
            <p:ph type="sldNum" idx="43"/>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EFC47441-90E8-41C2-9105-000EEEE8E594}" type="slidenum">
              <a:rPr lang="fr" sz="900" b="0" strike="noStrike" spc="-1">
                <a:solidFill>
                  <a:srgbClr val="9E9E9E"/>
                </a:solidFill>
                <a:latin typeface="Calibri"/>
                <a:ea typeface="Calibri"/>
              </a:rPr>
              <a:t>12</a:t>
            </a:fld>
            <a:endParaRPr lang="fr-FR" sz="900" b="0" strike="noStrike" spc="-1">
              <a:solidFill>
                <a:srgbClr val="000000"/>
              </a:solidFill>
              <a:latin typeface="Times New Roman"/>
            </a:endParaRPr>
          </a:p>
        </p:txBody>
      </p:sp>
      <p:pic>
        <p:nvPicPr>
          <p:cNvPr id="191" name="Image 2"/>
          <p:cNvPicPr/>
          <p:nvPr/>
        </p:nvPicPr>
        <p:blipFill>
          <a:blip r:embed="rId3"/>
          <a:stretch/>
        </p:blipFill>
        <p:spPr>
          <a:xfrm>
            <a:off x="459360" y="1068480"/>
            <a:ext cx="5986440" cy="3474360"/>
          </a:xfrm>
          <a:prstGeom prst="rect">
            <a:avLst/>
          </a:prstGeom>
          <a:ln w="0">
            <a:noFill/>
          </a:ln>
        </p:spPr>
      </p:pic>
      <p:pic>
        <p:nvPicPr>
          <p:cNvPr id="192" name="Picture 6" descr="Images de B2b – Téléchargement gratuit sur Freepik"/>
          <p:cNvPicPr/>
          <p:nvPr/>
        </p:nvPicPr>
        <p:blipFill>
          <a:blip r:embed="rId4"/>
          <a:stretch/>
        </p:blipFill>
        <p:spPr>
          <a:xfrm>
            <a:off x="6614640" y="2073240"/>
            <a:ext cx="2199960" cy="1465560"/>
          </a:xfrm>
          <a:prstGeom prst="rect">
            <a:avLst/>
          </a:prstGeom>
          <a:ln w="0">
            <a:noFill/>
          </a:ln>
        </p:spPr>
      </p:pic>
      <p:sp>
        <p:nvSpPr>
          <p:cNvPr id="193" name="ZoneTexte 8"/>
          <p:cNvSpPr/>
          <p:nvPr/>
        </p:nvSpPr>
        <p:spPr>
          <a:xfrm>
            <a:off x="883080" y="4511880"/>
            <a:ext cx="746892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defTabSz="914400">
              <a:lnSpc>
                <a:spcPct val="100000"/>
              </a:lnSpc>
            </a:pPr>
            <a:r>
              <a:rPr lang="fr-FR" sz="1800" b="0" strike="noStrike" spc="-1">
                <a:solidFill>
                  <a:schemeClr val="dk1"/>
                </a:solidFill>
                <a:latin typeface="Arial"/>
              </a:rPr>
              <a:t>4 clients B2B qui dépensent au total ~900k € ! (7,43% de notre CA total)</a:t>
            </a:r>
            <a:endParaRPr lang="fr-FR" sz="18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Mieux connaître nos clients</a:t>
            </a:r>
            <a:endParaRPr lang="fr-FR" sz="3300" b="0" strike="noStrike" spc="-1">
              <a:solidFill>
                <a:schemeClr val="dk1"/>
              </a:solidFill>
              <a:latin typeface="Arial"/>
            </a:endParaRPr>
          </a:p>
        </p:txBody>
      </p:sp>
      <p:sp>
        <p:nvSpPr>
          <p:cNvPr id="195" name="PlaceHolder 2"/>
          <p:cNvSpPr>
            <a:spLocks noGrp="1"/>
          </p:cNvSpPr>
          <p:nvPr>
            <p:ph type="sldNum" idx="44"/>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D3317441-07AA-4C5B-83B8-5973AF93CE51}" type="slidenum">
              <a:rPr lang="fr" sz="900" b="0" strike="noStrike" spc="-1">
                <a:solidFill>
                  <a:srgbClr val="9E9E9E"/>
                </a:solidFill>
                <a:latin typeface="Calibri"/>
                <a:ea typeface="Calibri"/>
              </a:rPr>
              <a:t>13</a:t>
            </a:fld>
            <a:endParaRPr lang="fr-FR" sz="900" b="0" strike="noStrike" spc="-1">
              <a:solidFill>
                <a:srgbClr val="000000"/>
              </a:solidFill>
              <a:latin typeface="Times New Roman"/>
            </a:endParaRPr>
          </a:p>
        </p:txBody>
      </p:sp>
      <p:pic>
        <p:nvPicPr>
          <p:cNvPr id="196" name="Image 2"/>
          <p:cNvPicPr/>
          <p:nvPr/>
        </p:nvPicPr>
        <p:blipFill>
          <a:blip r:embed="rId3"/>
          <a:stretch/>
        </p:blipFill>
        <p:spPr>
          <a:xfrm>
            <a:off x="146935" y="1270284"/>
            <a:ext cx="4380345" cy="3141750"/>
          </a:xfrm>
          <a:prstGeom prst="rect">
            <a:avLst/>
          </a:prstGeom>
          <a:ln w="0">
            <a:noFill/>
          </a:ln>
        </p:spPr>
      </p:pic>
      <p:pic>
        <p:nvPicPr>
          <p:cNvPr id="197" name="Picture 6" descr="Images de B2b – Téléchargement gratuit sur Freepik"/>
          <p:cNvPicPr/>
          <p:nvPr/>
        </p:nvPicPr>
        <p:blipFill>
          <a:blip r:embed="rId4"/>
          <a:stretch/>
        </p:blipFill>
        <p:spPr>
          <a:xfrm>
            <a:off x="7171822" y="104580"/>
            <a:ext cx="1741418" cy="1087730"/>
          </a:xfrm>
          <a:prstGeom prst="rect">
            <a:avLst/>
          </a:prstGeom>
          <a:ln w="0">
            <a:noFill/>
          </a:ln>
        </p:spPr>
      </p:pic>
      <p:sp>
        <p:nvSpPr>
          <p:cNvPr id="198" name="ZoneTexte 4"/>
          <p:cNvSpPr/>
          <p:nvPr/>
        </p:nvSpPr>
        <p:spPr>
          <a:xfrm>
            <a:off x="1225555" y="4444681"/>
            <a:ext cx="6603450" cy="64487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gn="ctr" defTabSz="914400">
              <a:lnSpc>
                <a:spcPct val="100000"/>
              </a:lnSpc>
            </a:pPr>
            <a:r>
              <a:rPr lang="fr-FR" sz="1800" b="0" strike="noStrike" spc="-1" dirty="0">
                <a:solidFill>
                  <a:schemeClr val="dk1"/>
                </a:solidFill>
                <a:latin typeface="Arial"/>
              </a:rPr>
              <a:t>De plus, ce sont des clients réguliers (achètent tous les mois) </a:t>
            </a:r>
          </a:p>
          <a:p>
            <a:pPr algn="ctr" defTabSz="914400">
              <a:lnSpc>
                <a:spcPct val="100000"/>
              </a:lnSpc>
            </a:pPr>
            <a:r>
              <a:rPr lang="fr-FR" sz="1800" b="0" strike="noStrike" spc="-1" dirty="0">
                <a:solidFill>
                  <a:schemeClr val="dk1"/>
                </a:solidFill>
                <a:latin typeface="Arial"/>
              </a:rPr>
              <a:t>et qui achètent de tout.</a:t>
            </a:r>
            <a:endParaRPr lang="fr-FR" sz="1800" b="0" strike="noStrike" spc="-1" dirty="0">
              <a:solidFill>
                <a:srgbClr val="000000"/>
              </a:solidFill>
              <a:latin typeface="Arial"/>
            </a:endParaRPr>
          </a:p>
        </p:txBody>
      </p:sp>
      <p:pic>
        <p:nvPicPr>
          <p:cNvPr id="3" name="Image 2">
            <a:extLst>
              <a:ext uri="{FF2B5EF4-FFF2-40B4-BE49-F238E27FC236}">
                <a16:creationId xmlns:a16="http://schemas.microsoft.com/office/drawing/2014/main" id="{53985CFF-A030-AE83-9E8E-24D34980F6D9}"/>
              </a:ext>
            </a:extLst>
          </p:cNvPr>
          <p:cNvPicPr>
            <a:picLocks noChangeAspect="1"/>
          </p:cNvPicPr>
          <p:nvPr/>
        </p:nvPicPr>
        <p:blipFill>
          <a:blip r:embed="rId5"/>
          <a:stretch>
            <a:fillRect/>
          </a:stretch>
        </p:blipFill>
        <p:spPr>
          <a:xfrm>
            <a:off x="4532894" y="1270284"/>
            <a:ext cx="4380346" cy="304470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Mieux connaître nos clients</a:t>
            </a:r>
            <a:endParaRPr lang="fr-FR" sz="3300" b="0" strike="noStrike" spc="-1">
              <a:solidFill>
                <a:schemeClr val="dk1"/>
              </a:solidFill>
              <a:latin typeface="Arial"/>
            </a:endParaRPr>
          </a:p>
        </p:txBody>
      </p:sp>
      <p:sp>
        <p:nvSpPr>
          <p:cNvPr id="200" name="PlaceHolder 2"/>
          <p:cNvSpPr>
            <a:spLocks noGrp="1"/>
          </p:cNvSpPr>
          <p:nvPr>
            <p:ph type="sldNum" idx="45"/>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E8AF417E-1D5D-47E2-B42C-3CB7D941EA7F}" type="slidenum">
              <a:rPr lang="fr" sz="900" b="0" strike="noStrike" spc="-1">
                <a:solidFill>
                  <a:srgbClr val="9E9E9E"/>
                </a:solidFill>
                <a:latin typeface="Calibri"/>
                <a:ea typeface="Calibri"/>
              </a:rPr>
              <a:t>14</a:t>
            </a:fld>
            <a:endParaRPr lang="fr-FR" sz="900" b="0" strike="noStrike" spc="-1">
              <a:solidFill>
                <a:srgbClr val="000000"/>
              </a:solidFill>
              <a:latin typeface="Times New Roman"/>
            </a:endParaRPr>
          </a:p>
        </p:txBody>
      </p:sp>
      <p:pic>
        <p:nvPicPr>
          <p:cNvPr id="201" name="Image 2"/>
          <p:cNvPicPr/>
          <p:nvPr/>
        </p:nvPicPr>
        <p:blipFill>
          <a:blip r:embed="rId3">
            <a:extLst>
              <a:ext uri="{28A0092B-C50C-407E-A947-70E740481C1C}">
                <a14:useLocalDpi xmlns:a14="http://schemas.microsoft.com/office/drawing/2010/main" val="0"/>
              </a:ext>
            </a:extLst>
          </a:blip>
          <a:srcRect/>
          <a:stretch/>
        </p:blipFill>
        <p:spPr>
          <a:xfrm>
            <a:off x="601200" y="917672"/>
            <a:ext cx="3649320" cy="3692456"/>
          </a:xfrm>
          <a:prstGeom prst="rect">
            <a:avLst/>
          </a:prstGeom>
          <a:ln w="0">
            <a:noFill/>
          </a:ln>
        </p:spPr>
      </p:pic>
      <p:pic>
        <p:nvPicPr>
          <p:cNvPr id="202" name="Image 6"/>
          <p:cNvPicPr/>
          <p:nvPr/>
        </p:nvPicPr>
        <p:blipFill>
          <a:blip r:embed="rId4">
            <a:extLst>
              <a:ext uri="{28A0092B-C50C-407E-A947-70E740481C1C}">
                <a14:useLocalDpi xmlns:a14="http://schemas.microsoft.com/office/drawing/2010/main" val="0"/>
              </a:ext>
            </a:extLst>
          </a:blip>
          <a:srcRect/>
          <a:stretch/>
        </p:blipFill>
        <p:spPr>
          <a:xfrm>
            <a:off x="4465440" y="917672"/>
            <a:ext cx="3649320" cy="3692456"/>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Mieux connaître nos clients</a:t>
            </a:r>
            <a:endParaRPr lang="fr-FR" sz="3300" b="0" strike="noStrike" spc="-1">
              <a:solidFill>
                <a:schemeClr val="dk1"/>
              </a:solidFill>
              <a:latin typeface="Arial"/>
            </a:endParaRPr>
          </a:p>
        </p:txBody>
      </p:sp>
      <p:sp>
        <p:nvSpPr>
          <p:cNvPr id="204" name="PlaceHolder 2"/>
          <p:cNvSpPr>
            <a:spLocks noGrp="1"/>
          </p:cNvSpPr>
          <p:nvPr>
            <p:ph type="sldNum" idx="46"/>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5D19ED7D-6B7B-45F2-842A-DCD3B9650B59}" type="slidenum">
              <a:rPr lang="fr" sz="900" b="0" strike="noStrike" spc="-1">
                <a:solidFill>
                  <a:srgbClr val="9E9E9E"/>
                </a:solidFill>
                <a:latin typeface="Calibri"/>
                <a:ea typeface="Calibri"/>
              </a:rPr>
              <a:t>15</a:t>
            </a:fld>
            <a:endParaRPr lang="fr-FR" sz="900" b="0" strike="noStrike" spc="-1">
              <a:solidFill>
                <a:srgbClr val="000000"/>
              </a:solidFill>
              <a:latin typeface="Times New Roman"/>
            </a:endParaRPr>
          </a:p>
        </p:txBody>
      </p:sp>
      <p:pic>
        <p:nvPicPr>
          <p:cNvPr id="205" name="Image 2"/>
          <p:cNvPicPr/>
          <p:nvPr/>
        </p:nvPicPr>
        <p:blipFill>
          <a:blip r:embed="rId3"/>
          <a:stretch/>
        </p:blipFill>
        <p:spPr>
          <a:xfrm>
            <a:off x="799200" y="1440000"/>
            <a:ext cx="5500800" cy="2972880"/>
          </a:xfrm>
          <a:prstGeom prst="rect">
            <a:avLst/>
          </a:prstGeom>
          <a:ln w="0">
            <a:noFill/>
          </a:ln>
        </p:spPr>
      </p:pic>
      <p:pic>
        <p:nvPicPr>
          <p:cNvPr id="206" name="Image 205"/>
          <p:cNvPicPr/>
          <p:nvPr/>
        </p:nvPicPr>
        <p:blipFill>
          <a:blip r:embed="rId4"/>
          <a:stretch/>
        </p:blipFill>
        <p:spPr>
          <a:xfrm>
            <a:off x="6660000" y="1597320"/>
            <a:ext cx="1800000" cy="254268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Mieux connaître nos clients</a:t>
            </a:r>
            <a:endParaRPr lang="fr-FR" sz="3300" b="0" strike="noStrike" spc="-1">
              <a:solidFill>
                <a:schemeClr val="dk1"/>
              </a:solidFill>
              <a:latin typeface="Arial"/>
            </a:endParaRPr>
          </a:p>
        </p:txBody>
      </p:sp>
      <p:sp>
        <p:nvSpPr>
          <p:cNvPr id="208" name="PlaceHolder 2"/>
          <p:cNvSpPr>
            <a:spLocks noGrp="1"/>
          </p:cNvSpPr>
          <p:nvPr>
            <p:ph type="sldNum" idx="47"/>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8531E416-7186-46AE-A82A-3C0D252845A5}" type="slidenum">
              <a:rPr lang="fr" sz="900" b="0" strike="noStrike" spc="-1">
                <a:solidFill>
                  <a:srgbClr val="9E9E9E"/>
                </a:solidFill>
                <a:latin typeface="Calibri"/>
                <a:ea typeface="Calibri"/>
              </a:rPr>
              <a:t>16</a:t>
            </a:fld>
            <a:endParaRPr lang="fr-FR" sz="900" b="0" strike="noStrike" spc="-1">
              <a:solidFill>
                <a:srgbClr val="000000"/>
              </a:solidFill>
              <a:latin typeface="Times New Roman"/>
            </a:endParaRPr>
          </a:p>
        </p:txBody>
      </p:sp>
      <p:pic>
        <p:nvPicPr>
          <p:cNvPr id="209" name="Image 4"/>
          <p:cNvPicPr/>
          <p:nvPr/>
        </p:nvPicPr>
        <p:blipFill>
          <a:blip r:embed="rId3"/>
          <a:stretch/>
        </p:blipFill>
        <p:spPr>
          <a:xfrm>
            <a:off x="540000" y="1260000"/>
            <a:ext cx="5779440" cy="3163680"/>
          </a:xfrm>
          <a:prstGeom prst="rect">
            <a:avLst/>
          </a:prstGeom>
          <a:ln w="0">
            <a:noFill/>
          </a:ln>
        </p:spPr>
      </p:pic>
      <p:pic>
        <p:nvPicPr>
          <p:cNvPr id="210" name="Image 209"/>
          <p:cNvPicPr/>
          <p:nvPr/>
        </p:nvPicPr>
        <p:blipFill>
          <a:blip r:embed="rId4"/>
          <a:stretch/>
        </p:blipFill>
        <p:spPr>
          <a:xfrm>
            <a:off x="6660000" y="1525320"/>
            <a:ext cx="1800000" cy="254268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Mieux connaître nos clients</a:t>
            </a:r>
            <a:endParaRPr lang="fr-FR" sz="3300" b="0" strike="noStrike" spc="-1">
              <a:solidFill>
                <a:schemeClr val="dk1"/>
              </a:solidFill>
              <a:latin typeface="Arial"/>
            </a:endParaRPr>
          </a:p>
        </p:txBody>
      </p:sp>
      <p:sp>
        <p:nvSpPr>
          <p:cNvPr id="212" name="PlaceHolder 2"/>
          <p:cNvSpPr>
            <a:spLocks noGrp="1"/>
          </p:cNvSpPr>
          <p:nvPr>
            <p:ph type="sldNum" idx="48"/>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5F4D3235-6902-4C7B-A9EB-DBE0EF90EFFA}" type="slidenum">
              <a:rPr lang="fr" sz="900" b="0" strike="noStrike" spc="-1">
                <a:solidFill>
                  <a:srgbClr val="9E9E9E"/>
                </a:solidFill>
                <a:latin typeface="Calibri"/>
                <a:ea typeface="Calibri"/>
              </a:rPr>
              <a:t>17</a:t>
            </a:fld>
            <a:endParaRPr lang="fr-FR" sz="900" b="0" strike="noStrike" spc="-1">
              <a:solidFill>
                <a:srgbClr val="000000"/>
              </a:solidFill>
              <a:latin typeface="Times New Roman"/>
            </a:endParaRPr>
          </a:p>
        </p:txBody>
      </p:sp>
      <p:pic>
        <p:nvPicPr>
          <p:cNvPr id="213" name="Image 2"/>
          <p:cNvPicPr/>
          <p:nvPr/>
        </p:nvPicPr>
        <p:blipFill>
          <a:blip r:embed="rId3">
            <a:extLst>
              <a:ext uri="{28A0092B-C50C-407E-A947-70E740481C1C}">
                <a14:useLocalDpi xmlns:a14="http://schemas.microsoft.com/office/drawing/2010/main" val="0"/>
              </a:ext>
            </a:extLst>
          </a:blip>
          <a:srcRect/>
          <a:stretch/>
        </p:blipFill>
        <p:spPr>
          <a:xfrm>
            <a:off x="1284775" y="1206020"/>
            <a:ext cx="6035367" cy="3221192"/>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4" name="Image 7"/>
          <p:cNvPicPr/>
          <p:nvPr/>
        </p:nvPicPr>
        <p:blipFill>
          <a:blip r:embed="rId3"/>
          <a:stretch/>
        </p:blipFill>
        <p:spPr>
          <a:xfrm>
            <a:off x="281880" y="1320840"/>
            <a:ext cx="5599800" cy="3182760"/>
          </a:xfrm>
          <a:prstGeom prst="rect">
            <a:avLst/>
          </a:prstGeom>
          <a:ln w="0">
            <a:noFill/>
          </a:ln>
        </p:spPr>
      </p:pic>
      <p:sp>
        <p:nvSpPr>
          <p:cNvPr id="215"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300" b="0" strike="noStrike" spc="-1">
                <a:solidFill>
                  <a:schemeClr val="accent1"/>
                </a:solidFill>
                <a:latin typeface="Calibri"/>
                <a:ea typeface="Calibri"/>
              </a:rPr>
              <a:t>Mieux connaître nos clients</a:t>
            </a:r>
            <a:endParaRPr lang="fr-FR" sz="3300" b="0" strike="noStrike" spc="-1">
              <a:solidFill>
                <a:schemeClr val="dk1"/>
              </a:solidFill>
              <a:latin typeface="Arial"/>
            </a:endParaRPr>
          </a:p>
        </p:txBody>
      </p:sp>
      <p:sp>
        <p:nvSpPr>
          <p:cNvPr id="216" name="PlaceHolder 2"/>
          <p:cNvSpPr>
            <a:spLocks noGrp="1"/>
          </p:cNvSpPr>
          <p:nvPr>
            <p:ph type="sldNum" idx="49"/>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E902BA66-0619-4BF1-9CBB-7F1A9F46C997}" type="slidenum">
              <a:rPr lang="fr" sz="900" b="0" strike="noStrike" spc="-1">
                <a:solidFill>
                  <a:srgbClr val="9E9E9E"/>
                </a:solidFill>
                <a:latin typeface="Calibri"/>
                <a:ea typeface="Calibri"/>
              </a:rPr>
              <a:t>18</a:t>
            </a:fld>
            <a:endParaRPr lang="fr-FR" sz="900" b="0" strike="noStrike" spc="-1">
              <a:solidFill>
                <a:srgbClr val="000000"/>
              </a:solidFill>
              <a:latin typeface="Times New Roman"/>
            </a:endParaRPr>
          </a:p>
        </p:txBody>
      </p:sp>
      <p:pic>
        <p:nvPicPr>
          <p:cNvPr id="217" name="Image 11"/>
          <p:cNvPicPr/>
          <p:nvPr/>
        </p:nvPicPr>
        <p:blipFill>
          <a:blip r:embed="rId4"/>
          <a:stretch/>
        </p:blipFill>
        <p:spPr>
          <a:xfrm>
            <a:off x="6129360" y="1477080"/>
            <a:ext cx="2544840" cy="2632680"/>
          </a:xfrm>
          <a:prstGeom prst="rect">
            <a:avLst/>
          </a:prstGeom>
          <a:ln w="0">
            <a:noFill/>
          </a:ln>
        </p:spPr>
      </p:pic>
      <p:pic>
        <p:nvPicPr>
          <p:cNvPr id="218" name="Image 217"/>
          <p:cNvPicPr/>
          <p:nvPr/>
        </p:nvPicPr>
        <p:blipFill>
          <a:blip r:embed="rId5"/>
          <a:stretch/>
        </p:blipFill>
        <p:spPr>
          <a:xfrm>
            <a:off x="6300000" y="170280"/>
            <a:ext cx="898920" cy="126972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 name="PlaceHolder 1"/>
          <p:cNvSpPr>
            <a:spLocks noGrp="1"/>
          </p:cNvSpPr>
          <p:nvPr>
            <p:ph type="sldNum" idx="50"/>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84FE52FC-EF09-4602-8870-4BED92B6CAD6}" type="slidenum">
              <a:rPr lang="fr" sz="900" b="0" strike="noStrike" spc="-1">
                <a:solidFill>
                  <a:srgbClr val="9E9E9E"/>
                </a:solidFill>
                <a:latin typeface="Calibri"/>
                <a:ea typeface="Calibri"/>
              </a:rPr>
              <a:t>19</a:t>
            </a:fld>
            <a:endParaRPr lang="fr-FR" sz="900" b="0" strike="noStrike" spc="-1">
              <a:solidFill>
                <a:srgbClr val="000000"/>
              </a:solidFill>
              <a:latin typeface="Times New Roman"/>
            </a:endParaRPr>
          </a:p>
        </p:txBody>
      </p:sp>
      <p:sp>
        <p:nvSpPr>
          <p:cNvPr id="220" name="ZoneTexte 3"/>
          <p:cNvSpPr/>
          <p:nvPr/>
        </p:nvSpPr>
        <p:spPr>
          <a:xfrm>
            <a:off x="1080000" y="568440"/>
            <a:ext cx="3087360" cy="4111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100000"/>
              </a:lnSpc>
            </a:pPr>
            <a:r>
              <a:rPr lang="fr-FR" sz="4400" b="1" strike="noStrike" spc="-1">
                <a:solidFill>
                  <a:schemeClr val="accent1"/>
                </a:solidFill>
                <a:latin typeface="Calibri"/>
                <a:ea typeface="Calibri"/>
              </a:rPr>
              <a:t>Les relations entre nos clients et leurs achats</a:t>
            </a:r>
            <a:endParaRPr lang="fr-FR" sz="4400" b="0" strike="noStrike" spc="-1">
              <a:solidFill>
                <a:srgbClr val="000000"/>
              </a:solidFill>
              <a:latin typeface="Arial"/>
            </a:endParaRPr>
          </a:p>
        </p:txBody>
      </p:sp>
      <p:pic>
        <p:nvPicPr>
          <p:cNvPr id="221" name="Picture 2" descr="Concept de grande facture illustration de vecteur. Illustration du  conception - 235060478"/>
          <p:cNvPicPr/>
          <p:nvPr/>
        </p:nvPicPr>
        <p:blipFill>
          <a:blip r:embed="rId3"/>
          <a:stretch/>
        </p:blipFill>
        <p:spPr>
          <a:xfrm>
            <a:off x="4394880" y="1209600"/>
            <a:ext cx="4464720" cy="2857320"/>
          </a:xfrm>
          <a:prstGeom prst="rect">
            <a:avLst/>
          </a:prstGeom>
          <a:ln w="0">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 name="PlaceHolder 1"/>
          <p:cNvSpPr>
            <a:spLocks noGrp="1"/>
          </p:cNvSpPr>
          <p:nvPr>
            <p:ph type="title"/>
          </p:nvPr>
        </p:nvSpPr>
        <p:spPr>
          <a:xfrm>
            <a:off x="501480" y="266760"/>
            <a:ext cx="7258320" cy="1013040"/>
          </a:xfrm>
          <a:prstGeom prst="rect">
            <a:avLst/>
          </a:prstGeom>
          <a:noFill/>
          <a:ln w="0">
            <a:noFill/>
          </a:ln>
        </p:spPr>
        <p:txBody>
          <a:bodyPr lIns="68400" tIns="34200" rIns="68400" bIns="0" anchor="b">
            <a:normAutofit fontScale="96604"/>
          </a:bodyPr>
          <a:lstStyle/>
          <a:p>
            <a:pPr indent="0" defTabSz="914400">
              <a:lnSpc>
                <a:spcPct val="90000"/>
              </a:lnSpc>
              <a:buNone/>
              <a:tabLst>
                <a:tab pos="0" algn="l"/>
              </a:tabLst>
            </a:pPr>
            <a:r>
              <a:rPr lang="fr-FR" sz="3300" b="0" strike="noStrike" spc="-1">
                <a:solidFill>
                  <a:schemeClr val="accent1"/>
                </a:solidFill>
                <a:latin typeface="Calibri"/>
                <a:ea typeface="Calibri"/>
              </a:rPr>
              <a:t> Corrélation entre le genre d’un client et les catégories des livres achetés</a:t>
            </a:r>
            <a:endParaRPr lang="fr-FR" sz="3300" b="0" strike="noStrike" spc="-1">
              <a:solidFill>
                <a:schemeClr val="dk1"/>
              </a:solidFill>
              <a:latin typeface="Arial"/>
            </a:endParaRPr>
          </a:p>
        </p:txBody>
      </p:sp>
      <p:sp>
        <p:nvSpPr>
          <p:cNvPr id="223" name="PlaceHolder 2"/>
          <p:cNvSpPr>
            <a:spLocks noGrp="1"/>
          </p:cNvSpPr>
          <p:nvPr>
            <p:ph type="sldNum" idx="51"/>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48D8F617-696D-43DF-9188-354E5C9FB4AD}" type="slidenum">
              <a:rPr lang="fr" sz="900" b="0" strike="noStrike" spc="-1">
                <a:solidFill>
                  <a:srgbClr val="9E9E9E"/>
                </a:solidFill>
                <a:latin typeface="Calibri"/>
                <a:ea typeface="Calibri"/>
              </a:rPr>
              <a:t>20</a:t>
            </a:fld>
            <a:endParaRPr lang="fr-FR" sz="900" b="0" strike="noStrike" spc="-1">
              <a:solidFill>
                <a:srgbClr val="000000"/>
              </a:solidFill>
              <a:latin typeface="Times New Roman"/>
            </a:endParaRPr>
          </a:p>
        </p:txBody>
      </p:sp>
      <p:pic>
        <p:nvPicPr>
          <p:cNvPr id="224" name="Image 5"/>
          <p:cNvPicPr/>
          <p:nvPr/>
        </p:nvPicPr>
        <p:blipFill>
          <a:blip r:embed="rId3">
            <a:extLst>
              <a:ext uri="{28A0092B-C50C-407E-A947-70E740481C1C}">
                <a14:useLocalDpi xmlns:a14="http://schemas.microsoft.com/office/drawing/2010/main" val="0"/>
              </a:ext>
            </a:extLst>
          </a:blip>
          <a:srcRect/>
          <a:stretch/>
        </p:blipFill>
        <p:spPr>
          <a:xfrm>
            <a:off x="1508040" y="1467795"/>
            <a:ext cx="5090040" cy="2597249"/>
          </a:xfrm>
          <a:prstGeom prst="rect">
            <a:avLst/>
          </a:prstGeom>
          <a:ln w="0">
            <a:noFill/>
          </a:ln>
        </p:spPr>
      </p:pic>
      <p:sp>
        <p:nvSpPr>
          <p:cNvPr id="225" name="ZoneTexte 6"/>
          <p:cNvSpPr/>
          <p:nvPr/>
        </p:nvSpPr>
        <p:spPr>
          <a:xfrm>
            <a:off x="766627" y="4257000"/>
            <a:ext cx="7609689" cy="64487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fr-FR" sz="1800" b="0" strike="noStrike" spc="-1" dirty="0">
                <a:solidFill>
                  <a:schemeClr val="dk1"/>
                </a:solidFill>
                <a:latin typeface="Arial"/>
              </a:rPr>
              <a:t>Visuellement, la différence est similaire à la répartition H/F.</a:t>
            </a:r>
          </a:p>
          <a:p>
            <a:pPr algn="ctr" defTabSz="914400">
              <a:lnSpc>
                <a:spcPct val="100000"/>
              </a:lnSpc>
            </a:pPr>
            <a:r>
              <a:rPr lang="fr-FR" sz="1800" b="0" strike="noStrike" spc="-1" dirty="0">
                <a:solidFill>
                  <a:schemeClr val="dk1"/>
                </a:solidFill>
                <a:latin typeface="Arial"/>
              </a:rPr>
              <a:t>Statistiquement, il y a une corrélation mais il est à une échelle très faible.</a:t>
            </a:r>
            <a:endParaRPr lang="fr-FR" sz="1800" b="0" strike="noStrike" spc="-1" dirty="0">
              <a:solidFill>
                <a:srgbClr val="000000"/>
              </a:solidFill>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PlaceHolder 1"/>
          <p:cNvSpPr>
            <a:spLocks noGrp="1"/>
          </p:cNvSpPr>
          <p:nvPr>
            <p:ph type="title"/>
          </p:nvPr>
        </p:nvSpPr>
        <p:spPr>
          <a:xfrm>
            <a:off x="501480" y="266760"/>
            <a:ext cx="7258320" cy="101304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chemeClr val="accent1"/>
                </a:solidFill>
                <a:latin typeface="Calibri"/>
                <a:ea typeface="Calibri"/>
              </a:rPr>
              <a:t>Lien entre l'âge des clients et le montant total des achats</a:t>
            </a:r>
            <a:endParaRPr lang="fr-FR" sz="3300" b="0" strike="noStrike" spc="-1">
              <a:solidFill>
                <a:schemeClr val="dk1"/>
              </a:solidFill>
              <a:latin typeface="Arial"/>
            </a:endParaRPr>
          </a:p>
        </p:txBody>
      </p:sp>
      <p:sp>
        <p:nvSpPr>
          <p:cNvPr id="227" name="PlaceHolder 2"/>
          <p:cNvSpPr>
            <a:spLocks noGrp="1"/>
          </p:cNvSpPr>
          <p:nvPr>
            <p:ph type="sldNum" idx="52"/>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51F7D503-EB51-4422-9767-A9394A72DC34}" type="slidenum">
              <a:rPr lang="fr" sz="900" b="0" strike="noStrike" spc="-1">
                <a:solidFill>
                  <a:srgbClr val="9E9E9E"/>
                </a:solidFill>
                <a:latin typeface="Calibri"/>
                <a:ea typeface="Calibri"/>
              </a:rPr>
              <a:t>21</a:t>
            </a:fld>
            <a:endParaRPr lang="fr-FR" sz="900" b="0" strike="noStrike" spc="-1">
              <a:solidFill>
                <a:srgbClr val="000000"/>
              </a:solidFill>
              <a:latin typeface="Times New Roman"/>
            </a:endParaRPr>
          </a:p>
        </p:txBody>
      </p:sp>
      <p:pic>
        <p:nvPicPr>
          <p:cNvPr id="228" name="Image 2"/>
          <p:cNvPicPr/>
          <p:nvPr/>
        </p:nvPicPr>
        <p:blipFill>
          <a:blip r:embed="rId3"/>
          <a:stretch/>
        </p:blipFill>
        <p:spPr>
          <a:xfrm>
            <a:off x="2068920" y="1303560"/>
            <a:ext cx="4812840" cy="3070080"/>
          </a:xfrm>
          <a:prstGeom prst="rect">
            <a:avLst/>
          </a:prstGeom>
          <a:ln w="0">
            <a:noFill/>
          </a:ln>
        </p:spPr>
      </p:pic>
      <p:sp>
        <p:nvSpPr>
          <p:cNvPr id="229" name="ZoneTexte 3"/>
          <p:cNvSpPr/>
          <p:nvPr/>
        </p:nvSpPr>
        <p:spPr>
          <a:xfrm>
            <a:off x="2093400" y="4397760"/>
            <a:ext cx="49572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fr-FR" sz="1800" b="0" strike="noStrike" spc="-1">
                <a:solidFill>
                  <a:schemeClr val="dk1"/>
                </a:solidFill>
                <a:latin typeface="Arial"/>
              </a:rPr>
              <a:t>Plus les clients sont âgés, moins ils dépensent.</a:t>
            </a:r>
            <a:endParaRPr lang="fr-FR" sz="1800" b="0" strike="noStrike" spc="-1">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 name="PlaceHolder 1"/>
          <p:cNvSpPr>
            <a:spLocks noGrp="1"/>
          </p:cNvSpPr>
          <p:nvPr>
            <p:ph type="title"/>
          </p:nvPr>
        </p:nvSpPr>
        <p:spPr>
          <a:xfrm>
            <a:off x="501480" y="266760"/>
            <a:ext cx="7258320" cy="101304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chemeClr val="accent1"/>
                </a:solidFill>
                <a:latin typeface="Calibri"/>
                <a:ea typeface="Calibri"/>
              </a:rPr>
              <a:t>Lien entre l'âge des clients et la fréquence d’achat</a:t>
            </a:r>
            <a:endParaRPr lang="fr-FR" sz="3300" b="0" strike="noStrike" spc="-1">
              <a:solidFill>
                <a:schemeClr val="dk1"/>
              </a:solidFill>
              <a:latin typeface="Arial"/>
            </a:endParaRPr>
          </a:p>
        </p:txBody>
      </p:sp>
      <p:sp>
        <p:nvSpPr>
          <p:cNvPr id="231" name="PlaceHolder 2"/>
          <p:cNvSpPr>
            <a:spLocks noGrp="1"/>
          </p:cNvSpPr>
          <p:nvPr>
            <p:ph type="sldNum" idx="53"/>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B38AB7ED-E85E-44FA-BD33-4A0C79365066}" type="slidenum">
              <a:rPr lang="fr" sz="900" b="0" strike="noStrike" spc="-1">
                <a:solidFill>
                  <a:srgbClr val="9E9E9E"/>
                </a:solidFill>
                <a:latin typeface="Calibri"/>
                <a:ea typeface="Calibri"/>
              </a:rPr>
              <a:t>22</a:t>
            </a:fld>
            <a:endParaRPr lang="fr-FR" sz="900" b="0" strike="noStrike" spc="-1">
              <a:solidFill>
                <a:srgbClr val="000000"/>
              </a:solidFill>
              <a:latin typeface="Times New Roman"/>
            </a:endParaRPr>
          </a:p>
        </p:txBody>
      </p:sp>
      <p:sp>
        <p:nvSpPr>
          <p:cNvPr id="232" name="ZoneTexte 3"/>
          <p:cNvSpPr/>
          <p:nvPr/>
        </p:nvSpPr>
        <p:spPr>
          <a:xfrm>
            <a:off x="885240" y="4397760"/>
            <a:ext cx="7372800" cy="36396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fr-FR" sz="1800" b="0" strike="noStrike" spc="-1">
                <a:solidFill>
                  <a:schemeClr val="dk1"/>
                </a:solidFill>
                <a:latin typeface="Arial"/>
              </a:rPr>
              <a:t>On peut croire que plus les clients sont âgés, plus ils achètent souvent.</a:t>
            </a:r>
            <a:endParaRPr lang="fr-FR" sz="1800" b="0" strike="noStrike" spc="-1">
              <a:solidFill>
                <a:srgbClr val="000000"/>
              </a:solidFill>
              <a:latin typeface="Arial"/>
            </a:endParaRPr>
          </a:p>
        </p:txBody>
      </p:sp>
      <p:pic>
        <p:nvPicPr>
          <p:cNvPr id="233" name="Image 4"/>
          <p:cNvPicPr/>
          <p:nvPr/>
        </p:nvPicPr>
        <p:blipFill>
          <a:blip r:embed="rId3"/>
          <a:stretch/>
        </p:blipFill>
        <p:spPr>
          <a:xfrm>
            <a:off x="1907640" y="1355760"/>
            <a:ext cx="5328720" cy="2966040"/>
          </a:xfrm>
          <a:prstGeom prst="rect">
            <a:avLst/>
          </a:prstGeom>
          <a:ln w="0">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PlaceHolder 1"/>
          <p:cNvSpPr>
            <a:spLocks noGrp="1"/>
          </p:cNvSpPr>
          <p:nvPr>
            <p:ph type="title"/>
          </p:nvPr>
        </p:nvSpPr>
        <p:spPr>
          <a:xfrm>
            <a:off x="501480" y="266760"/>
            <a:ext cx="7258320" cy="101304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chemeClr val="accent1"/>
                </a:solidFill>
                <a:latin typeface="Calibri"/>
                <a:ea typeface="Calibri"/>
              </a:rPr>
              <a:t>Lien entre l'âge des clients et la fréquence d’achat</a:t>
            </a:r>
            <a:endParaRPr lang="fr-FR" sz="3300" b="0" strike="noStrike" spc="-1">
              <a:solidFill>
                <a:schemeClr val="dk1"/>
              </a:solidFill>
              <a:latin typeface="Arial"/>
            </a:endParaRPr>
          </a:p>
        </p:txBody>
      </p:sp>
      <p:sp>
        <p:nvSpPr>
          <p:cNvPr id="235" name="PlaceHolder 2"/>
          <p:cNvSpPr>
            <a:spLocks noGrp="1"/>
          </p:cNvSpPr>
          <p:nvPr>
            <p:ph type="sldNum" idx="54"/>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72C68B3F-5D56-4529-B52E-1B81669D6198}" type="slidenum">
              <a:rPr lang="fr" sz="900" b="0" strike="noStrike" spc="-1">
                <a:solidFill>
                  <a:srgbClr val="9E9E9E"/>
                </a:solidFill>
                <a:latin typeface="Calibri"/>
                <a:ea typeface="Calibri"/>
              </a:rPr>
              <a:t>23</a:t>
            </a:fld>
            <a:endParaRPr lang="fr-FR" sz="900" b="0" strike="noStrike" spc="-1">
              <a:solidFill>
                <a:srgbClr val="000000"/>
              </a:solidFill>
              <a:latin typeface="Times New Roman"/>
            </a:endParaRPr>
          </a:p>
        </p:txBody>
      </p:sp>
      <p:sp>
        <p:nvSpPr>
          <p:cNvPr id="236" name="ZoneTexte 3"/>
          <p:cNvSpPr/>
          <p:nvPr/>
        </p:nvSpPr>
        <p:spPr>
          <a:xfrm>
            <a:off x="2873880" y="4397760"/>
            <a:ext cx="339516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fr-FR" sz="1800" b="0" strike="noStrike" spc="-1">
                <a:solidFill>
                  <a:schemeClr val="dk1"/>
                </a:solidFill>
                <a:latin typeface="Arial"/>
              </a:rPr>
              <a:t>En réalité, c’est plus compliqué!</a:t>
            </a:r>
            <a:endParaRPr lang="fr-FR" sz="1800" b="0" strike="noStrike" spc="-1">
              <a:solidFill>
                <a:srgbClr val="000000"/>
              </a:solidFill>
              <a:latin typeface="Arial"/>
            </a:endParaRPr>
          </a:p>
          <a:p>
            <a:pPr algn="ctr" defTabSz="914400">
              <a:lnSpc>
                <a:spcPct val="100000"/>
              </a:lnSpc>
            </a:pPr>
            <a:endParaRPr lang="fr-FR" sz="1800" b="0" strike="noStrike" spc="-1">
              <a:solidFill>
                <a:srgbClr val="000000"/>
              </a:solidFill>
              <a:latin typeface="Arial"/>
            </a:endParaRPr>
          </a:p>
        </p:txBody>
      </p:sp>
      <p:pic>
        <p:nvPicPr>
          <p:cNvPr id="237" name="Image 2"/>
          <p:cNvPicPr/>
          <p:nvPr/>
        </p:nvPicPr>
        <p:blipFill>
          <a:blip r:embed="rId3"/>
          <a:stretch/>
        </p:blipFill>
        <p:spPr>
          <a:xfrm>
            <a:off x="1761480" y="1280160"/>
            <a:ext cx="5620320" cy="3117240"/>
          </a:xfrm>
          <a:prstGeom prst="rect">
            <a:avLst/>
          </a:prstGeom>
          <a:ln w="0">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PlaceHolder 1"/>
          <p:cNvSpPr>
            <a:spLocks noGrp="1"/>
          </p:cNvSpPr>
          <p:nvPr>
            <p:ph type="title"/>
          </p:nvPr>
        </p:nvSpPr>
        <p:spPr>
          <a:xfrm>
            <a:off x="501480" y="266760"/>
            <a:ext cx="7258320" cy="101304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chemeClr val="accent1"/>
                </a:solidFill>
                <a:latin typeface="Calibri"/>
                <a:ea typeface="Calibri"/>
              </a:rPr>
              <a:t>Lien entre l'âge des clients et la taille du panier moyen</a:t>
            </a:r>
            <a:endParaRPr lang="fr-FR" sz="3300" b="0" strike="noStrike" spc="-1">
              <a:solidFill>
                <a:schemeClr val="dk1"/>
              </a:solidFill>
              <a:latin typeface="Arial"/>
            </a:endParaRPr>
          </a:p>
        </p:txBody>
      </p:sp>
      <p:sp>
        <p:nvSpPr>
          <p:cNvPr id="239" name="PlaceHolder 2"/>
          <p:cNvSpPr>
            <a:spLocks noGrp="1"/>
          </p:cNvSpPr>
          <p:nvPr>
            <p:ph type="sldNum" idx="55"/>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805B1E4D-4679-4D8B-8E1E-DDEFFD011FF7}" type="slidenum">
              <a:rPr lang="fr" sz="900" b="0" strike="noStrike" spc="-1">
                <a:solidFill>
                  <a:srgbClr val="9E9E9E"/>
                </a:solidFill>
                <a:latin typeface="Calibri"/>
                <a:ea typeface="Calibri"/>
              </a:rPr>
              <a:t>24</a:t>
            </a:fld>
            <a:endParaRPr lang="fr-FR" sz="900" b="0" strike="noStrike" spc="-1">
              <a:solidFill>
                <a:srgbClr val="000000"/>
              </a:solidFill>
              <a:latin typeface="Times New Roman"/>
            </a:endParaRPr>
          </a:p>
        </p:txBody>
      </p:sp>
      <p:sp>
        <p:nvSpPr>
          <p:cNvPr id="240" name="ZoneTexte 3"/>
          <p:cNvSpPr/>
          <p:nvPr/>
        </p:nvSpPr>
        <p:spPr>
          <a:xfrm>
            <a:off x="1432607" y="4397760"/>
            <a:ext cx="6278427" cy="644877"/>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fr-FR" sz="1800" b="0" strike="noStrike" spc="-1" dirty="0">
                <a:solidFill>
                  <a:schemeClr val="dk1"/>
                </a:solidFill>
                <a:latin typeface="Arial"/>
              </a:rPr>
              <a:t>Deux catégories ont des paniers plus élevés que les autres.</a:t>
            </a:r>
            <a:endParaRPr lang="fr-FR" sz="1800" b="0" strike="noStrike" spc="-1" dirty="0">
              <a:solidFill>
                <a:srgbClr val="000000"/>
              </a:solidFill>
              <a:latin typeface="Arial"/>
            </a:endParaRPr>
          </a:p>
          <a:p>
            <a:pPr algn="ctr" defTabSz="914400">
              <a:lnSpc>
                <a:spcPct val="100000"/>
              </a:lnSpc>
            </a:pPr>
            <a:endParaRPr lang="fr-FR" sz="1800" b="0" strike="noStrike" spc="-1" dirty="0">
              <a:solidFill>
                <a:srgbClr val="000000"/>
              </a:solidFill>
              <a:latin typeface="Arial"/>
            </a:endParaRPr>
          </a:p>
        </p:txBody>
      </p:sp>
      <p:pic>
        <p:nvPicPr>
          <p:cNvPr id="241" name="Image 4"/>
          <p:cNvPicPr/>
          <p:nvPr/>
        </p:nvPicPr>
        <p:blipFill>
          <a:blip r:embed="rId3">
            <a:extLst>
              <a:ext uri="{28A0092B-C50C-407E-A947-70E740481C1C}">
                <a14:useLocalDpi xmlns:a14="http://schemas.microsoft.com/office/drawing/2010/main" val="0"/>
              </a:ext>
            </a:extLst>
          </a:blip>
          <a:srcRect/>
          <a:stretch/>
        </p:blipFill>
        <p:spPr>
          <a:xfrm>
            <a:off x="1398367" y="1309680"/>
            <a:ext cx="5748945" cy="3091680"/>
          </a:xfrm>
          <a:prstGeom prst="rect">
            <a:avLst/>
          </a:prstGeom>
          <a:ln w="0">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 name="PlaceHolder 1"/>
          <p:cNvSpPr>
            <a:spLocks noGrp="1"/>
          </p:cNvSpPr>
          <p:nvPr>
            <p:ph type="title"/>
          </p:nvPr>
        </p:nvSpPr>
        <p:spPr>
          <a:xfrm>
            <a:off x="501480" y="266760"/>
            <a:ext cx="7258320" cy="101304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chemeClr val="accent1"/>
                </a:solidFill>
                <a:latin typeface="Calibri"/>
                <a:ea typeface="Calibri"/>
              </a:rPr>
              <a:t>Lien entre l'âge des clients et la catégorie des livres achetés.</a:t>
            </a:r>
            <a:endParaRPr lang="fr-FR" sz="3300" b="0" strike="noStrike" spc="-1">
              <a:solidFill>
                <a:schemeClr val="dk1"/>
              </a:solidFill>
              <a:latin typeface="Arial"/>
            </a:endParaRPr>
          </a:p>
        </p:txBody>
      </p:sp>
      <p:sp>
        <p:nvSpPr>
          <p:cNvPr id="243" name="PlaceHolder 2"/>
          <p:cNvSpPr>
            <a:spLocks noGrp="1"/>
          </p:cNvSpPr>
          <p:nvPr>
            <p:ph type="sldNum" idx="56"/>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9AF10E0A-FFBC-423A-B166-F42CC9851D4E}" type="slidenum">
              <a:rPr lang="fr" sz="900" b="0" strike="noStrike" spc="-1">
                <a:solidFill>
                  <a:srgbClr val="9E9E9E"/>
                </a:solidFill>
                <a:latin typeface="Calibri"/>
                <a:ea typeface="Calibri"/>
              </a:rPr>
              <a:t>25</a:t>
            </a:fld>
            <a:endParaRPr lang="fr-FR" sz="900" b="0" strike="noStrike" spc="-1">
              <a:solidFill>
                <a:srgbClr val="000000"/>
              </a:solidFill>
              <a:latin typeface="Times New Roman"/>
            </a:endParaRPr>
          </a:p>
        </p:txBody>
      </p:sp>
      <p:sp>
        <p:nvSpPr>
          <p:cNvPr id="244" name="ZoneTexte 3"/>
          <p:cNvSpPr/>
          <p:nvPr/>
        </p:nvSpPr>
        <p:spPr>
          <a:xfrm>
            <a:off x="1553040" y="4443840"/>
            <a:ext cx="603792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fr-FR" sz="1800" b="0" strike="noStrike" spc="-1">
                <a:solidFill>
                  <a:schemeClr val="dk1"/>
                </a:solidFill>
                <a:latin typeface="Arial"/>
              </a:rPr>
              <a:t>Des catégories plébiscitées par certaines tranches d’âge. </a:t>
            </a:r>
            <a:endParaRPr lang="fr-FR" sz="1800" b="0" strike="noStrike" spc="-1">
              <a:solidFill>
                <a:srgbClr val="000000"/>
              </a:solidFill>
              <a:latin typeface="Arial"/>
            </a:endParaRPr>
          </a:p>
          <a:p>
            <a:pPr algn="ctr" defTabSz="914400">
              <a:lnSpc>
                <a:spcPct val="100000"/>
              </a:lnSpc>
            </a:pPr>
            <a:endParaRPr lang="fr-FR" sz="1800" b="0" strike="noStrike" spc="-1">
              <a:solidFill>
                <a:srgbClr val="000000"/>
              </a:solidFill>
              <a:latin typeface="Arial"/>
            </a:endParaRPr>
          </a:p>
        </p:txBody>
      </p:sp>
      <p:pic>
        <p:nvPicPr>
          <p:cNvPr id="245" name="Image 10"/>
          <p:cNvPicPr/>
          <p:nvPr/>
        </p:nvPicPr>
        <p:blipFill>
          <a:blip r:embed="rId3">
            <a:extLst>
              <a:ext uri="{28A0092B-C50C-407E-A947-70E740481C1C}">
                <a14:useLocalDpi xmlns:a14="http://schemas.microsoft.com/office/drawing/2010/main" val="0"/>
              </a:ext>
            </a:extLst>
          </a:blip>
          <a:srcRect/>
          <a:stretch/>
        </p:blipFill>
        <p:spPr>
          <a:xfrm>
            <a:off x="1623960" y="1405255"/>
            <a:ext cx="5486040" cy="2913129"/>
          </a:xfrm>
          <a:prstGeom prst="rect">
            <a:avLst/>
          </a:prstGeom>
          <a:ln w="0">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 name="PlaceHolder 1"/>
          <p:cNvSpPr>
            <a:spLocks noGrp="1"/>
          </p:cNvSpPr>
          <p:nvPr>
            <p:ph type="title"/>
          </p:nvPr>
        </p:nvSpPr>
        <p:spPr>
          <a:xfrm>
            <a:off x="501480" y="266760"/>
            <a:ext cx="7258320" cy="101304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chemeClr val="accent1"/>
                </a:solidFill>
                <a:latin typeface="Calibri"/>
                <a:ea typeface="Calibri"/>
              </a:rPr>
              <a:t>Lien entre l'âge des clients et la catégorie des livres achetés.</a:t>
            </a:r>
            <a:endParaRPr lang="fr-FR" sz="3300" b="0" strike="noStrike" spc="-1">
              <a:solidFill>
                <a:schemeClr val="dk1"/>
              </a:solidFill>
              <a:latin typeface="Arial"/>
            </a:endParaRPr>
          </a:p>
        </p:txBody>
      </p:sp>
      <p:sp>
        <p:nvSpPr>
          <p:cNvPr id="247" name="PlaceHolder 2"/>
          <p:cNvSpPr>
            <a:spLocks noGrp="1"/>
          </p:cNvSpPr>
          <p:nvPr>
            <p:ph type="sldNum" idx="57"/>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829BE30E-37A4-4445-A2E9-CB37302E83C2}" type="slidenum">
              <a:rPr lang="fr" sz="900" b="0" strike="noStrike" spc="-1">
                <a:solidFill>
                  <a:srgbClr val="9E9E9E"/>
                </a:solidFill>
                <a:latin typeface="Calibri"/>
                <a:ea typeface="Calibri"/>
              </a:rPr>
              <a:t>26</a:t>
            </a:fld>
            <a:endParaRPr lang="fr-FR" sz="900" b="0" strike="noStrike" spc="-1">
              <a:solidFill>
                <a:srgbClr val="000000"/>
              </a:solidFill>
              <a:latin typeface="Times New Roman"/>
            </a:endParaRPr>
          </a:p>
        </p:txBody>
      </p:sp>
      <p:sp>
        <p:nvSpPr>
          <p:cNvPr id="248" name="ZoneTexte 3"/>
          <p:cNvSpPr/>
          <p:nvPr/>
        </p:nvSpPr>
        <p:spPr>
          <a:xfrm>
            <a:off x="1553040" y="4443840"/>
            <a:ext cx="6037920" cy="638280"/>
          </a:xfrm>
          <a:prstGeom prst="rect">
            <a:avLst/>
          </a:prstGeom>
          <a:noFill/>
          <a:ln w="0">
            <a:noFill/>
          </a:ln>
        </p:spPr>
        <p:style>
          <a:lnRef idx="0">
            <a:scrgbClr r="0" g="0" b="0"/>
          </a:lnRef>
          <a:fillRef idx="0">
            <a:scrgbClr r="0" g="0" b="0"/>
          </a:fillRef>
          <a:effectRef idx="0">
            <a:scrgbClr r="0" g="0" b="0"/>
          </a:effectRef>
          <a:fontRef idx="minor"/>
        </p:style>
        <p:txBody>
          <a:bodyPr wrap="none" lIns="90000" tIns="45000" rIns="90000" bIns="45000" anchor="t">
            <a:spAutoFit/>
          </a:bodyPr>
          <a:lstStyle/>
          <a:p>
            <a:pPr algn="ctr" defTabSz="914400">
              <a:lnSpc>
                <a:spcPct val="100000"/>
              </a:lnSpc>
            </a:pPr>
            <a:r>
              <a:rPr lang="fr-FR" sz="1800" b="0" strike="noStrike" spc="-1">
                <a:solidFill>
                  <a:schemeClr val="dk1"/>
                </a:solidFill>
                <a:latin typeface="Arial"/>
              </a:rPr>
              <a:t>Des catégories plébiscitées par certaines tranches d’âge. </a:t>
            </a:r>
            <a:endParaRPr lang="fr-FR" sz="1800" b="0" strike="noStrike" spc="-1">
              <a:solidFill>
                <a:srgbClr val="000000"/>
              </a:solidFill>
              <a:latin typeface="Arial"/>
            </a:endParaRPr>
          </a:p>
          <a:p>
            <a:pPr algn="ctr" defTabSz="914400">
              <a:lnSpc>
                <a:spcPct val="100000"/>
              </a:lnSpc>
            </a:pPr>
            <a:endParaRPr lang="fr-FR" sz="1800" b="0" strike="noStrike" spc="-1">
              <a:solidFill>
                <a:srgbClr val="000000"/>
              </a:solidFill>
              <a:latin typeface="Arial"/>
            </a:endParaRPr>
          </a:p>
        </p:txBody>
      </p:sp>
      <p:pic>
        <p:nvPicPr>
          <p:cNvPr id="249" name="Image 8"/>
          <p:cNvPicPr/>
          <p:nvPr/>
        </p:nvPicPr>
        <p:blipFill>
          <a:blip r:embed="rId3">
            <a:extLst>
              <a:ext uri="{28A0092B-C50C-407E-A947-70E740481C1C}">
                <a14:useLocalDpi xmlns:a14="http://schemas.microsoft.com/office/drawing/2010/main" val="0"/>
              </a:ext>
            </a:extLst>
          </a:blip>
          <a:srcRect/>
          <a:stretch/>
        </p:blipFill>
        <p:spPr>
          <a:xfrm>
            <a:off x="1791360" y="1353394"/>
            <a:ext cx="5560920" cy="3017212"/>
          </a:xfrm>
          <a:prstGeom prst="rect">
            <a:avLst/>
          </a:prstGeom>
          <a:ln w="0">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a:solidFill>
                  <a:schemeClr val="accent1"/>
                </a:solidFill>
                <a:latin typeface="Calibri"/>
                <a:ea typeface="Calibri"/>
              </a:rPr>
              <a:t>Risques liés aux tests</a:t>
            </a:r>
            <a:endParaRPr lang="fr-FR" sz="3300" b="0" strike="noStrike" spc="-1">
              <a:solidFill>
                <a:schemeClr val="dk1"/>
              </a:solidFill>
              <a:latin typeface="Arial"/>
            </a:endParaRPr>
          </a:p>
        </p:txBody>
      </p:sp>
      <p:sp>
        <p:nvSpPr>
          <p:cNvPr id="251" name="PlaceHolder 2"/>
          <p:cNvSpPr>
            <a:spLocks noGrp="1"/>
          </p:cNvSpPr>
          <p:nvPr>
            <p:ph type="sldNum" idx="58"/>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C98CEDE2-9890-4385-99AD-004F7DC4DE82}" type="slidenum">
              <a:rPr lang="fr" sz="900" b="0" strike="noStrike" spc="-1">
                <a:solidFill>
                  <a:srgbClr val="9E9E9E"/>
                </a:solidFill>
                <a:latin typeface="Calibri"/>
                <a:ea typeface="Calibri"/>
              </a:rPr>
              <a:t>27</a:t>
            </a:fld>
            <a:endParaRPr lang="fr-FR" sz="900" b="0" strike="noStrike" spc="-1">
              <a:solidFill>
                <a:srgbClr val="000000"/>
              </a:solidFill>
              <a:latin typeface="Times New Roman"/>
            </a:endParaRPr>
          </a:p>
        </p:txBody>
      </p:sp>
      <p:sp>
        <p:nvSpPr>
          <p:cNvPr id="252" name="ZoneTexte 2"/>
          <p:cNvSpPr/>
          <p:nvPr/>
        </p:nvSpPr>
        <p:spPr>
          <a:xfrm>
            <a:off x="855720" y="1063440"/>
            <a:ext cx="6919920" cy="36918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defTabSz="914400">
              <a:lnSpc>
                <a:spcPct val="90000"/>
              </a:lnSpc>
              <a:tabLst>
                <a:tab pos="0" algn="l"/>
              </a:tabLst>
            </a:pPr>
            <a:r>
              <a:rPr lang="fr-FR" sz="2000" b="0" strike="noStrike" spc="-1" dirty="0">
                <a:solidFill>
                  <a:schemeClr val="accent1"/>
                </a:solidFill>
                <a:latin typeface="Calibri"/>
                <a:ea typeface="Calibri"/>
              </a:rPr>
              <a:t>Les données clients utilisées étaient limitées aux informations recueillies à partir de 2021, ce qui peut ne pas représenter les tendances à long terme ou les changements de comportements qui se développent sur plusieurs années.</a:t>
            </a:r>
            <a:endParaRPr lang="fr-FR" sz="2000" b="0" strike="noStrike" spc="-1" dirty="0">
              <a:solidFill>
                <a:srgbClr val="000000"/>
              </a:solidFill>
              <a:latin typeface="Arial"/>
            </a:endParaRPr>
          </a:p>
          <a:p>
            <a:pPr defTabSz="914400">
              <a:lnSpc>
                <a:spcPct val="90000"/>
              </a:lnSpc>
              <a:tabLst>
                <a:tab pos="0" algn="l"/>
              </a:tabLst>
            </a:pPr>
            <a:endParaRPr lang="fr-FR" sz="2000" b="0" strike="noStrike" spc="-1" dirty="0">
              <a:solidFill>
                <a:srgbClr val="000000"/>
              </a:solidFill>
              <a:latin typeface="Arial"/>
            </a:endParaRPr>
          </a:p>
          <a:p>
            <a:pPr defTabSz="914400">
              <a:lnSpc>
                <a:spcPct val="90000"/>
              </a:lnSpc>
              <a:tabLst>
                <a:tab pos="0" algn="l"/>
              </a:tabLst>
            </a:pPr>
            <a:r>
              <a:rPr lang="fr-FR" sz="2000" b="0" strike="noStrike" spc="-1" dirty="0">
                <a:solidFill>
                  <a:schemeClr val="accent1"/>
                </a:solidFill>
                <a:latin typeface="Calibri"/>
                <a:ea typeface="Calibri"/>
              </a:rPr>
              <a:t>En outre, bien que des efforts aient été déployés pour nettoyer les données, incluant le traitement des valeurs manquantes et la suppression des doublons, il reste un risque d'erreurs résiduelles qui pourraient affecter les analyses.</a:t>
            </a:r>
          </a:p>
          <a:p>
            <a:pPr>
              <a:lnSpc>
                <a:spcPct val="90000"/>
              </a:lnSpc>
              <a:tabLst>
                <a:tab pos="0" algn="l"/>
              </a:tabLst>
            </a:pPr>
            <a:endParaRPr lang="fr-FR" sz="2000" spc="-1" dirty="0">
              <a:solidFill>
                <a:schemeClr val="accent1"/>
              </a:solidFill>
              <a:latin typeface="Calibri"/>
              <a:ea typeface="Calibri"/>
            </a:endParaRPr>
          </a:p>
          <a:p>
            <a:pPr>
              <a:lnSpc>
                <a:spcPct val="90000"/>
              </a:lnSpc>
              <a:tabLst>
                <a:tab pos="0" algn="l"/>
              </a:tabLst>
            </a:pPr>
            <a:r>
              <a:rPr lang="fr-FR" sz="2000" spc="-1" dirty="0">
                <a:solidFill>
                  <a:schemeClr val="accent1"/>
                </a:solidFill>
                <a:latin typeface="Calibri"/>
                <a:ea typeface="Calibri"/>
              </a:rPr>
              <a:t>La présence de clients professionnels (B2B) aux volumes d'achats atypiques peut biaiser les résultats des tests de corrélation. Il est possible que je n’ai pas détecté tous ces clients.</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 name="PlaceHolder 1"/>
          <p:cNvSpPr>
            <a:spLocks noGrp="1"/>
          </p:cNvSpPr>
          <p:nvPr>
            <p:ph type="title"/>
          </p:nvPr>
        </p:nvSpPr>
        <p:spPr>
          <a:xfrm>
            <a:off x="501480" y="266760"/>
            <a:ext cx="5944320" cy="50832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FR" sz="3300" b="0" strike="noStrike" spc="-1" dirty="0">
                <a:solidFill>
                  <a:schemeClr val="accent1"/>
                </a:solidFill>
                <a:latin typeface="Calibri"/>
                <a:ea typeface="Calibri"/>
              </a:rPr>
              <a:t>Recommandations</a:t>
            </a:r>
            <a:endParaRPr lang="fr-FR" sz="3300" b="0" strike="noStrike" spc="-1" dirty="0">
              <a:solidFill>
                <a:schemeClr val="dk1"/>
              </a:solidFill>
              <a:latin typeface="Arial"/>
            </a:endParaRPr>
          </a:p>
        </p:txBody>
      </p:sp>
      <p:sp>
        <p:nvSpPr>
          <p:cNvPr id="254" name="PlaceHolder 2"/>
          <p:cNvSpPr>
            <a:spLocks noGrp="1"/>
          </p:cNvSpPr>
          <p:nvPr>
            <p:ph type="sldNum" idx="59"/>
          </p:nvPr>
        </p:nvSpPr>
        <p:spPr>
          <a:xfrm>
            <a:off x="8360280" y="4767120"/>
            <a:ext cx="552960" cy="271800"/>
          </a:xfrm>
          <a:prstGeom prst="rect">
            <a:avLst/>
          </a:prstGeom>
          <a:noFill/>
          <a:ln w="0">
            <a:noFill/>
          </a:ln>
        </p:spPr>
        <p:txBody>
          <a:bodyPr lIns="68400" tIns="34200" rIns="68400" bIns="34200" anchor="ctr">
            <a:noAutofit/>
          </a:bodyPr>
          <a:lstStyle>
            <a:lvl1pPr indent="0" algn="r" defTabSz="914400">
              <a:lnSpc>
                <a:spcPct val="100000"/>
              </a:lnSpc>
              <a:buNone/>
              <a:tabLst>
                <a:tab pos="0" algn="l"/>
              </a:tabLst>
              <a:defRPr lang="fr" sz="900" b="0" strike="noStrike" spc="-1">
                <a:solidFill>
                  <a:srgbClr val="9E9E9E"/>
                </a:solidFill>
                <a:latin typeface="Calibri"/>
                <a:ea typeface="Calibri"/>
              </a:defRPr>
            </a:lvl1pPr>
          </a:lstStyle>
          <a:p>
            <a:pPr indent="0" algn="r" defTabSz="914400">
              <a:lnSpc>
                <a:spcPct val="100000"/>
              </a:lnSpc>
              <a:buNone/>
              <a:tabLst>
                <a:tab pos="0" algn="l"/>
              </a:tabLst>
            </a:pPr>
            <a:fld id="{A54B2F97-B701-442C-9DFF-0D711C14362C}" type="slidenum">
              <a:rPr lang="fr" sz="900" b="0" strike="noStrike" spc="-1">
                <a:solidFill>
                  <a:srgbClr val="9E9E9E"/>
                </a:solidFill>
                <a:latin typeface="Calibri"/>
                <a:ea typeface="Calibri"/>
              </a:rPr>
              <a:t>28</a:t>
            </a:fld>
            <a:endParaRPr lang="fr-FR" sz="900" b="0" strike="noStrike" spc="-1">
              <a:solidFill>
                <a:srgbClr val="000000"/>
              </a:solidFill>
              <a:latin typeface="Times New Roman"/>
            </a:endParaRPr>
          </a:p>
        </p:txBody>
      </p:sp>
      <p:sp>
        <p:nvSpPr>
          <p:cNvPr id="255" name="ZoneTexte 2"/>
          <p:cNvSpPr/>
          <p:nvPr/>
        </p:nvSpPr>
        <p:spPr>
          <a:xfrm>
            <a:off x="855720" y="1063440"/>
            <a:ext cx="6919920" cy="3581065"/>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marL="343080" indent="-343080">
              <a:lnSpc>
                <a:spcPct val="90000"/>
              </a:lnSpc>
              <a:buClr>
                <a:srgbClr val="00194C"/>
              </a:buClr>
              <a:buFont typeface="OpenSymbol"/>
              <a:buChar char="-"/>
              <a:tabLst>
                <a:tab pos="0" algn="l"/>
              </a:tabLst>
            </a:pPr>
            <a:r>
              <a:rPr lang="fr-FR" spc="-1" dirty="0">
                <a:solidFill>
                  <a:schemeClr val="accent1"/>
                </a:solidFill>
                <a:latin typeface="Calibri"/>
                <a:ea typeface="Calibri"/>
              </a:rPr>
              <a:t>Rester attractif auprès des 19-50 qui sont nos clients les plus fidèles .</a:t>
            </a:r>
          </a:p>
          <a:p>
            <a:pPr marL="343080" indent="-343080" defTabSz="914400">
              <a:lnSpc>
                <a:spcPct val="90000"/>
              </a:lnSpc>
              <a:buClr>
                <a:srgbClr val="00194C"/>
              </a:buClr>
              <a:buFont typeface="OpenSymbol"/>
              <a:buChar char="-"/>
              <a:tabLst>
                <a:tab pos="0" algn="l"/>
              </a:tabLst>
            </a:pPr>
            <a:endParaRPr lang="fr-FR" spc="-1" dirty="0">
              <a:solidFill>
                <a:schemeClr val="accent1"/>
              </a:solidFill>
              <a:latin typeface="Calibri"/>
              <a:ea typeface="Calibri"/>
            </a:endParaRPr>
          </a:p>
          <a:p>
            <a:pPr marL="343080" indent="-343080" defTabSz="914400">
              <a:lnSpc>
                <a:spcPct val="90000"/>
              </a:lnSpc>
              <a:buClr>
                <a:srgbClr val="00194C"/>
              </a:buClr>
              <a:buFont typeface="OpenSymbol"/>
              <a:buChar char="-"/>
              <a:tabLst>
                <a:tab pos="0" algn="l"/>
              </a:tabLst>
            </a:pPr>
            <a:r>
              <a:rPr lang="fr-FR" b="0" strike="noStrike" spc="-1" dirty="0">
                <a:solidFill>
                  <a:schemeClr val="accent1"/>
                </a:solidFill>
                <a:latin typeface="Calibri"/>
                <a:ea typeface="Calibri"/>
              </a:rPr>
              <a:t>Identifier la clientèle B2B et créer un service spécifique.</a:t>
            </a:r>
            <a:endParaRPr lang="fr-FR" b="0" strike="noStrike" spc="-1" dirty="0">
              <a:solidFill>
                <a:srgbClr val="000000"/>
              </a:solidFill>
              <a:latin typeface="Arial"/>
            </a:endParaRPr>
          </a:p>
          <a:p>
            <a:pPr defTabSz="914400">
              <a:lnSpc>
                <a:spcPct val="90000"/>
              </a:lnSpc>
              <a:tabLst>
                <a:tab pos="0" algn="l"/>
              </a:tabLst>
            </a:pPr>
            <a:endParaRPr lang="fr-FR" b="0" strike="noStrike" spc="-1" dirty="0">
              <a:solidFill>
                <a:srgbClr val="000000"/>
              </a:solidFill>
              <a:latin typeface="Arial"/>
            </a:endParaRPr>
          </a:p>
          <a:p>
            <a:pPr marL="343080" indent="-343080" defTabSz="914400">
              <a:lnSpc>
                <a:spcPct val="90000"/>
              </a:lnSpc>
              <a:buClr>
                <a:srgbClr val="00194C"/>
              </a:buClr>
              <a:buFont typeface="OpenSymbol"/>
              <a:buChar char="-"/>
              <a:tabLst>
                <a:tab pos="0" algn="l"/>
              </a:tabLst>
            </a:pPr>
            <a:r>
              <a:rPr lang="fr-FR" b="0" strike="noStrike" spc="-1" dirty="0">
                <a:solidFill>
                  <a:schemeClr val="accent1"/>
                </a:solidFill>
                <a:latin typeface="Calibri"/>
                <a:ea typeface="Calibri"/>
              </a:rPr>
              <a:t>Développer la saisonnalité.</a:t>
            </a:r>
          </a:p>
          <a:p>
            <a:pPr defTabSz="914400">
              <a:lnSpc>
                <a:spcPct val="90000"/>
              </a:lnSpc>
              <a:tabLst>
                <a:tab pos="0" algn="l"/>
              </a:tabLst>
            </a:pPr>
            <a:endParaRPr lang="fr-FR" b="0" strike="noStrike" spc="-1" dirty="0">
              <a:solidFill>
                <a:srgbClr val="000000"/>
              </a:solidFill>
              <a:latin typeface="Arial"/>
            </a:endParaRPr>
          </a:p>
          <a:p>
            <a:pPr marL="343080" indent="-343080" defTabSz="914400">
              <a:lnSpc>
                <a:spcPct val="90000"/>
              </a:lnSpc>
              <a:buClr>
                <a:srgbClr val="00194C"/>
              </a:buClr>
              <a:buFont typeface="OpenSymbol"/>
              <a:buChar char="-"/>
              <a:tabLst>
                <a:tab pos="0" algn="l"/>
              </a:tabLst>
            </a:pPr>
            <a:r>
              <a:rPr lang="fr-FR" b="0" strike="noStrike" spc="-1" dirty="0">
                <a:solidFill>
                  <a:schemeClr val="accent1"/>
                </a:solidFill>
                <a:latin typeface="Calibri"/>
                <a:ea typeface="Calibri"/>
              </a:rPr>
              <a:t>Favoriser des achats plus fréquents chez les plus jeunes en promouvant les catégories 1 et 0 via des offres.</a:t>
            </a:r>
            <a:endParaRPr lang="fr-FR" b="0" strike="noStrike" spc="-1" dirty="0">
              <a:solidFill>
                <a:srgbClr val="000000"/>
              </a:solidFill>
              <a:latin typeface="Arial"/>
            </a:endParaRPr>
          </a:p>
          <a:p>
            <a:pPr defTabSz="914400">
              <a:lnSpc>
                <a:spcPct val="90000"/>
              </a:lnSpc>
              <a:tabLst>
                <a:tab pos="0" algn="l"/>
              </a:tabLst>
            </a:pPr>
            <a:endParaRPr lang="fr-FR" b="0" strike="noStrike" spc="-1" dirty="0">
              <a:solidFill>
                <a:srgbClr val="000000"/>
              </a:solidFill>
              <a:latin typeface="Arial"/>
            </a:endParaRPr>
          </a:p>
          <a:p>
            <a:pPr marL="343080" indent="-343080" defTabSz="914400">
              <a:lnSpc>
                <a:spcPct val="90000"/>
              </a:lnSpc>
              <a:buClr>
                <a:srgbClr val="00194C"/>
              </a:buClr>
              <a:buFont typeface="OpenSymbol"/>
              <a:buChar char="-"/>
              <a:tabLst>
                <a:tab pos="0" algn="l"/>
              </a:tabLst>
            </a:pPr>
            <a:r>
              <a:rPr lang="fr-FR" b="0" strike="noStrike" spc="-1" dirty="0">
                <a:solidFill>
                  <a:schemeClr val="accent1"/>
                </a:solidFill>
                <a:latin typeface="Calibri"/>
                <a:ea typeface="Calibri"/>
              </a:rPr>
              <a:t>Rendre le site plus accessible aux personnes âgées pour augmenter leur panier moyen.</a:t>
            </a:r>
          </a:p>
          <a:p>
            <a:pPr marL="343080" indent="-343080" defTabSz="914400">
              <a:lnSpc>
                <a:spcPct val="90000"/>
              </a:lnSpc>
              <a:buClr>
                <a:srgbClr val="00194C"/>
              </a:buClr>
              <a:buFont typeface="OpenSymbol"/>
              <a:buChar char="-"/>
              <a:tabLst>
                <a:tab pos="0" algn="l"/>
              </a:tabLst>
            </a:pPr>
            <a:endParaRPr lang="fr-FR" spc="-1" dirty="0">
              <a:solidFill>
                <a:schemeClr val="accent1"/>
              </a:solidFill>
              <a:latin typeface="Calibri"/>
              <a:ea typeface="Calibri"/>
            </a:endParaRPr>
          </a:p>
          <a:p>
            <a:pPr marL="343080" indent="-343080" defTabSz="914400">
              <a:lnSpc>
                <a:spcPct val="90000"/>
              </a:lnSpc>
              <a:buClr>
                <a:srgbClr val="00194C"/>
              </a:buClr>
              <a:buFont typeface="OpenSymbol"/>
              <a:buChar char="-"/>
              <a:tabLst>
                <a:tab pos="0" algn="l"/>
              </a:tabLst>
            </a:pPr>
            <a:r>
              <a:rPr lang="fr-FR" b="0" strike="noStrike" spc="-1" dirty="0">
                <a:solidFill>
                  <a:schemeClr val="accent1"/>
                </a:solidFill>
                <a:latin typeface="Calibri"/>
                <a:ea typeface="Calibri"/>
              </a:rPr>
              <a:t>Connaître la marge des produits est une information cruciale pour mesurer la performance.</a:t>
            </a:r>
            <a:endParaRPr lang="fr-FR" spc="-1" dirty="0">
              <a:solidFill>
                <a:schemeClr val="accent1"/>
              </a:solidFill>
              <a:latin typeface="Calibri"/>
              <a:ea typeface="Calibri"/>
            </a:endParaRPr>
          </a:p>
        </p:txBody>
      </p:sp>
      <p:sp>
        <p:nvSpPr>
          <p:cNvPr id="2" name="Rectangle : coins arrondis 1">
            <a:extLst>
              <a:ext uri="{FF2B5EF4-FFF2-40B4-BE49-F238E27FC236}">
                <a16:creationId xmlns:a16="http://schemas.microsoft.com/office/drawing/2014/main" id="{6F396343-D66B-B7AF-CFEF-E9B2A2107ECD}"/>
              </a:ext>
            </a:extLst>
          </p:cNvPr>
          <p:cNvSpPr/>
          <p:nvPr/>
        </p:nvSpPr>
        <p:spPr>
          <a:xfrm>
            <a:off x="855720" y="850575"/>
            <a:ext cx="6808885" cy="1154131"/>
          </a:xfrm>
          <a:prstGeom prst="roundRect">
            <a:avLst/>
          </a:prstGeom>
          <a:solidFill>
            <a:schemeClr val="accent4">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dirty="0"/>
          </a:p>
        </p:txBody>
      </p:sp>
      <p:sp>
        <p:nvSpPr>
          <p:cNvPr id="3" name="Rectangle : coins arrondis 2">
            <a:extLst>
              <a:ext uri="{FF2B5EF4-FFF2-40B4-BE49-F238E27FC236}">
                <a16:creationId xmlns:a16="http://schemas.microsoft.com/office/drawing/2014/main" id="{51BE3D97-6111-73F4-BEA3-C7531F71C60B}"/>
              </a:ext>
            </a:extLst>
          </p:cNvPr>
          <p:cNvSpPr/>
          <p:nvPr/>
        </p:nvSpPr>
        <p:spPr>
          <a:xfrm>
            <a:off x="855721" y="2053643"/>
            <a:ext cx="6808884" cy="1154131"/>
          </a:xfrm>
          <a:prstGeom prst="round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dirty="0"/>
          </a:p>
        </p:txBody>
      </p:sp>
      <p:sp>
        <p:nvSpPr>
          <p:cNvPr id="4" name="Rectangle : coins arrondis 3">
            <a:extLst>
              <a:ext uri="{FF2B5EF4-FFF2-40B4-BE49-F238E27FC236}">
                <a16:creationId xmlns:a16="http://schemas.microsoft.com/office/drawing/2014/main" id="{DD2626C2-B4C1-7233-ADF7-1AC2BE68879E}"/>
              </a:ext>
            </a:extLst>
          </p:cNvPr>
          <p:cNvSpPr/>
          <p:nvPr/>
        </p:nvSpPr>
        <p:spPr>
          <a:xfrm>
            <a:off x="855719" y="3256711"/>
            <a:ext cx="6808884" cy="1384864"/>
          </a:xfrm>
          <a:prstGeom prst="roundRect">
            <a:avLst/>
          </a:prstGeom>
          <a:solidFill>
            <a:schemeClr val="accent5">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C576AB18-323F-4EA1-3D57-E854429577D1}"/>
              </a:ext>
            </a:extLst>
          </p:cNvPr>
          <p:cNvSpPr txBox="1"/>
          <p:nvPr/>
        </p:nvSpPr>
        <p:spPr>
          <a:xfrm>
            <a:off x="7925702" y="1227585"/>
            <a:ext cx="869149" cy="400110"/>
          </a:xfrm>
          <a:prstGeom prst="rect">
            <a:avLst/>
          </a:prstGeom>
          <a:noFill/>
        </p:spPr>
        <p:txBody>
          <a:bodyPr wrap="none" rtlCol="0">
            <a:spAutoFit/>
          </a:bodyPr>
          <a:lstStyle/>
          <a:p>
            <a:r>
              <a:rPr lang="fr-FR" sz="2000" b="1" dirty="0">
                <a:solidFill>
                  <a:srgbClr val="7030A0"/>
                </a:solidFill>
              </a:rPr>
              <a:t>Court</a:t>
            </a:r>
          </a:p>
        </p:txBody>
      </p:sp>
      <p:sp>
        <p:nvSpPr>
          <p:cNvPr id="6" name="ZoneTexte 5">
            <a:extLst>
              <a:ext uri="{FF2B5EF4-FFF2-40B4-BE49-F238E27FC236}">
                <a16:creationId xmlns:a16="http://schemas.microsoft.com/office/drawing/2014/main" id="{EE8CA6F9-0C4A-0C16-367A-81BCEC058F75}"/>
              </a:ext>
            </a:extLst>
          </p:cNvPr>
          <p:cNvSpPr txBox="1"/>
          <p:nvPr/>
        </p:nvSpPr>
        <p:spPr>
          <a:xfrm>
            <a:off x="7861583" y="2430653"/>
            <a:ext cx="997389" cy="400110"/>
          </a:xfrm>
          <a:prstGeom prst="rect">
            <a:avLst/>
          </a:prstGeom>
          <a:noFill/>
        </p:spPr>
        <p:txBody>
          <a:bodyPr wrap="none" rtlCol="0">
            <a:spAutoFit/>
          </a:bodyPr>
          <a:lstStyle/>
          <a:p>
            <a:r>
              <a:rPr lang="fr-FR" sz="2000" b="1" dirty="0">
                <a:solidFill>
                  <a:schemeClr val="accent1">
                    <a:lumMod val="75000"/>
                    <a:lumOff val="25000"/>
                  </a:schemeClr>
                </a:solidFill>
              </a:rPr>
              <a:t>Moyen</a:t>
            </a:r>
          </a:p>
        </p:txBody>
      </p:sp>
      <p:sp>
        <p:nvSpPr>
          <p:cNvPr id="7" name="ZoneTexte 6">
            <a:extLst>
              <a:ext uri="{FF2B5EF4-FFF2-40B4-BE49-F238E27FC236}">
                <a16:creationId xmlns:a16="http://schemas.microsoft.com/office/drawing/2014/main" id="{2E6FF1C3-F3CC-B2D8-DBB0-0A721F95B3C0}"/>
              </a:ext>
            </a:extLst>
          </p:cNvPr>
          <p:cNvSpPr txBox="1"/>
          <p:nvPr/>
        </p:nvSpPr>
        <p:spPr>
          <a:xfrm>
            <a:off x="7953757" y="3749088"/>
            <a:ext cx="813043" cy="400110"/>
          </a:xfrm>
          <a:prstGeom prst="rect">
            <a:avLst/>
          </a:prstGeom>
          <a:noFill/>
        </p:spPr>
        <p:txBody>
          <a:bodyPr wrap="none" rtlCol="0">
            <a:spAutoFit/>
          </a:bodyPr>
          <a:lstStyle/>
          <a:p>
            <a:r>
              <a:rPr lang="fr-FR" sz="2000" b="1" dirty="0">
                <a:solidFill>
                  <a:schemeClr val="accent5">
                    <a:lumMod val="75000"/>
                  </a:schemeClr>
                </a:solidFill>
              </a:rPr>
              <a:t>Long</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 name="Google Shape;352;p43"/>
          <p:cNvSpPr/>
          <p:nvPr/>
        </p:nvSpPr>
        <p:spPr>
          <a:xfrm rot="16200000">
            <a:off x="2009520" y="1793520"/>
            <a:ext cx="1807560" cy="1558080"/>
          </a:xfrm>
          <a:prstGeom prst="hexagon">
            <a:avLst>
              <a:gd name="adj" fmla="val 25000"/>
              <a:gd name="vf" fmla="val 115470"/>
            </a:avLst>
          </a:prstGeom>
          <a:solidFill>
            <a:schemeClr val="dk1"/>
          </a:solidFill>
          <a:ln w="0">
            <a:noFill/>
          </a:ln>
        </p:spPr>
        <p:style>
          <a:lnRef idx="0">
            <a:scrgbClr r="0" g="0" b="0"/>
          </a:lnRef>
          <a:fillRef idx="0">
            <a:scrgbClr r="0" g="0" b="0"/>
          </a:fillRef>
          <a:effectRef idx="0">
            <a:scrgbClr r="0" g="0" b="0"/>
          </a:effectRef>
          <a:fontRef idx="minor"/>
        </p:style>
        <p:txBody>
          <a:bodyPr lIns="68400" tIns="34200" rIns="68400" bIns="34200" anchor="ctr">
            <a:noAutofit/>
          </a:bodyPr>
          <a:lstStyle/>
          <a:p>
            <a:pPr algn="ctr" defTabSz="914400">
              <a:lnSpc>
                <a:spcPct val="100000"/>
              </a:lnSpc>
              <a:tabLst>
                <a:tab pos="0" algn="l"/>
              </a:tabLst>
            </a:pPr>
            <a:endParaRPr lang="fr-FR" sz="1400" b="0" strike="noStrike" spc="-1">
              <a:solidFill>
                <a:schemeClr val="lt1"/>
              </a:solidFill>
              <a:latin typeface="Calibri"/>
              <a:ea typeface="Calibri"/>
            </a:endParaRPr>
          </a:p>
        </p:txBody>
      </p:sp>
      <p:sp>
        <p:nvSpPr>
          <p:cNvPr id="257" name="PlaceHolder 1"/>
          <p:cNvSpPr>
            <a:spLocks noGrp="1"/>
          </p:cNvSpPr>
          <p:nvPr>
            <p:ph type="title"/>
          </p:nvPr>
        </p:nvSpPr>
        <p:spPr>
          <a:xfrm>
            <a:off x="4781880" y="1504440"/>
            <a:ext cx="3638160" cy="1209960"/>
          </a:xfrm>
          <a:prstGeom prst="rect">
            <a:avLst/>
          </a:prstGeom>
          <a:noFill/>
          <a:ln w="0">
            <a:noFill/>
          </a:ln>
        </p:spPr>
        <p:txBody>
          <a:bodyPr lIns="68400" tIns="34200" rIns="68400" bIns="0" anchor="b">
            <a:normAutofit/>
          </a:bodyPr>
          <a:lstStyle/>
          <a:p>
            <a:pPr indent="0" defTabSz="914400">
              <a:lnSpc>
                <a:spcPct val="90000"/>
              </a:lnSpc>
              <a:buNone/>
              <a:tabLst>
                <a:tab pos="0" algn="l"/>
              </a:tabLst>
            </a:pPr>
            <a:r>
              <a:rPr lang="fr" sz="3200" b="1" strike="noStrike" spc="-1">
                <a:solidFill>
                  <a:schemeClr val="accent1"/>
                </a:solidFill>
                <a:latin typeface="Calibri"/>
                <a:ea typeface="Calibri"/>
              </a:rPr>
              <a:t>Merci !</a:t>
            </a:r>
            <a:endParaRPr lang="fr-FR" sz="3200" b="0" strike="noStrike" spc="-1">
              <a:solidFill>
                <a:schemeClr val="dk1"/>
              </a:solidFill>
              <a:latin typeface="Arial"/>
            </a:endParaRPr>
          </a:p>
        </p:txBody>
      </p:sp>
      <p:pic>
        <p:nvPicPr>
          <p:cNvPr id="258" name="Picture 2" descr="Images de Livre illustration – Téléchargement gratuit sur Freepik"/>
          <p:cNvPicPr/>
          <p:nvPr/>
        </p:nvPicPr>
        <p:blipFill>
          <a:blip r:embed="rId3"/>
          <a:stretch/>
        </p:blipFill>
        <p:spPr>
          <a:xfrm>
            <a:off x="1027440" y="816840"/>
            <a:ext cx="3638880" cy="3638880"/>
          </a:xfrm>
          <a:prstGeom prst="rect">
            <a:avLst/>
          </a:prstGeom>
          <a:ln w="0">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3.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4.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5.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6.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7.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8.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9.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0.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1.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2.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3.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4.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5.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6.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7.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8.xml><?xml version="1.0" encoding="utf-8"?>
<a:theme xmlns:a="http://schemas.openxmlformats.org/drawingml/2006/main" name="Thème Office">
  <a:themeElements>
    <a:clrScheme name="Custom 14">
      <a:dk1>
        <a:srgbClr val="3F3F3F"/>
      </a:dk1>
      <a:lt1>
        <a:srgbClr val="FFFFFF"/>
      </a:lt1>
      <a:dk2>
        <a:srgbClr val="F2F2F2"/>
      </a:dk2>
      <a:lt2>
        <a:srgbClr val="A5A5A5"/>
      </a:lt2>
      <a:accent1>
        <a:srgbClr val="00194C"/>
      </a:accent1>
      <a:accent2>
        <a:srgbClr val="EAB200"/>
      </a:accent2>
      <a:accent3>
        <a:srgbClr val="F2F2F2"/>
      </a:accent3>
      <a:accent4>
        <a:srgbClr val="954F72"/>
      </a:accent4>
      <a:accent5>
        <a:srgbClr val="00843B"/>
      </a:accent5>
      <a:accent6>
        <a:srgbClr val="014067"/>
      </a:accent6>
      <a:hlink>
        <a:srgbClr val="00194C"/>
      </a:hlink>
      <a:folHlink>
        <a:srgbClr val="954F72"/>
      </a:folHlink>
    </a:clrScheme>
    <a:fontScheme name="Office">
      <a:majorFont>
        <a:latin typeface="Arial"/>
        <a:ea typeface=""/>
        <a:cs typeface=""/>
      </a:majorFont>
      <a:minorFont>
        <a:latin typeface="Arial"/>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tint val="100000"/>
                <a:shade val="100000"/>
              </a:schemeClr>
            </a:gs>
            <a:gs pos="100000">
              <a:schemeClr val="phClr">
                <a:tint val="50000"/>
                <a:shade val="100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9.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2102</TotalTime>
  <Words>1076</Words>
  <Application>Microsoft Office PowerPoint</Application>
  <PresentationFormat>Affichage à l'écran (16:9)</PresentationFormat>
  <Paragraphs>192</Paragraphs>
  <Slides>29</Slides>
  <Notes>29</Notes>
  <HiddenSlides>0</HiddenSlides>
  <MMClips>0</MMClips>
  <ScaleCrop>false</ScaleCrop>
  <HeadingPairs>
    <vt:vector size="6" baseType="variant">
      <vt:variant>
        <vt:lpstr>Polices utilisées</vt:lpstr>
      </vt:variant>
      <vt:variant>
        <vt:i4>8</vt:i4>
      </vt:variant>
      <vt:variant>
        <vt:lpstr>Thème</vt:lpstr>
      </vt:variant>
      <vt:variant>
        <vt:i4>28</vt:i4>
      </vt:variant>
      <vt:variant>
        <vt:lpstr>Titres des diapositives</vt:lpstr>
      </vt:variant>
      <vt:variant>
        <vt:i4>29</vt:i4>
      </vt:variant>
    </vt:vector>
  </HeadingPairs>
  <TitlesOfParts>
    <vt:vector size="65" baseType="lpstr">
      <vt:lpstr>Arial</vt:lpstr>
      <vt:lpstr>Arial Black</vt:lpstr>
      <vt:lpstr>Calibri</vt:lpstr>
      <vt:lpstr>Consolas</vt:lpstr>
      <vt:lpstr>OpenSymbol</vt:lpstr>
      <vt:lpstr>Symbol</vt:lpstr>
      <vt:lpstr>Times New Roman</vt:lpstr>
      <vt:lpstr>Wingdings</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Simple Light</vt:lpstr>
      <vt:lpstr>Thème Office</vt:lpstr>
      <vt:lpstr>Thème Office</vt:lpstr>
      <vt:lpstr>Thème Office</vt:lpstr>
      <vt:lpstr>Thème Office</vt:lpstr>
      <vt:lpstr>Thème Office</vt:lpstr>
      <vt:lpstr>Thème Office</vt:lpstr>
      <vt:lpstr>Thème Office</vt:lpstr>
      <vt:lpstr>Thème Office</vt:lpstr>
      <vt:lpstr>Thème Office</vt:lpstr>
      <vt:lpstr>Thème Office</vt:lpstr>
      <vt:lpstr>Thème Office</vt:lpstr>
      <vt:lpstr>Thème Office</vt:lpstr>
      <vt:lpstr>Thème Office</vt:lpstr>
      <vt:lpstr>Thème Office</vt:lpstr>
      <vt:lpstr>Thème Office</vt:lpstr>
      <vt:lpstr>Thème Office</vt:lpstr>
      <vt:lpstr>Thème Office</vt:lpstr>
      <vt:lpstr>Analysez les ventes du site web de Lapage</vt:lpstr>
      <vt:lpstr>Contexte </vt:lpstr>
      <vt:lpstr>Les données initiales</vt:lpstr>
      <vt:lpstr>Présentation PowerPoint</vt:lpstr>
      <vt:lpstr>Chiffre d’affaire</vt:lpstr>
      <vt:lpstr>Les transactions</vt:lpstr>
      <vt:lpstr>Zoom sur les catégories de produits</vt:lpstr>
      <vt:lpstr>Zoom sur les catégories de produits</vt:lpstr>
      <vt:lpstr>Tops vs Flops</vt:lpstr>
      <vt:lpstr>Présentation PowerPoint</vt:lpstr>
      <vt:lpstr>Mieux connaître nos clients</vt:lpstr>
      <vt:lpstr>Mieux connaître nos clients</vt:lpstr>
      <vt:lpstr>Mieux connaître nos clients</vt:lpstr>
      <vt:lpstr>Mieux connaître nos clients</vt:lpstr>
      <vt:lpstr>Mieux connaître nos clients</vt:lpstr>
      <vt:lpstr>Mieux connaître nos clients</vt:lpstr>
      <vt:lpstr>Mieux connaître nos clients</vt:lpstr>
      <vt:lpstr>Mieux connaître nos clients</vt:lpstr>
      <vt:lpstr>Présentation PowerPoint</vt:lpstr>
      <vt:lpstr> Corrélation entre le genre d’un client et les catégories des livres achetés</vt:lpstr>
      <vt:lpstr>Lien entre l'âge des clients et le montant total des achats</vt:lpstr>
      <vt:lpstr>Lien entre l'âge des clients et la fréquence d’achat</vt:lpstr>
      <vt:lpstr>Lien entre l'âge des clients et la fréquence d’achat</vt:lpstr>
      <vt:lpstr>Lien entre l'âge des clients et la taille du panier moyen</vt:lpstr>
      <vt:lpstr>Lien entre l'âge des clients et la catégorie des livres achetés.</vt:lpstr>
      <vt:lpstr>Lien entre l'âge des clients et la catégorie des livres achetés.</vt:lpstr>
      <vt:lpstr>Risques liés aux tests</vt:lpstr>
      <vt:lpstr>Recommandations</vt:lpstr>
      <vt:lpstr>Merci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Zied Belhocine</dc:creator>
  <dc:description/>
  <cp:lastModifiedBy>Zied Belhocine</cp:lastModifiedBy>
  <cp:revision>17</cp:revision>
  <dcterms:modified xsi:type="dcterms:W3CDTF">2026-05-07T08:03:54Z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29</vt:i4>
  </property>
  <property fmtid="{D5CDD505-2E9C-101B-9397-08002B2CF9AE}" pid="3" name="PresentationFormat">
    <vt:lpwstr>Affichage à l'écran (16:9)</vt:lpwstr>
  </property>
  <property fmtid="{D5CDD505-2E9C-101B-9397-08002B2CF9AE}" pid="4" name="Slides">
    <vt:i4>29</vt:i4>
  </property>
</Properties>
</file>