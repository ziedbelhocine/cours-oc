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</p:sldMasterIdLst>
  <p:notesMasterIdLst>
    <p:notesMasterId r:id="rId2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90" r:id="rId22"/>
    <p:sldId id="292" r:id="rId23"/>
    <p:sldId id="266" r:id="rId24"/>
  </p:sldIdLst>
  <p:sldSz cx="9144000" cy="5143500" type="screen16x9"/>
  <p:notesSz cx="6858000" cy="9144000"/>
  <p:embeddedFontLst>
    <p:embeddedFont>
      <p:font typeface="Arial Black" panose="020B0A04020102020204" pitchFamily="34" charset="0"/>
      <p:regular r:id="rId26"/>
      <p:bold r:id="rId27"/>
    </p:embeddedFont>
    <p:embeddedFont>
      <p:font typeface="Consolas" panose="020B0609020204030204" pitchFamily="49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351" autoAdjust="0"/>
  </p:normalViewPr>
  <p:slideViewPr>
    <p:cSldViewPr snapToGrid="0">
      <p:cViewPr varScale="1">
        <p:scale>
          <a:sx n="125" d="100"/>
          <a:sy n="125" d="100"/>
        </p:scale>
        <p:origin x="1194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1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3.fntdata"/><Relationship Id="rId36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ied Belhocine" userId="200cc0e2b299676e" providerId="LiveId" clId="{49567C97-1CE6-40DF-B66E-6294A2B089EB}"/>
    <pc:docChg chg="undo redo custSel addSld delSld modSld sldOrd">
      <pc:chgData name="Zied Belhocine" userId="200cc0e2b299676e" providerId="LiveId" clId="{49567C97-1CE6-40DF-B66E-6294A2B089EB}" dt="2026-02-27T09:49:14.600" v="1471" actId="20577"/>
      <pc:docMkLst>
        <pc:docMk/>
      </pc:docMkLst>
      <pc:sldChg chg="delSp modSp mod">
        <pc:chgData name="Zied Belhocine" userId="200cc0e2b299676e" providerId="LiveId" clId="{49567C97-1CE6-40DF-B66E-6294A2B089EB}" dt="2026-02-26T11:41:49.169" v="998" actId="20577"/>
        <pc:sldMkLst>
          <pc:docMk/>
          <pc:sldMk cId="0" sldId="256"/>
        </pc:sldMkLst>
        <pc:spChg chg="mod">
          <ac:chgData name="Zied Belhocine" userId="200cc0e2b299676e" providerId="LiveId" clId="{49567C97-1CE6-40DF-B66E-6294A2B089EB}" dt="2026-02-26T11:41:49.169" v="998" actId="20577"/>
          <ac:spMkLst>
            <pc:docMk/>
            <pc:sldMk cId="0" sldId="256"/>
            <ac:spMk id="256" creationId="{00000000-0000-0000-0000-000000000000}"/>
          </ac:spMkLst>
        </pc:spChg>
        <pc:spChg chg="del">
          <ac:chgData name="Zied Belhocine" userId="200cc0e2b299676e" providerId="LiveId" clId="{49567C97-1CE6-40DF-B66E-6294A2B089EB}" dt="2026-02-25T14:30:13.917" v="565" actId="478"/>
          <ac:spMkLst>
            <pc:docMk/>
            <pc:sldMk cId="0" sldId="256"/>
            <ac:spMk id="259" creationId="{00000000-0000-0000-0000-000000000000}"/>
          </ac:spMkLst>
        </pc:spChg>
      </pc:sldChg>
      <pc:sldChg chg="addSp delSp modSp mod modNotesTx">
        <pc:chgData name="Zied Belhocine" userId="200cc0e2b299676e" providerId="LiveId" clId="{49567C97-1CE6-40DF-B66E-6294A2B089EB}" dt="2026-02-25T14:30:07.273" v="564" actId="478"/>
        <pc:sldMkLst>
          <pc:docMk/>
          <pc:sldMk cId="0" sldId="257"/>
        </pc:sldMkLst>
        <pc:spChg chg="add del mod">
          <ac:chgData name="Zied Belhocine" userId="200cc0e2b299676e" providerId="LiveId" clId="{49567C97-1CE6-40DF-B66E-6294A2B089EB}" dt="2026-02-25T14:30:07.273" v="564" actId="478"/>
          <ac:spMkLst>
            <pc:docMk/>
            <pc:sldMk cId="0" sldId="257"/>
            <ac:spMk id="4" creationId="{CD06C354-72A8-55CB-3BF2-340F11201F29}"/>
          </ac:spMkLst>
        </pc:spChg>
        <pc:spChg chg="mod">
          <ac:chgData name="Zied Belhocine" userId="200cc0e2b299676e" providerId="LiveId" clId="{49567C97-1CE6-40DF-B66E-6294A2B089EB}" dt="2026-02-05T12:55:55.918" v="42" actId="403"/>
          <ac:spMkLst>
            <pc:docMk/>
            <pc:sldMk cId="0" sldId="257"/>
            <ac:spMk id="265" creationId="{00000000-0000-0000-0000-000000000000}"/>
          </ac:spMkLst>
        </pc:spChg>
        <pc:spChg chg="mod">
          <ac:chgData name="Zied Belhocine" userId="200cc0e2b299676e" providerId="LiveId" clId="{49567C97-1CE6-40DF-B66E-6294A2B089EB}" dt="2026-02-05T12:55:33.886" v="36" actId="404"/>
          <ac:spMkLst>
            <pc:docMk/>
            <pc:sldMk cId="0" sldId="257"/>
            <ac:spMk id="266" creationId="{00000000-0000-0000-0000-000000000000}"/>
          </ac:spMkLst>
        </pc:spChg>
        <pc:spChg chg="mod">
          <ac:chgData name="Zied Belhocine" userId="200cc0e2b299676e" providerId="LiveId" clId="{49567C97-1CE6-40DF-B66E-6294A2B089EB}" dt="2026-02-05T12:58:34.543" v="171" actId="313"/>
          <ac:spMkLst>
            <pc:docMk/>
            <pc:sldMk cId="0" sldId="257"/>
            <ac:spMk id="267" creationId="{00000000-0000-0000-0000-000000000000}"/>
          </ac:spMkLst>
        </pc:spChg>
        <pc:spChg chg="del">
          <ac:chgData name="Zied Belhocine" userId="200cc0e2b299676e" providerId="LiveId" clId="{49567C97-1CE6-40DF-B66E-6294A2B089EB}" dt="2026-02-20T14:13:11.667" v="252" actId="478"/>
          <ac:spMkLst>
            <pc:docMk/>
            <pc:sldMk cId="0" sldId="257"/>
            <ac:spMk id="269" creationId="{00000000-0000-0000-0000-000000000000}"/>
          </ac:spMkLst>
        </pc:spChg>
        <pc:picChg chg="add mod ord modCrop">
          <ac:chgData name="Zied Belhocine" userId="200cc0e2b299676e" providerId="LiveId" clId="{49567C97-1CE6-40DF-B66E-6294A2B089EB}" dt="2026-02-25T14:30:03.937" v="562" actId="167"/>
          <ac:picMkLst>
            <pc:docMk/>
            <pc:sldMk cId="0" sldId="257"/>
            <ac:picMk id="2" creationId="{AC906AC5-33FD-851B-CF14-D64FBE4BC990}"/>
          </ac:picMkLst>
        </pc:picChg>
        <pc:picChg chg="add mod">
          <ac:chgData name="Zied Belhocine" userId="200cc0e2b299676e" providerId="LiveId" clId="{49567C97-1CE6-40DF-B66E-6294A2B089EB}" dt="2026-02-20T14:13:01.121" v="248"/>
          <ac:picMkLst>
            <pc:docMk/>
            <pc:sldMk cId="0" sldId="257"/>
            <ac:picMk id="2" creationId="{E3201944-084F-EFFE-48FE-73CE0CD5455D}"/>
          </ac:picMkLst>
        </pc:picChg>
        <pc:picChg chg="add del mod">
          <ac:chgData name="Zied Belhocine" userId="200cc0e2b299676e" providerId="LiveId" clId="{49567C97-1CE6-40DF-B66E-6294A2B089EB}" dt="2026-02-20T14:13:10.068" v="251" actId="478"/>
          <ac:picMkLst>
            <pc:docMk/>
            <pc:sldMk cId="0" sldId="257"/>
            <ac:picMk id="3" creationId="{CBCCC9A6-7FE5-355D-429E-EE08A81D8BA7}"/>
          </ac:picMkLst>
        </pc:picChg>
        <pc:picChg chg="del">
          <ac:chgData name="Zied Belhocine" userId="200cc0e2b299676e" providerId="LiveId" clId="{49567C97-1CE6-40DF-B66E-6294A2B089EB}" dt="2026-02-25T14:30:05.257" v="563" actId="478"/>
          <ac:picMkLst>
            <pc:docMk/>
            <pc:sldMk cId="0" sldId="257"/>
            <ac:picMk id="268" creationId="{00000000-0000-0000-0000-000000000000}"/>
          </ac:picMkLst>
        </pc:picChg>
      </pc:sldChg>
      <pc:sldChg chg="addSp delSp modSp mod modNotesTx">
        <pc:chgData name="Zied Belhocine" userId="200cc0e2b299676e" providerId="LiveId" clId="{49567C97-1CE6-40DF-B66E-6294A2B089EB}" dt="2026-02-27T08:11:54.219" v="1223" actId="20577"/>
        <pc:sldMkLst>
          <pc:docMk/>
          <pc:sldMk cId="0" sldId="258"/>
        </pc:sldMkLst>
        <pc:spChg chg="add">
          <ac:chgData name="Zied Belhocine" userId="200cc0e2b299676e" providerId="LiveId" clId="{49567C97-1CE6-40DF-B66E-6294A2B089EB}" dt="2026-02-24T16:32:00.077" v="463"/>
          <ac:spMkLst>
            <pc:docMk/>
            <pc:sldMk cId="0" sldId="258"/>
            <ac:spMk id="2" creationId="{D7F55322-0729-73DD-F8EF-6117A014E753}"/>
          </ac:spMkLst>
        </pc:spChg>
        <pc:spChg chg="add mod">
          <ac:chgData name="Zied Belhocine" userId="200cc0e2b299676e" providerId="LiveId" clId="{49567C97-1CE6-40DF-B66E-6294A2B089EB}" dt="2026-02-27T08:11:54.219" v="1223" actId="20577"/>
          <ac:spMkLst>
            <pc:docMk/>
            <pc:sldMk cId="0" sldId="258"/>
            <ac:spMk id="3" creationId="{16139176-8843-F5C1-DF67-013531235CA8}"/>
          </ac:spMkLst>
        </pc:spChg>
        <pc:spChg chg="add">
          <ac:chgData name="Zied Belhocine" userId="200cc0e2b299676e" providerId="LiveId" clId="{49567C97-1CE6-40DF-B66E-6294A2B089EB}" dt="2026-02-24T16:32:00.077" v="463"/>
          <ac:spMkLst>
            <pc:docMk/>
            <pc:sldMk cId="0" sldId="258"/>
            <ac:spMk id="3" creationId="{3417B060-2343-B7B1-A9AE-BA8D44372204}"/>
          </ac:spMkLst>
        </pc:spChg>
        <pc:spChg chg="add">
          <ac:chgData name="Zied Belhocine" userId="200cc0e2b299676e" providerId="LiveId" clId="{49567C97-1CE6-40DF-B66E-6294A2B089EB}" dt="2026-02-24T16:32:00.077" v="463"/>
          <ac:spMkLst>
            <pc:docMk/>
            <pc:sldMk cId="0" sldId="258"/>
            <ac:spMk id="4" creationId="{02EEAD53-CFBC-9A3B-F529-403F68A4AA3D}"/>
          </ac:spMkLst>
        </pc:spChg>
        <pc:spChg chg="add">
          <ac:chgData name="Zied Belhocine" userId="200cc0e2b299676e" providerId="LiveId" clId="{49567C97-1CE6-40DF-B66E-6294A2B089EB}" dt="2026-02-24T16:32:00.077" v="463"/>
          <ac:spMkLst>
            <pc:docMk/>
            <pc:sldMk cId="0" sldId="258"/>
            <ac:spMk id="5" creationId="{AC9E50A5-E614-2CC5-EA61-72E4829C9B09}"/>
          </ac:spMkLst>
        </pc:spChg>
        <pc:spChg chg="add">
          <ac:chgData name="Zied Belhocine" userId="200cc0e2b299676e" providerId="LiveId" clId="{49567C97-1CE6-40DF-B66E-6294A2B089EB}" dt="2026-02-24T16:32:00.077" v="463"/>
          <ac:spMkLst>
            <pc:docMk/>
            <pc:sldMk cId="0" sldId="258"/>
            <ac:spMk id="6" creationId="{E8CC55BD-DD92-71B9-ECBA-3DDC4A9612E7}"/>
          </ac:spMkLst>
        </pc:spChg>
        <pc:spChg chg="add">
          <ac:chgData name="Zied Belhocine" userId="200cc0e2b299676e" providerId="LiveId" clId="{49567C97-1CE6-40DF-B66E-6294A2B089EB}" dt="2026-02-24T16:32:00.077" v="463"/>
          <ac:spMkLst>
            <pc:docMk/>
            <pc:sldMk cId="0" sldId="258"/>
            <ac:spMk id="7" creationId="{77AA5A1A-6A0E-6460-3E8E-F6F9A13FD00D}"/>
          </ac:spMkLst>
        </pc:spChg>
        <pc:spChg chg="add">
          <ac:chgData name="Zied Belhocine" userId="200cc0e2b299676e" providerId="LiveId" clId="{49567C97-1CE6-40DF-B66E-6294A2B089EB}" dt="2026-02-24T16:32:00.077" v="463"/>
          <ac:spMkLst>
            <pc:docMk/>
            <pc:sldMk cId="0" sldId="258"/>
            <ac:spMk id="8" creationId="{FDCE374A-5B9F-8D19-0BA6-573B2DE5546D}"/>
          </ac:spMkLst>
        </pc:spChg>
        <pc:spChg chg="add">
          <ac:chgData name="Zied Belhocine" userId="200cc0e2b299676e" providerId="LiveId" clId="{49567C97-1CE6-40DF-B66E-6294A2B089EB}" dt="2026-02-24T16:32:00.077" v="463"/>
          <ac:spMkLst>
            <pc:docMk/>
            <pc:sldMk cId="0" sldId="258"/>
            <ac:spMk id="9" creationId="{C274D34E-4529-EF1E-F9B7-F237098FC470}"/>
          </ac:spMkLst>
        </pc:spChg>
        <pc:spChg chg="add">
          <ac:chgData name="Zied Belhocine" userId="200cc0e2b299676e" providerId="LiveId" clId="{49567C97-1CE6-40DF-B66E-6294A2B089EB}" dt="2026-02-24T16:32:00.077" v="463"/>
          <ac:spMkLst>
            <pc:docMk/>
            <pc:sldMk cId="0" sldId="258"/>
            <ac:spMk id="10" creationId="{746A31B0-B9D0-4405-974A-0900C5E6F5CF}"/>
          </ac:spMkLst>
        </pc:spChg>
        <pc:spChg chg="add">
          <ac:chgData name="Zied Belhocine" userId="200cc0e2b299676e" providerId="LiveId" clId="{49567C97-1CE6-40DF-B66E-6294A2B089EB}" dt="2026-02-24T16:32:00.077" v="463"/>
          <ac:spMkLst>
            <pc:docMk/>
            <pc:sldMk cId="0" sldId="258"/>
            <ac:spMk id="11" creationId="{FACCBBB3-1B8C-C25A-C118-C3A3573D7298}"/>
          </ac:spMkLst>
        </pc:spChg>
        <pc:spChg chg="add">
          <ac:chgData name="Zied Belhocine" userId="200cc0e2b299676e" providerId="LiveId" clId="{49567C97-1CE6-40DF-B66E-6294A2B089EB}" dt="2026-02-24T16:32:00.077" v="463"/>
          <ac:spMkLst>
            <pc:docMk/>
            <pc:sldMk cId="0" sldId="258"/>
            <ac:spMk id="12" creationId="{535C2972-7497-36F9-C590-E31ACF8AC6AE}"/>
          </ac:spMkLst>
        </pc:spChg>
        <pc:spChg chg="add">
          <ac:chgData name="Zied Belhocine" userId="200cc0e2b299676e" providerId="LiveId" clId="{49567C97-1CE6-40DF-B66E-6294A2B089EB}" dt="2026-02-24T16:32:00.077" v="463"/>
          <ac:spMkLst>
            <pc:docMk/>
            <pc:sldMk cId="0" sldId="258"/>
            <ac:spMk id="13" creationId="{D47FE19A-EE18-7138-0A2A-2685E3EF8753}"/>
          </ac:spMkLst>
        </pc:spChg>
        <pc:spChg chg="add">
          <ac:chgData name="Zied Belhocine" userId="200cc0e2b299676e" providerId="LiveId" clId="{49567C97-1CE6-40DF-B66E-6294A2B089EB}" dt="2026-02-24T16:32:00.077" v="463"/>
          <ac:spMkLst>
            <pc:docMk/>
            <pc:sldMk cId="0" sldId="258"/>
            <ac:spMk id="14" creationId="{13D38C42-FC38-CEA5-B2D6-D28BCD9E7968}"/>
          </ac:spMkLst>
        </pc:spChg>
        <pc:spChg chg="add">
          <ac:chgData name="Zied Belhocine" userId="200cc0e2b299676e" providerId="LiveId" clId="{49567C97-1CE6-40DF-B66E-6294A2B089EB}" dt="2026-02-24T16:32:00.077" v="463"/>
          <ac:spMkLst>
            <pc:docMk/>
            <pc:sldMk cId="0" sldId="258"/>
            <ac:spMk id="15" creationId="{0F586D45-8E67-05E1-A1DE-C248E52B4CEC}"/>
          </ac:spMkLst>
        </pc:spChg>
        <pc:spChg chg="add">
          <ac:chgData name="Zied Belhocine" userId="200cc0e2b299676e" providerId="LiveId" clId="{49567C97-1CE6-40DF-B66E-6294A2B089EB}" dt="2026-02-24T16:32:00.077" v="463"/>
          <ac:spMkLst>
            <pc:docMk/>
            <pc:sldMk cId="0" sldId="258"/>
            <ac:spMk id="16" creationId="{154E8DBD-8A41-3903-7647-E27E039B3EC9}"/>
          </ac:spMkLst>
        </pc:spChg>
        <pc:spChg chg="add">
          <ac:chgData name="Zied Belhocine" userId="200cc0e2b299676e" providerId="LiveId" clId="{49567C97-1CE6-40DF-B66E-6294A2B089EB}" dt="2026-02-24T16:32:00.077" v="463"/>
          <ac:spMkLst>
            <pc:docMk/>
            <pc:sldMk cId="0" sldId="258"/>
            <ac:spMk id="17" creationId="{E1E93344-5906-164F-CC9B-A4071BD0014E}"/>
          </ac:spMkLst>
        </pc:spChg>
        <pc:spChg chg="add">
          <ac:chgData name="Zied Belhocine" userId="200cc0e2b299676e" providerId="LiveId" clId="{49567C97-1CE6-40DF-B66E-6294A2B089EB}" dt="2026-02-24T16:32:00.077" v="463"/>
          <ac:spMkLst>
            <pc:docMk/>
            <pc:sldMk cId="0" sldId="258"/>
            <ac:spMk id="18" creationId="{646316BA-9ABC-596D-F547-471C7C200025}"/>
          </ac:spMkLst>
        </pc:spChg>
        <pc:spChg chg="del mod">
          <ac:chgData name="Zied Belhocine" userId="200cc0e2b299676e" providerId="LiveId" clId="{49567C97-1CE6-40DF-B66E-6294A2B089EB}" dt="2026-02-27T08:11:08.940" v="1195" actId="478"/>
          <ac:spMkLst>
            <pc:docMk/>
            <pc:sldMk cId="0" sldId="258"/>
            <ac:spMk id="277" creationId="{00000000-0000-0000-0000-000000000000}"/>
          </ac:spMkLst>
        </pc:spChg>
        <pc:spChg chg="del">
          <ac:chgData name="Zied Belhocine" userId="200cc0e2b299676e" providerId="LiveId" clId="{49567C97-1CE6-40DF-B66E-6294A2B089EB}" dt="2026-02-20T14:13:13.879" v="253" actId="478"/>
          <ac:spMkLst>
            <pc:docMk/>
            <pc:sldMk cId="0" sldId="258"/>
            <ac:spMk id="278" creationId="{00000000-0000-0000-0000-000000000000}"/>
          </ac:spMkLst>
        </pc:spChg>
      </pc:sldChg>
      <pc:sldChg chg="addSp delSp modSp mod">
        <pc:chgData name="Zied Belhocine" userId="200cc0e2b299676e" providerId="LiveId" clId="{49567C97-1CE6-40DF-B66E-6294A2B089EB}" dt="2026-02-25T15:18:42.667" v="849" actId="1076"/>
        <pc:sldMkLst>
          <pc:docMk/>
          <pc:sldMk cId="0" sldId="259"/>
        </pc:sldMkLst>
        <pc:spChg chg="add mod">
          <ac:chgData name="Zied Belhocine" userId="200cc0e2b299676e" providerId="LiveId" clId="{49567C97-1CE6-40DF-B66E-6294A2B089EB}" dt="2026-02-25T15:18:16.520" v="790" actId="1035"/>
          <ac:spMkLst>
            <pc:docMk/>
            <pc:sldMk cId="0" sldId="259"/>
            <ac:spMk id="3" creationId="{36502E5B-7C02-318B-FD0E-4962051E4D74}"/>
          </ac:spMkLst>
        </pc:spChg>
        <pc:spChg chg="add del mod">
          <ac:chgData name="Zied Belhocine" userId="200cc0e2b299676e" providerId="LiveId" clId="{49567C97-1CE6-40DF-B66E-6294A2B089EB}" dt="2026-02-25T15:17:33.567" v="707"/>
          <ac:spMkLst>
            <pc:docMk/>
            <pc:sldMk cId="0" sldId="259"/>
            <ac:spMk id="4" creationId="{0D19F910-4378-34DC-E005-3640117DC31C}"/>
          </ac:spMkLst>
        </pc:spChg>
        <pc:spChg chg="add mod">
          <ac:chgData name="Zied Belhocine" userId="200cc0e2b299676e" providerId="LiveId" clId="{49567C97-1CE6-40DF-B66E-6294A2B089EB}" dt="2026-02-25T15:18:16.520" v="790" actId="1035"/>
          <ac:spMkLst>
            <pc:docMk/>
            <pc:sldMk cId="0" sldId="259"/>
            <ac:spMk id="5" creationId="{ECDF1512-5350-3F28-3FAB-6DFA0AE4223D}"/>
          </ac:spMkLst>
        </pc:spChg>
        <pc:spChg chg="add mod">
          <ac:chgData name="Zied Belhocine" userId="200cc0e2b299676e" providerId="LiveId" clId="{49567C97-1CE6-40DF-B66E-6294A2B089EB}" dt="2026-02-25T15:18:16.520" v="790" actId="1035"/>
          <ac:spMkLst>
            <pc:docMk/>
            <pc:sldMk cId="0" sldId="259"/>
            <ac:spMk id="6" creationId="{F757B13A-23EA-2810-F3B6-2CC2FF9430E6}"/>
          </ac:spMkLst>
        </pc:spChg>
        <pc:spChg chg="mod">
          <ac:chgData name="Zied Belhocine" userId="200cc0e2b299676e" providerId="LiveId" clId="{49567C97-1CE6-40DF-B66E-6294A2B089EB}" dt="2026-02-25T15:18:42.667" v="849" actId="1076"/>
          <ac:spMkLst>
            <pc:docMk/>
            <pc:sldMk cId="0" sldId="259"/>
            <ac:spMk id="286" creationId="{00000000-0000-0000-0000-000000000000}"/>
          </ac:spMkLst>
        </pc:spChg>
        <pc:spChg chg="del">
          <ac:chgData name="Zied Belhocine" userId="200cc0e2b299676e" providerId="LiveId" clId="{49567C97-1CE6-40DF-B66E-6294A2B089EB}" dt="2026-02-20T14:13:17.506" v="254" actId="478"/>
          <ac:spMkLst>
            <pc:docMk/>
            <pc:sldMk cId="0" sldId="259"/>
            <ac:spMk id="287" creationId="{00000000-0000-0000-0000-000000000000}"/>
          </ac:spMkLst>
        </pc:spChg>
        <pc:picChg chg="add mod">
          <ac:chgData name="Zied Belhocine" userId="200cc0e2b299676e" providerId="LiveId" clId="{49567C97-1CE6-40DF-B66E-6294A2B089EB}" dt="2026-02-25T15:18:16.520" v="790" actId="1035"/>
          <ac:picMkLst>
            <pc:docMk/>
            <pc:sldMk cId="0" sldId="259"/>
            <ac:picMk id="1026" creationId="{56CC0484-34C1-C1B8-2AA6-A071B1CD2F8C}"/>
          </ac:picMkLst>
        </pc:picChg>
        <pc:picChg chg="add mod">
          <ac:chgData name="Zied Belhocine" userId="200cc0e2b299676e" providerId="LiveId" clId="{49567C97-1CE6-40DF-B66E-6294A2B089EB}" dt="2026-02-25T15:18:16.520" v="790" actId="1035"/>
          <ac:picMkLst>
            <pc:docMk/>
            <pc:sldMk cId="0" sldId="259"/>
            <ac:picMk id="1028" creationId="{6FD391E4-F772-6213-8A63-1668FF3DC07B}"/>
          </ac:picMkLst>
        </pc:picChg>
        <pc:picChg chg="add mod">
          <ac:chgData name="Zied Belhocine" userId="200cc0e2b299676e" providerId="LiveId" clId="{49567C97-1CE6-40DF-B66E-6294A2B089EB}" dt="2026-02-25T15:18:16.520" v="790" actId="1035"/>
          <ac:picMkLst>
            <pc:docMk/>
            <pc:sldMk cId="0" sldId="259"/>
            <ac:picMk id="1030" creationId="{72940325-793C-5499-8E7D-CDE99C890D02}"/>
          </ac:picMkLst>
        </pc:picChg>
      </pc:sldChg>
      <pc:sldChg chg="addSp modSp mod">
        <pc:chgData name="Zied Belhocine" userId="200cc0e2b299676e" providerId="LiveId" clId="{49567C97-1CE6-40DF-B66E-6294A2B089EB}" dt="2026-02-25T15:32:27.655" v="851" actId="1076"/>
        <pc:sldMkLst>
          <pc:docMk/>
          <pc:sldMk cId="0" sldId="260"/>
        </pc:sldMkLst>
        <pc:picChg chg="add mod">
          <ac:chgData name="Zied Belhocine" userId="200cc0e2b299676e" providerId="LiveId" clId="{49567C97-1CE6-40DF-B66E-6294A2B089EB}" dt="2026-02-25T15:32:27.655" v="851" actId="1076"/>
          <ac:picMkLst>
            <pc:docMk/>
            <pc:sldMk cId="0" sldId="260"/>
            <ac:picMk id="3" creationId="{E2E15F0E-5F9E-B860-6C43-03E05E8F39E9}"/>
          </ac:picMkLst>
        </pc:picChg>
      </pc:sldChg>
      <pc:sldChg chg="addSp delSp modSp mod">
        <pc:chgData name="Zied Belhocine" userId="200cc0e2b299676e" providerId="LiveId" clId="{49567C97-1CE6-40DF-B66E-6294A2B089EB}" dt="2026-02-26T11:42:49.383" v="1034" actId="20577"/>
        <pc:sldMkLst>
          <pc:docMk/>
          <pc:sldMk cId="0" sldId="261"/>
        </pc:sldMkLst>
        <pc:spChg chg="add mod">
          <ac:chgData name="Zied Belhocine" userId="200cc0e2b299676e" providerId="LiveId" clId="{49567C97-1CE6-40DF-B66E-6294A2B089EB}" dt="2026-02-26T11:42:49.383" v="1034" actId="20577"/>
          <ac:spMkLst>
            <pc:docMk/>
            <pc:sldMk cId="0" sldId="261"/>
            <ac:spMk id="2" creationId="{78A5060A-4C2B-307E-6755-ED86926DB76B}"/>
          </ac:spMkLst>
        </pc:spChg>
        <pc:spChg chg="add">
          <ac:chgData name="Zied Belhocine" userId="200cc0e2b299676e" providerId="LiveId" clId="{49567C97-1CE6-40DF-B66E-6294A2B089EB}" dt="2026-02-24T19:01:50.468" v="494"/>
          <ac:spMkLst>
            <pc:docMk/>
            <pc:sldMk cId="0" sldId="261"/>
            <ac:spMk id="3" creationId="{02995A46-5FE8-11A2-7EAD-80C9FB38B206}"/>
          </ac:spMkLst>
        </pc:spChg>
        <pc:spChg chg="add">
          <ac:chgData name="Zied Belhocine" userId="200cc0e2b299676e" providerId="LiveId" clId="{49567C97-1CE6-40DF-B66E-6294A2B089EB}" dt="2026-02-24T19:01:55.955" v="496"/>
          <ac:spMkLst>
            <pc:docMk/>
            <pc:sldMk cId="0" sldId="261"/>
            <ac:spMk id="4" creationId="{68C8F240-E06A-5C66-6A32-45DB384C6D6E}"/>
          </ac:spMkLst>
        </pc:spChg>
        <pc:spChg chg="add del mod">
          <ac:chgData name="Zied Belhocine" userId="200cc0e2b299676e" providerId="LiveId" clId="{49567C97-1CE6-40DF-B66E-6294A2B089EB}" dt="2026-02-24T19:13:20.467" v="534" actId="478"/>
          <ac:spMkLst>
            <pc:docMk/>
            <pc:sldMk cId="0" sldId="261"/>
            <ac:spMk id="8" creationId="{0DD9D4AA-575B-2CB4-DB4F-467F7DB86590}"/>
          </ac:spMkLst>
        </pc:spChg>
        <pc:spChg chg="del">
          <ac:chgData name="Zied Belhocine" userId="200cc0e2b299676e" providerId="LiveId" clId="{49567C97-1CE6-40DF-B66E-6294A2B089EB}" dt="2026-02-24T19:13:19.207" v="533" actId="478"/>
          <ac:spMkLst>
            <pc:docMk/>
            <pc:sldMk cId="0" sldId="261"/>
            <ac:spMk id="304" creationId="{00000000-0000-0000-0000-000000000000}"/>
          </ac:spMkLst>
        </pc:spChg>
        <pc:picChg chg="add mod">
          <ac:chgData name="Zied Belhocine" userId="200cc0e2b299676e" providerId="LiveId" clId="{49567C97-1CE6-40DF-B66E-6294A2B089EB}" dt="2026-02-25T16:32:49.136" v="984" actId="1076"/>
          <ac:picMkLst>
            <pc:docMk/>
            <pc:sldMk cId="0" sldId="261"/>
            <ac:picMk id="4" creationId="{AD6DE344-61F8-B59A-533F-7509779D2D90}"/>
          </ac:picMkLst>
        </pc:picChg>
        <pc:picChg chg="add mod">
          <ac:chgData name="Zied Belhocine" userId="200cc0e2b299676e" providerId="LiveId" clId="{49567C97-1CE6-40DF-B66E-6294A2B089EB}" dt="2026-02-24T19:14:19.519" v="557" actId="1076"/>
          <ac:picMkLst>
            <pc:docMk/>
            <pc:sldMk cId="0" sldId="261"/>
            <ac:picMk id="6" creationId="{FB258959-18E8-1E53-B3FB-513221C4FFA4}"/>
          </ac:picMkLst>
        </pc:picChg>
      </pc:sldChg>
      <pc:sldChg chg="addSp delSp modSp mod">
        <pc:chgData name="Zied Belhocine" userId="200cc0e2b299676e" providerId="LiveId" clId="{49567C97-1CE6-40DF-B66E-6294A2B089EB}" dt="2026-02-27T08:28:01.247" v="1294" actId="20577"/>
        <pc:sldMkLst>
          <pc:docMk/>
          <pc:sldMk cId="0" sldId="262"/>
        </pc:sldMkLst>
        <pc:spChg chg="add del">
          <ac:chgData name="Zied Belhocine" userId="200cc0e2b299676e" providerId="LiveId" clId="{49567C97-1CE6-40DF-B66E-6294A2B089EB}" dt="2026-02-25T15:34:43.399" v="853" actId="22"/>
          <ac:spMkLst>
            <pc:docMk/>
            <pc:sldMk cId="0" sldId="262"/>
            <ac:spMk id="3" creationId="{CF890C35-A768-55A9-ECAC-1A6D0E1041B0}"/>
          </ac:spMkLst>
        </pc:spChg>
        <pc:spChg chg="mod">
          <ac:chgData name="Zied Belhocine" userId="200cc0e2b299676e" providerId="LiveId" clId="{49567C97-1CE6-40DF-B66E-6294A2B089EB}" dt="2026-02-19T13:33:39.412" v="172" actId="1076"/>
          <ac:spMkLst>
            <pc:docMk/>
            <pc:sldMk cId="0" sldId="262"/>
            <ac:spMk id="312" creationId="{00000000-0000-0000-0000-000000000000}"/>
          </ac:spMkLst>
        </pc:spChg>
        <pc:spChg chg="mod">
          <ac:chgData name="Zied Belhocine" userId="200cc0e2b299676e" providerId="LiveId" clId="{49567C97-1CE6-40DF-B66E-6294A2B089EB}" dt="2026-02-27T08:28:01.247" v="1294" actId="20577"/>
          <ac:spMkLst>
            <pc:docMk/>
            <pc:sldMk cId="0" sldId="262"/>
            <ac:spMk id="313" creationId="{00000000-0000-0000-0000-000000000000}"/>
          </ac:spMkLst>
        </pc:spChg>
        <pc:picChg chg="add mod">
          <ac:chgData name="Zied Belhocine" userId="200cc0e2b299676e" providerId="LiveId" clId="{49567C97-1CE6-40DF-B66E-6294A2B089EB}" dt="2026-02-27T08:23:51.422" v="1264" actId="1076"/>
          <ac:picMkLst>
            <pc:docMk/>
            <pc:sldMk cId="0" sldId="262"/>
            <ac:picMk id="3" creationId="{6DDBB065-9619-8189-2BEA-E339D3DD2ABC}"/>
          </ac:picMkLst>
        </pc:picChg>
        <pc:picChg chg="add del mod">
          <ac:chgData name="Zied Belhocine" userId="200cc0e2b299676e" providerId="LiveId" clId="{49567C97-1CE6-40DF-B66E-6294A2B089EB}" dt="2026-02-25T15:37:07.705" v="962" actId="478"/>
          <ac:picMkLst>
            <pc:docMk/>
            <pc:sldMk cId="0" sldId="262"/>
            <ac:picMk id="5" creationId="{61B07096-BA25-0C45-DE01-A4CA18E2B982}"/>
          </ac:picMkLst>
        </pc:picChg>
        <pc:picChg chg="add del mod">
          <ac:chgData name="Zied Belhocine" userId="200cc0e2b299676e" providerId="LiveId" clId="{49567C97-1CE6-40DF-B66E-6294A2B089EB}" dt="2026-02-27T08:22:38.163" v="1259" actId="478"/>
          <ac:picMkLst>
            <pc:docMk/>
            <pc:sldMk cId="0" sldId="262"/>
            <ac:picMk id="7" creationId="{C5F8136D-713A-7892-D008-0B634716628F}"/>
          </ac:picMkLst>
        </pc:picChg>
      </pc:sldChg>
      <pc:sldChg chg="addSp delSp modSp mod modShow">
        <pc:chgData name="Zied Belhocine" userId="200cc0e2b299676e" providerId="LiveId" clId="{49567C97-1CE6-40DF-B66E-6294A2B089EB}" dt="2026-02-27T08:27:09.906" v="1292" actId="1076"/>
        <pc:sldMkLst>
          <pc:docMk/>
          <pc:sldMk cId="0" sldId="263"/>
        </pc:sldMkLst>
        <pc:spChg chg="add del mod">
          <ac:chgData name="Zied Belhocine" userId="200cc0e2b299676e" providerId="LiveId" clId="{49567C97-1CE6-40DF-B66E-6294A2B089EB}" dt="2026-02-27T08:24:57.168" v="1269" actId="478"/>
          <ac:spMkLst>
            <pc:docMk/>
            <pc:sldMk cId="0" sldId="263"/>
            <ac:spMk id="5" creationId="{8DBE53FE-FFA7-316F-0AB5-42BB336B9996}"/>
          </ac:spMkLst>
        </pc:spChg>
        <pc:spChg chg="del mod">
          <ac:chgData name="Zied Belhocine" userId="200cc0e2b299676e" providerId="LiveId" clId="{49567C97-1CE6-40DF-B66E-6294A2B089EB}" dt="2026-02-27T08:24:54.821" v="1268" actId="478"/>
          <ac:spMkLst>
            <pc:docMk/>
            <pc:sldMk cId="0" sldId="263"/>
            <ac:spMk id="322" creationId="{00000000-0000-0000-0000-000000000000}"/>
          </ac:spMkLst>
        </pc:spChg>
        <pc:picChg chg="add mod">
          <ac:chgData name="Zied Belhocine" userId="200cc0e2b299676e" providerId="LiveId" clId="{49567C97-1CE6-40DF-B66E-6294A2B089EB}" dt="2026-02-27T08:26:18.582" v="1285" actId="1076"/>
          <ac:picMkLst>
            <pc:docMk/>
            <pc:sldMk cId="0" sldId="263"/>
            <ac:picMk id="3" creationId="{9D7937C9-C38C-1EB1-86BA-68BC5764F45F}"/>
          </ac:picMkLst>
        </pc:picChg>
        <pc:picChg chg="add mod">
          <ac:chgData name="Zied Belhocine" userId="200cc0e2b299676e" providerId="LiveId" clId="{49567C97-1CE6-40DF-B66E-6294A2B089EB}" dt="2026-02-27T08:25:35.462" v="1279" actId="1076"/>
          <ac:picMkLst>
            <pc:docMk/>
            <pc:sldMk cId="0" sldId="263"/>
            <ac:picMk id="7" creationId="{44E9D603-9B80-057F-9A32-05353E54BFE2}"/>
          </ac:picMkLst>
        </pc:picChg>
        <pc:picChg chg="add mod">
          <ac:chgData name="Zied Belhocine" userId="200cc0e2b299676e" providerId="LiveId" clId="{49567C97-1CE6-40DF-B66E-6294A2B089EB}" dt="2026-02-27T08:26:03.932" v="1283" actId="14100"/>
          <ac:picMkLst>
            <pc:docMk/>
            <pc:sldMk cId="0" sldId="263"/>
            <ac:picMk id="9" creationId="{A9782B4A-1846-AAC7-18DA-E8B35375708A}"/>
          </ac:picMkLst>
        </pc:picChg>
        <pc:picChg chg="add mod">
          <ac:chgData name="Zied Belhocine" userId="200cc0e2b299676e" providerId="LiveId" clId="{49567C97-1CE6-40DF-B66E-6294A2B089EB}" dt="2026-02-27T08:26:36.193" v="1288" actId="1076"/>
          <ac:picMkLst>
            <pc:docMk/>
            <pc:sldMk cId="0" sldId="263"/>
            <ac:picMk id="11" creationId="{9D03F04C-2E4E-6326-2045-6F69E3AAAB36}"/>
          </ac:picMkLst>
        </pc:picChg>
        <pc:picChg chg="add mod">
          <ac:chgData name="Zied Belhocine" userId="200cc0e2b299676e" providerId="LiveId" clId="{49567C97-1CE6-40DF-B66E-6294A2B089EB}" dt="2026-02-27T08:27:09.906" v="1292" actId="1076"/>
          <ac:picMkLst>
            <pc:docMk/>
            <pc:sldMk cId="0" sldId="263"/>
            <ac:picMk id="13" creationId="{D2C29521-2785-11E1-9478-08B14B5597FA}"/>
          </ac:picMkLst>
        </pc:picChg>
      </pc:sldChg>
      <pc:sldChg chg="addSp delSp modSp mod">
        <pc:chgData name="Zied Belhocine" userId="200cc0e2b299676e" providerId="LiveId" clId="{49567C97-1CE6-40DF-B66E-6294A2B089EB}" dt="2026-02-20T14:10:40.174" v="213" actId="1076"/>
        <pc:sldMkLst>
          <pc:docMk/>
          <pc:sldMk cId="0" sldId="265"/>
        </pc:sldMkLst>
        <pc:spChg chg="add mod">
          <ac:chgData name="Zied Belhocine" userId="200cc0e2b299676e" providerId="LiveId" clId="{49567C97-1CE6-40DF-B66E-6294A2B089EB}" dt="2026-02-20T14:10:37.289" v="212" actId="1076"/>
          <ac:spMkLst>
            <pc:docMk/>
            <pc:sldMk cId="0" sldId="265"/>
            <ac:spMk id="7" creationId="{62B3CEB3-11D0-7A33-574B-75597A0C1A06}"/>
          </ac:spMkLst>
        </pc:spChg>
        <pc:spChg chg="mod">
          <ac:chgData name="Zied Belhocine" userId="200cc0e2b299676e" providerId="LiveId" clId="{49567C97-1CE6-40DF-B66E-6294A2B089EB}" dt="2026-02-20T14:10:23.544" v="208"/>
          <ac:spMkLst>
            <pc:docMk/>
            <pc:sldMk cId="0" sldId="265"/>
            <ac:spMk id="344" creationId="{00000000-0000-0000-0000-000000000000}"/>
          </ac:spMkLst>
        </pc:spChg>
        <pc:spChg chg="del">
          <ac:chgData name="Zied Belhocine" userId="200cc0e2b299676e" providerId="LiveId" clId="{49567C97-1CE6-40DF-B66E-6294A2B089EB}" dt="2026-02-20T14:06:31.697" v="173" actId="478"/>
          <ac:spMkLst>
            <pc:docMk/>
            <pc:sldMk cId="0" sldId="265"/>
            <ac:spMk id="345" creationId="{00000000-0000-0000-0000-000000000000}"/>
          </ac:spMkLst>
        </pc:spChg>
        <pc:picChg chg="add del mod">
          <ac:chgData name="Zied Belhocine" userId="200cc0e2b299676e" providerId="LiveId" clId="{49567C97-1CE6-40DF-B66E-6294A2B089EB}" dt="2026-02-20T14:10:14.549" v="205" actId="478"/>
          <ac:picMkLst>
            <pc:docMk/>
            <pc:sldMk cId="0" sldId="265"/>
            <ac:picMk id="3" creationId="{C484A6C3-F04D-BFFE-A469-5607B4DF6164}"/>
          </ac:picMkLst>
        </pc:picChg>
        <pc:picChg chg="add mod">
          <ac:chgData name="Zied Belhocine" userId="200cc0e2b299676e" providerId="LiveId" clId="{49567C97-1CE6-40DF-B66E-6294A2B089EB}" dt="2026-02-20T14:10:40.174" v="213" actId="1076"/>
          <ac:picMkLst>
            <pc:docMk/>
            <pc:sldMk cId="0" sldId="265"/>
            <ac:picMk id="5" creationId="{731C4CA7-E998-95EF-5A29-6A535B5C90BE}"/>
          </ac:picMkLst>
        </pc:picChg>
      </pc:sldChg>
      <pc:sldChg chg="addSp delSp modSp add mod">
        <pc:chgData name="Zied Belhocine" userId="200cc0e2b299676e" providerId="LiveId" clId="{49567C97-1CE6-40DF-B66E-6294A2B089EB}" dt="2026-02-27T09:18:48.345" v="1341" actId="1076"/>
        <pc:sldMkLst>
          <pc:docMk/>
          <pc:sldMk cId="201647962" sldId="267"/>
        </pc:sldMkLst>
        <pc:spChg chg="add mod">
          <ac:chgData name="Zied Belhocine" userId="200cc0e2b299676e" providerId="LiveId" clId="{49567C97-1CE6-40DF-B66E-6294A2B089EB}" dt="2026-02-27T09:18:45.294" v="1340" actId="404"/>
          <ac:spMkLst>
            <pc:docMk/>
            <pc:sldMk cId="201647962" sldId="267"/>
            <ac:spMk id="7" creationId="{A0877CCB-B1BF-7A51-6554-FC3F6111D108}"/>
          </ac:spMkLst>
        </pc:spChg>
        <pc:spChg chg="mod">
          <ac:chgData name="Zied Belhocine" userId="200cc0e2b299676e" providerId="LiveId" clId="{49567C97-1CE6-40DF-B66E-6294A2B089EB}" dt="2026-02-20T14:12:48.970" v="247" actId="20577"/>
          <ac:spMkLst>
            <pc:docMk/>
            <pc:sldMk cId="201647962" sldId="267"/>
            <ac:spMk id="341" creationId="{00000000-0000-0000-0000-000000000000}"/>
          </ac:spMkLst>
        </pc:spChg>
        <pc:spChg chg="mod">
          <ac:chgData name="Zied Belhocine" userId="200cc0e2b299676e" providerId="LiveId" clId="{49567C97-1CE6-40DF-B66E-6294A2B089EB}" dt="2026-02-20T14:12:47.788" v="245"/>
          <ac:spMkLst>
            <pc:docMk/>
            <pc:sldMk cId="201647962" sldId="267"/>
            <ac:spMk id="344" creationId="{00000000-0000-0000-0000-000000000000}"/>
          </ac:spMkLst>
        </pc:spChg>
        <pc:picChg chg="del">
          <ac:chgData name="Zied Belhocine" userId="200cc0e2b299676e" providerId="LiveId" clId="{49567C97-1CE6-40DF-B66E-6294A2B089EB}" dt="2026-02-20T14:09:56.075" v="198" actId="478"/>
          <ac:picMkLst>
            <pc:docMk/>
            <pc:sldMk cId="201647962" sldId="267"/>
            <ac:picMk id="3" creationId="{C484A6C3-F04D-BFFE-A469-5607B4DF6164}"/>
          </ac:picMkLst>
        </pc:picChg>
        <pc:picChg chg="add del mod">
          <ac:chgData name="Zied Belhocine" userId="200cc0e2b299676e" providerId="LiveId" clId="{49567C97-1CE6-40DF-B66E-6294A2B089EB}" dt="2026-02-20T14:10:47.025" v="214" actId="478"/>
          <ac:picMkLst>
            <pc:docMk/>
            <pc:sldMk cId="201647962" sldId="267"/>
            <ac:picMk id="4" creationId="{C7C5EC6F-E09D-0A1F-5C92-BBD24A9A25A5}"/>
          </ac:picMkLst>
        </pc:picChg>
        <pc:picChg chg="del">
          <ac:chgData name="Zied Belhocine" userId="200cc0e2b299676e" providerId="LiveId" clId="{49567C97-1CE6-40DF-B66E-6294A2B089EB}" dt="2026-02-20T14:10:47.753" v="215" actId="478"/>
          <ac:picMkLst>
            <pc:docMk/>
            <pc:sldMk cId="201647962" sldId="267"/>
            <ac:picMk id="5" creationId="{731C4CA7-E998-95EF-5A29-6A535B5C90BE}"/>
          </ac:picMkLst>
        </pc:picChg>
        <pc:picChg chg="add mod">
          <ac:chgData name="Zied Belhocine" userId="200cc0e2b299676e" providerId="LiveId" clId="{49567C97-1CE6-40DF-B66E-6294A2B089EB}" dt="2026-02-27T09:18:48.345" v="1341" actId="1076"/>
          <ac:picMkLst>
            <pc:docMk/>
            <pc:sldMk cId="201647962" sldId="267"/>
            <ac:picMk id="9" creationId="{56B2740C-2C10-BBE4-5E0C-D043F5B4D9DD}"/>
          </ac:picMkLst>
        </pc:picChg>
      </pc:sldChg>
      <pc:sldChg chg="add del">
        <pc:chgData name="Zied Belhocine" userId="200cc0e2b299676e" providerId="LiveId" clId="{49567C97-1CE6-40DF-B66E-6294A2B089EB}" dt="2026-02-20T14:10:58.090" v="225" actId="47"/>
        <pc:sldMkLst>
          <pc:docMk/>
          <pc:sldMk cId="2881119421" sldId="268"/>
        </pc:sldMkLst>
      </pc:sldChg>
      <pc:sldChg chg="add del">
        <pc:chgData name="Zied Belhocine" userId="200cc0e2b299676e" providerId="LiveId" clId="{49567C97-1CE6-40DF-B66E-6294A2B089EB}" dt="2026-02-20T14:11:03.494" v="232" actId="47"/>
        <pc:sldMkLst>
          <pc:docMk/>
          <pc:sldMk cId="4253460743" sldId="269"/>
        </pc:sldMkLst>
      </pc:sldChg>
      <pc:sldChg chg="add del">
        <pc:chgData name="Zied Belhocine" userId="200cc0e2b299676e" providerId="LiveId" clId="{49567C97-1CE6-40DF-B66E-6294A2B089EB}" dt="2026-02-20T14:11:02.849" v="231" actId="47"/>
        <pc:sldMkLst>
          <pc:docMk/>
          <pc:sldMk cId="1065672423" sldId="270"/>
        </pc:sldMkLst>
      </pc:sldChg>
      <pc:sldChg chg="add del">
        <pc:chgData name="Zied Belhocine" userId="200cc0e2b299676e" providerId="LiveId" clId="{49567C97-1CE6-40DF-B66E-6294A2B089EB}" dt="2026-02-20T14:11:02.188" v="230" actId="47"/>
        <pc:sldMkLst>
          <pc:docMk/>
          <pc:sldMk cId="3426602009" sldId="271"/>
        </pc:sldMkLst>
      </pc:sldChg>
      <pc:sldChg chg="add del">
        <pc:chgData name="Zied Belhocine" userId="200cc0e2b299676e" providerId="LiveId" clId="{49567C97-1CE6-40DF-B66E-6294A2B089EB}" dt="2026-02-20T14:10:59.900" v="226" actId="47"/>
        <pc:sldMkLst>
          <pc:docMk/>
          <pc:sldMk cId="3333486282" sldId="272"/>
        </pc:sldMkLst>
      </pc:sldChg>
      <pc:sldChg chg="add del">
        <pc:chgData name="Zied Belhocine" userId="200cc0e2b299676e" providerId="LiveId" clId="{49567C97-1CE6-40DF-B66E-6294A2B089EB}" dt="2026-02-20T14:11:00.380" v="227" actId="47"/>
        <pc:sldMkLst>
          <pc:docMk/>
          <pc:sldMk cId="446482128" sldId="273"/>
        </pc:sldMkLst>
      </pc:sldChg>
      <pc:sldChg chg="add del">
        <pc:chgData name="Zied Belhocine" userId="200cc0e2b299676e" providerId="LiveId" clId="{49567C97-1CE6-40DF-B66E-6294A2B089EB}" dt="2026-02-20T14:11:00.756" v="228" actId="47"/>
        <pc:sldMkLst>
          <pc:docMk/>
          <pc:sldMk cId="3274788305" sldId="274"/>
        </pc:sldMkLst>
      </pc:sldChg>
      <pc:sldChg chg="add del">
        <pc:chgData name="Zied Belhocine" userId="200cc0e2b299676e" providerId="LiveId" clId="{49567C97-1CE6-40DF-B66E-6294A2B089EB}" dt="2026-02-20T14:11:01.191" v="229" actId="47"/>
        <pc:sldMkLst>
          <pc:docMk/>
          <pc:sldMk cId="1267205025" sldId="275"/>
        </pc:sldMkLst>
      </pc:sldChg>
      <pc:sldChg chg="add del">
        <pc:chgData name="Zied Belhocine" userId="200cc0e2b299676e" providerId="LiveId" clId="{49567C97-1CE6-40DF-B66E-6294A2B089EB}" dt="2026-02-20T14:11:03.975" v="233" actId="47"/>
        <pc:sldMkLst>
          <pc:docMk/>
          <pc:sldMk cId="3549288123" sldId="276"/>
        </pc:sldMkLst>
      </pc:sldChg>
      <pc:sldChg chg="add del">
        <pc:chgData name="Zied Belhocine" userId="200cc0e2b299676e" providerId="LiveId" clId="{49567C97-1CE6-40DF-B66E-6294A2B089EB}" dt="2026-02-20T14:11:04.476" v="234" actId="47"/>
        <pc:sldMkLst>
          <pc:docMk/>
          <pc:sldMk cId="3339143941" sldId="277"/>
        </pc:sldMkLst>
      </pc:sldChg>
      <pc:sldChg chg="add del">
        <pc:chgData name="Zied Belhocine" userId="200cc0e2b299676e" providerId="LiveId" clId="{49567C97-1CE6-40DF-B66E-6294A2B089EB}" dt="2026-02-20T14:11:05.023" v="235" actId="47"/>
        <pc:sldMkLst>
          <pc:docMk/>
          <pc:sldMk cId="958642447" sldId="278"/>
        </pc:sldMkLst>
      </pc:sldChg>
      <pc:sldChg chg="add del">
        <pc:chgData name="Zied Belhocine" userId="200cc0e2b299676e" providerId="LiveId" clId="{49567C97-1CE6-40DF-B66E-6294A2B089EB}" dt="2026-02-20T14:11:06.029" v="236" actId="47"/>
        <pc:sldMkLst>
          <pc:docMk/>
          <pc:sldMk cId="3795826320" sldId="279"/>
        </pc:sldMkLst>
      </pc:sldChg>
      <pc:sldChg chg="add del">
        <pc:chgData name="Zied Belhocine" userId="200cc0e2b299676e" providerId="LiveId" clId="{49567C97-1CE6-40DF-B66E-6294A2B089EB}" dt="2026-02-20T14:11:07.079" v="237" actId="47"/>
        <pc:sldMkLst>
          <pc:docMk/>
          <pc:sldMk cId="1302452605" sldId="280"/>
        </pc:sldMkLst>
      </pc:sldChg>
      <pc:sldChg chg="addSp delSp modSp add mod">
        <pc:chgData name="Zied Belhocine" userId="200cc0e2b299676e" providerId="LiveId" clId="{49567C97-1CE6-40DF-B66E-6294A2B089EB}" dt="2026-02-27T09:49:14.600" v="1471" actId="20577"/>
        <pc:sldMkLst>
          <pc:docMk/>
          <pc:sldMk cId="279124757" sldId="281"/>
        </pc:sldMkLst>
        <pc:spChg chg="add mod">
          <ac:chgData name="Zied Belhocine" userId="200cc0e2b299676e" providerId="LiveId" clId="{49567C97-1CE6-40DF-B66E-6294A2B089EB}" dt="2026-02-27T09:49:14.600" v="1471" actId="20577"/>
          <ac:spMkLst>
            <pc:docMk/>
            <pc:sldMk cId="279124757" sldId="281"/>
            <ac:spMk id="3" creationId="{3CC00871-BA2A-8477-304D-09C121A5E6E0}"/>
          </ac:spMkLst>
        </pc:spChg>
        <pc:spChg chg="mod">
          <ac:chgData name="Zied Belhocine" userId="200cc0e2b299676e" providerId="LiveId" clId="{49567C97-1CE6-40DF-B66E-6294A2B089EB}" dt="2026-02-20T14:13:30.183" v="257" actId="20577"/>
          <ac:spMkLst>
            <pc:docMk/>
            <pc:sldMk cId="279124757" sldId="281"/>
            <ac:spMk id="341" creationId="{00000000-0000-0000-0000-000000000000}"/>
          </ac:spMkLst>
        </pc:spChg>
        <pc:spChg chg="mod">
          <ac:chgData name="Zied Belhocine" userId="200cc0e2b299676e" providerId="LiveId" clId="{49567C97-1CE6-40DF-B66E-6294A2B089EB}" dt="2026-02-20T14:13:27.913" v="255"/>
          <ac:spMkLst>
            <pc:docMk/>
            <pc:sldMk cId="279124757" sldId="281"/>
            <ac:spMk id="344" creationId="{00000000-0000-0000-0000-000000000000}"/>
          </ac:spMkLst>
        </pc:spChg>
        <pc:picChg chg="add mod">
          <ac:chgData name="Zied Belhocine" userId="200cc0e2b299676e" providerId="LiveId" clId="{49567C97-1CE6-40DF-B66E-6294A2B089EB}" dt="2026-02-27T09:47:58.288" v="1389" actId="1076"/>
          <ac:picMkLst>
            <pc:docMk/>
            <pc:sldMk cId="279124757" sldId="281"/>
            <ac:picMk id="4" creationId="{340498C4-31B2-BF73-3E9D-59F7370AD0F8}"/>
          </ac:picMkLst>
        </pc:picChg>
        <pc:picChg chg="add del mod">
          <ac:chgData name="Zied Belhocine" userId="200cc0e2b299676e" providerId="LiveId" clId="{49567C97-1CE6-40DF-B66E-6294A2B089EB}" dt="2026-02-27T08:29:32.855" v="1301" actId="478"/>
          <ac:picMkLst>
            <pc:docMk/>
            <pc:sldMk cId="279124757" sldId="281"/>
            <ac:picMk id="5" creationId="{598F4522-6AB2-AA3D-5240-655DBEAC87C9}"/>
          </ac:picMkLst>
        </pc:picChg>
      </pc:sldChg>
      <pc:sldChg chg="add del">
        <pc:chgData name="Zied Belhocine" userId="200cc0e2b299676e" providerId="LiveId" clId="{49567C97-1CE6-40DF-B66E-6294A2B089EB}" dt="2026-02-20T14:09:38.692" v="194"/>
        <pc:sldMkLst>
          <pc:docMk/>
          <pc:sldMk cId="2728458227" sldId="281"/>
        </pc:sldMkLst>
      </pc:sldChg>
      <pc:sldChg chg="addSp delSp modSp add mod">
        <pc:chgData name="Zied Belhocine" userId="200cc0e2b299676e" providerId="LiveId" clId="{49567C97-1CE6-40DF-B66E-6294A2B089EB}" dt="2026-02-27T08:35:07.472" v="1325" actId="20577"/>
        <pc:sldMkLst>
          <pc:docMk/>
          <pc:sldMk cId="1821135137" sldId="282"/>
        </pc:sldMkLst>
        <pc:spChg chg="add del">
          <ac:chgData name="Zied Belhocine" userId="200cc0e2b299676e" providerId="LiveId" clId="{49567C97-1CE6-40DF-B66E-6294A2B089EB}" dt="2026-02-20T14:15:33.264" v="279" actId="22"/>
          <ac:spMkLst>
            <pc:docMk/>
            <pc:sldMk cId="1821135137" sldId="282"/>
            <ac:spMk id="3" creationId="{DC71CF77-C690-4195-2728-7580A93CEB26}"/>
          </ac:spMkLst>
        </pc:spChg>
        <pc:spChg chg="add mod">
          <ac:chgData name="Zied Belhocine" userId="200cc0e2b299676e" providerId="LiveId" clId="{49567C97-1CE6-40DF-B66E-6294A2B089EB}" dt="2026-02-27T08:35:07.472" v="1325" actId="20577"/>
          <ac:spMkLst>
            <pc:docMk/>
            <pc:sldMk cId="1821135137" sldId="282"/>
            <ac:spMk id="5" creationId="{A15220E3-CEB6-657C-71A9-44DFC1C0D30E}"/>
          </ac:spMkLst>
        </pc:spChg>
        <pc:spChg chg="mod">
          <ac:chgData name="Zied Belhocine" userId="200cc0e2b299676e" providerId="LiveId" clId="{49567C97-1CE6-40DF-B66E-6294A2B089EB}" dt="2026-02-20T14:15:17.726" v="276" actId="20577"/>
          <ac:spMkLst>
            <pc:docMk/>
            <pc:sldMk cId="1821135137" sldId="282"/>
            <ac:spMk id="341" creationId="{00000000-0000-0000-0000-000000000000}"/>
          </ac:spMkLst>
        </pc:spChg>
        <pc:spChg chg="mod">
          <ac:chgData name="Zied Belhocine" userId="200cc0e2b299676e" providerId="LiveId" clId="{49567C97-1CE6-40DF-B66E-6294A2B089EB}" dt="2026-02-20T14:15:24.111" v="277"/>
          <ac:spMkLst>
            <pc:docMk/>
            <pc:sldMk cId="1821135137" sldId="282"/>
            <ac:spMk id="344" creationId="{00000000-0000-0000-0000-000000000000}"/>
          </ac:spMkLst>
        </pc:spChg>
        <pc:picChg chg="add mod">
          <ac:chgData name="Zied Belhocine" userId="200cc0e2b299676e" providerId="LiveId" clId="{49567C97-1CE6-40DF-B66E-6294A2B089EB}" dt="2026-02-27T08:33:00.776" v="1316" actId="1076"/>
          <ac:picMkLst>
            <pc:docMk/>
            <pc:sldMk cId="1821135137" sldId="282"/>
            <ac:picMk id="3" creationId="{8FF00BF8-1DFD-0329-7BB9-0ED2B5B2471F}"/>
          </ac:picMkLst>
        </pc:picChg>
        <pc:picChg chg="add del mod">
          <ac:chgData name="Zied Belhocine" userId="200cc0e2b299676e" providerId="LiveId" clId="{49567C97-1CE6-40DF-B66E-6294A2B089EB}" dt="2026-02-27T08:32:58.818" v="1315" actId="478"/>
          <ac:picMkLst>
            <pc:docMk/>
            <pc:sldMk cId="1821135137" sldId="282"/>
            <ac:picMk id="7" creationId="{314AC879-F4B3-2F82-E79E-F0DED35C8CD8}"/>
          </ac:picMkLst>
        </pc:picChg>
      </pc:sldChg>
      <pc:sldChg chg="addSp delSp modSp add mod">
        <pc:chgData name="Zied Belhocine" userId="200cc0e2b299676e" providerId="LiveId" clId="{49567C97-1CE6-40DF-B66E-6294A2B089EB}" dt="2026-02-27T08:34:53.211" v="1324" actId="20577"/>
        <pc:sldMkLst>
          <pc:docMk/>
          <pc:sldMk cId="1962538703" sldId="283"/>
        </pc:sldMkLst>
        <pc:spChg chg="add del">
          <ac:chgData name="Zied Belhocine" userId="200cc0e2b299676e" providerId="LiveId" clId="{49567C97-1CE6-40DF-B66E-6294A2B089EB}" dt="2026-02-20T14:16:39.703" v="298" actId="22"/>
          <ac:spMkLst>
            <pc:docMk/>
            <pc:sldMk cId="1962538703" sldId="283"/>
            <ac:spMk id="3" creationId="{444CC4DC-D4DE-9D64-F714-2C3CB82A4802}"/>
          </ac:spMkLst>
        </pc:spChg>
        <pc:spChg chg="add mod">
          <ac:chgData name="Zied Belhocine" userId="200cc0e2b299676e" providerId="LiveId" clId="{49567C97-1CE6-40DF-B66E-6294A2B089EB}" dt="2026-02-27T08:34:53.211" v="1324" actId="20577"/>
          <ac:spMkLst>
            <pc:docMk/>
            <pc:sldMk cId="1962538703" sldId="283"/>
            <ac:spMk id="5" creationId="{A333036C-A2B3-BDAD-BDC7-3C92FA6088B2}"/>
          </ac:spMkLst>
        </pc:spChg>
        <pc:spChg chg="mod">
          <ac:chgData name="Zied Belhocine" userId="200cc0e2b299676e" providerId="LiveId" clId="{49567C97-1CE6-40DF-B66E-6294A2B089EB}" dt="2026-02-20T14:16:14.754" v="287" actId="20577"/>
          <ac:spMkLst>
            <pc:docMk/>
            <pc:sldMk cId="1962538703" sldId="283"/>
            <ac:spMk id="341" creationId="{00000000-0000-0000-0000-000000000000}"/>
          </ac:spMkLst>
        </pc:spChg>
        <pc:spChg chg="mod">
          <ac:chgData name="Zied Belhocine" userId="200cc0e2b299676e" providerId="LiveId" clId="{49567C97-1CE6-40DF-B66E-6294A2B089EB}" dt="2026-02-20T14:16:36.584" v="296"/>
          <ac:spMkLst>
            <pc:docMk/>
            <pc:sldMk cId="1962538703" sldId="283"/>
            <ac:spMk id="344" creationId="{00000000-0000-0000-0000-000000000000}"/>
          </ac:spMkLst>
        </pc:spChg>
        <pc:picChg chg="add mod">
          <ac:chgData name="Zied Belhocine" userId="200cc0e2b299676e" providerId="LiveId" clId="{49567C97-1CE6-40DF-B66E-6294A2B089EB}" dt="2026-02-27T08:34:23.546" v="1323" actId="1076"/>
          <ac:picMkLst>
            <pc:docMk/>
            <pc:sldMk cId="1962538703" sldId="283"/>
            <ac:picMk id="3" creationId="{32F45508-6654-3675-2086-C1FCCF708BD5}"/>
          </ac:picMkLst>
        </pc:picChg>
        <pc:picChg chg="add del mod">
          <ac:chgData name="Zied Belhocine" userId="200cc0e2b299676e" providerId="LiveId" clId="{49567C97-1CE6-40DF-B66E-6294A2B089EB}" dt="2026-02-27T08:34:21.213" v="1322" actId="478"/>
          <ac:picMkLst>
            <pc:docMk/>
            <pc:sldMk cId="1962538703" sldId="283"/>
            <ac:picMk id="7" creationId="{27CBC3B9-723E-EC5C-1C04-C3C0CAE349E9}"/>
          </ac:picMkLst>
        </pc:picChg>
      </pc:sldChg>
      <pc:sldChg chg="addSp modSp add mod">
        <pc:chgData name="Zied Belhocine" userId="200cc0e2b299676e" providerId="LiveId" clId="{49567C97-1CE6-40DF-B66E-6294A2B089EB}" dt="2026-02-27T09:16:33.788" v="1334" actId="404"/>
        <pc:sldMkLst>
          <pc:docMk/>
          <pc:sldMk cId="2497794307" sldId="284"/>
        </pc:sldMkLst>
        <pc:spChg chg="add mod">
          <ac:chgData name="Zied Belhocine" userId="200cc0e2b299676e" providerId="LiveId" clId="{49567C97-1CE6-40DF-B66E-6294A2B089EB}" dt="2026-02-27T09:16:33.788" v="1334" actId="404"/>
          <ac:spMkLst>
            <pc:docMk/>
            <pc:sldMk cId="2497794307" sldId="284"/>
            <ac:spMk id="3" creationId="{ADCE7CC7-EA0A-3D88-9396-C8DEB9997DC6}"/>
          </ac:spMkLst>
        </pc:spChg>
        <pc:spChg chg="mod">
          <ac:chgData name="Zied Belhocine" userId="200cc0e2b299676e" providerId="LiveId" clId="{49567C97-1CE6-40DF-B66E-6294A2B089EB}" dt="2026-02-20T14:17:08.852" v="306" actId="20577"/>
          <ac:spMkLst>
            <pc:docMk/>
            <pc:sldMk cId="2497794307" sldId="284"/>
            <ac:spMk id="341" creationId="{00000000-0000-0000-0000-000000000000}"/>
          </ac:spMkLst>
        </pc:spChg>
        <pc:spChg chg="mod">
          <ac:chgData name="Zied Belhocine" userId="200cc0e2b299676e" providerId="LiveId" clId="{49567C97-1CE6-40DF-B66E-6294A2B089EB}" dt="2026-02-20T14:17:14.002" v="308" actId="20577"/>
          <ac:spMkLst>
            <pc:docMk/>
            <pc:sldMk cId="2497794307" sldId="284"/>
            <ac:spMk id="344" creationId="{00000000-0000-0000-0000-000000000000}"/>
          </ac:spMkLst>
        </pc:spChg>
        <pc:picChg chg="add mod">
          <ac:chgData name="Zied Belhocine" userId="200cc0e2b299676e" providerId="LiveId" clId="{49567C97-1CE6-40DF-B66E-6294A2B089EB}" dt="2026-02-20T14:17:50.495" v="312" actId="1076"/>
          <ac:picMkLst>
            <pc:docMk/>
            <pc:sldMk cId="2497794307" sldId="284"/>
            <ac:picMk id="5" creationId="{DE42297C-034D-70B3-BF6A-3C7F0B04428E}"/>
          </ac:picMkLst>
        </pc:picChg>
      </pc:sldChg>
      <pc:sldChg chg="addSp modSp add mod">
        <pc:chgData name="Zied Belhocine" userId="200cc0e2b299676e" providerId="LiveId" clId="{49567C97-1CE6-40DF-B66E-6294A2B089EB}" dt="2026-02-20T14:18:33.081" v="322" actId="1076"/>
        <pc:sldMkLst>
          <pc:docMk/>
          <pc:sldMk cId="89741411" sldId="285"/>
        </pc:sldMkLst>
        <pc:spChg chg="add mod">
          <ac:chgData name="Zied Belhocine" userId="200cc0e2b299676e" providerId="LiveId" clId="{49567C97-1CE6-40DF-B66E-6294A2B089EB}" dt="2026-02-20T14:18:23.545" v="320" actId="404"/>
          <ac:spMkLst>
            <pc:docMk/>
            <pc:sldMk cId="89741411" sldId="285"/>
            <ac:spMk id="3" creationId="{31162861-F7EC-96A4-F0B0-15C6788603A4}"/>
          </ac:spMkLst>
        </pc:spChg>
        <pc:spChg chg="mod">
          <ac:chgData name="Zied Belhocine" userId="200cc0e2b299676e" providerId="LiveId" clId="{49567C97-1CE6-40DF-B66E-6294A2B089EB}" dt="2026-02-20T14:18:04.177" v="315" actId="20577"/>
          <ac:spMkLst>
            <pc:docMk/>
            <pc:sldMk cId="89741411" sldId="285"/>
            <ac:spMk id="341" creationId="{00000000-0000-0000-0000-000000000000}"/>
          </ac:spMkLst>
        </pc:spChg>
        <pc:spChg chg="mod">
          <ac:chgData name="Zied Belhocine" userId="200cc0e2b299676e" providerId="LiveId" clId="{49567C97-1CE6-40DF-B66E-6294A2B089EB}" dt="2026-02-20T14:18:09.922" v="316"/>
          <ac:spMkLst>
            <pc:docMk/>
            <pc:sldMk cId="89741411" sldId="285"/>
            <ac:spMk id="344" creationId="{00000000-0000-0000-0000-000000000000}"/>
          </ac:spMkLst>
        </pc:spChg>
        <pc:picChg chg="add mod">
          <ac:chgData name="Zied Belhocine" userId="200cc0e2b299676e" providerId="LiveId" clId="{49567C97-1CE6-40DF-B66E-6294A2B089EB}" dt="2026-02-20T14:18:33.081" v="322" actId="1076"/>
          <ac:picMkLst>
            <pc:docMk/>
            <pc:sldMk cId="89741411" sldId="285"/>
            <ac:picMk id="5" creationId="{FB8FD56D-DACD-1C92-9E33-F25DFF05AA4C}"/>
          </ac:picMkLst>
        </pc:picChg>
      </pc:sldChg>
      <pc:sldChg chg="addSp delSp modSp add mod">
        <pc:chgData name="Zied Belhocine" userId="200cc0e2b299676e" providerId="LiveId" clId="{49567C97-1CE6-40DF-B66E-6294A2B089EB}" dt="2026-02-27T09:23:55.107" v="1349" actId="404"/>
        <pc:sldMkLst>
          <pc:docMk/>
          <pc:sldMk cId="4238954290" sldId="286"/>
        </pc:sldMkLst>
        <pc:spChg chg="add mod">
          <ac:chgData name="Zied Belhocine" userId="200cc0e2b299676e" providerId="LiveId" clId="{49567C97-1CE6-40DF-B66E-6294A2B089EB}" dt="2026-02-27T09:23:55.107" v="1349" actId="404"/>
          <ac:spMkLst>
            <pc:docMk/>
            <pc:sldMk cId="4238954290" sldId="286"/>
            <ac:spMk id="3" creationId="{DE3F5F6E-0E05-1BAD-0F96-C5565491E5B0}"/>
          </ac:spMkLst>
        </pc:spChg>
        <pc:spChg chg="mod">
          <ac:chgData name="Zied Belhocine" userId="200cc0e2b299676e" providerId="LiveId" clId="{49567C97-1CE6-40DF-B66E-6294A2B089EB}" dt="2026-02-20T14:18:50.825" v="324" actId="20577"/>
          <ac:spMkLst>
            <pc:docMk/>
            <pc:sldMk cId="4238954290" sldId="286"/>
            <ac:spMk id="341" creationId="{00000000-0000-0000-0000-000000000000}"/>
          </ac:spMkLst>
        </pc:spChg>
        <pc:spChg chg="mod">
          <ac:chgData name="Zied Belhocine" userId="200cc0e2b299676e" providerId="LiveId" clId="{49567C97-1CE6-40DF-B66E-6294A2B089EB}" dt="2026-02-20T14:18:59.067" v="327"/>
          <ac:spMkLst>
            <pc:docMk/>
            <pc:sldMk cId="4238954290" sldId="286"/>
            <ac:spMk id="344" creationId="{00000000-0000-0000-0000-000000000000}"/>
          </ac:spMkLst>
        </pc:spChg>
        <pc:picChg chg="add mod">
          <ac:chgData name="Zied Belhocine" userId="200cc0e2b299676e" providerId="LiveId" clId="{49567C97-1CE6-40DF-B66E-6294A2B089EB}" dt="2026-02-27T09:23:28.064" v="1346" actId="1076"/>
          <ac:picMkLst>
            <pc:docMk/>
            <pc:sldMk cId="4238954290" sldId="286"/>
            <ac:picMk id="4" creationId="{A75E67DA-B29C-E48C-CC57-BE6C7FB9B6F8}"/>
          </ac:picMkLst>
        </pc:picChg>
        <pc:picChg chg="add del mod">
          <ac:chgData name="Zied Belhocine" userId="200cc0e2b299676e" providerId="LiveId" clId="{49567C97-1CE6-40DF-B66E-6294A2B089EB}" dt="2026-02-27T09:23:23.005" v="1342" actId="478"/>
          <ac:picMkLst>
            <pc:docMk/>
            <pc:sldMk cId="4238954290" sldId="286"/>
            <ac:picMk id="5" creationId="{24BBFB96-8217-93D1-A3C2-AC1D621024BD}"/>
          </ac:picMkLst>
        </pc:picChg>
      </pc:sldChg>
      <pc:sldChg chg="addSp delSp modSp add mod">
        <pc:chgData name="Zied Belhocine" userId="200cc0e2b299676e" providerId="LiveId" clId="{49567C97-1CE6-40DF-B66E-6294A2B089EB}" dt="2026-02-27T09:26:19.949" v="1371" actId="1035"/>
        <pc:sldMkLst>
          <pc:docMk/>
          <pc:sldMk cId="24186673" sldId="287"/>
        </pc:sldMkLst>
        <pc:spChg chg="add mod">
          <ac:chgData name="Zied Belhocine" userId="200cc0e2b299676e" providerId="LiveId" clId="{49567C97-1CE6-40DF-B66E-6294A2B089EB}" dt="2026-02-27T09:25:28.604" v="1355" actId="404"/>
          <ac:spMkLst>
            <pc:docMk/>
            <pc:sldMk cId="24186673" sldId="287"/>
            <ac:spMk id="3" creationId="{E4A43467-0EA0-A152-BB19-D81EB9FCB542}"/>
          </ac:spMkLst>
        </pc:spChg>
        <pc:spChg chg="mod">
          <ac:chgData name="Zied Belhocine" userId="200cc0e2b299676e" providerId="LiveId" clId="{49567C97-1CE6-40DF-B66E-6294A2B089EB}" dt="2026-02-20T14:20:37.568" v="346"/>
          <ac:spMkLst>
            <pc:docMk/>
            <pc:sldMk cId="24186673" sldId="287"/>
            <ac:spMk id="341" creationId="{00000000-0000-0000-0000-000000000000}"/>
          </ac:spMkLst>
        </pc:spChg>
        <pc:spChg chg="mod">
          <ac:chgData name="Zied Belhocine" userId="200cc0e2b299676e" providerId="LiveId" clId="{49567C97-1CE6-40DF-B66E-6294A2B089EB}" dt="2026-02-20T14:19:58.971" v="341"/>
          <ac:spMkLst>
            <pc:docMk/>
            <pc:sldMk cId="24186673" sldId="287"/>
            <ac:spMk id="344" creationId="{00000000-0000-0000-0000-000000000000}"/>
          </ac:spMkLst>
        </pc:spChg>
        <pc:picChg chg="add mod">
          <ac:chgData name="Zied Belhocine" userId="200cc0e2b299676e" providerId="LiveId" clId="{49567C97-1CE6-40DF-B66E-6294A2B089EB}" dt="2026-02-27T09:25:54.117" v="1358" actId="1076"/>
          <ac:picMkLst>
            <pc:docMk/>
            <pc:sldMk cId="24186673" sldId="287"/>
            <ac:picMk id="4" creationId="{68659667-C985-4900-F09F-45C5A85B966C}"/>
          </ac:picMkLst>
        </pc:picChg>
        <pc:picChg chg="add del mod">
          <ac:chgData name="Zied Belhocine" userId="200cc0e2b299676e" providerId="LiveId" clId="{49567C97-1CE6-40DF-B66E-6294A2B089EB}" dt="2026-02-20T14:22:01.562" v="361" actId="478"/>
          <ac:picMkLst>
            <pc:docMk/>
            <pc:sldMk cId="24186673" sldId="287"/>
            <ac:picMk id="5" creationId="{9381B136-DC79-5512-985B-54CAB6417865}"/>
          </ac:picMkLst>
        </pc:picChg>
        <pc:picChg chg="add mod">
          <ac:chgData name="Zied Belhocine" userId="200cc0e2b299676e" providerId="LiveId" clId="{49567C97-1CE6-40DF-B66E-6294A2B089EB}" dt="2026-02-27T09:26:19.949" v="1371" actId="1035"/>
          <ac:picMkLst>
            <pc:docMk/>
            <pc:sldMk cId="24186673" sldId="287"/>
            <ac:picMk id="6" creationId="{2B22AAD6-A9A6-B4F5-2530-60E414422BC9}"/>
          </ac:picMkLst>
        </pc:picChg>
        <pc:picChg chg="add del mod">
          <ac:chgData name="Zied Belhocine" userId="200cc0e2b299676e" providerId="LiveId" clId="{49567C97-1CE6-40DF-B66E-6294A2B089EB}" dt="2026-02-27T09:25:16.732" v="1351" actId="478"/>
          <ac:picMkLst>
            <pc:docMk/>
            <pc:sldMk cId="24186673" sldId="287"/>
            <ac:picMk id="7" creationId="{8F21B8B0-1115-812F-9B41-D01768BB2E4F}"/>
          </ac:picMkLst>
        </pc:picChg>
        <pc:picChg chg="add del mod">
          <ac:chgData name="Zied Belhocine" userId="200cc0e2b299676e" providerId="LiveId" clId="{49567C97-1CE6-40DF-B66E-6294A2B089EB}" dt="2026-02-27T09:25:16.240" v="1350" actId="478"/>
          <ac:picMkLst>
            <pc:docMk/>
            <pc:sldMk cId="24186673" sldId="287"/>
            <ac:picMk id="9" creationId="{116653A9-DC90-E786-77BA-3B8940189E4B}"/>
          </ac:picMkLst>
        </pc:picChg>
      </pc:sldChg>
      <pc:sldChg chg="addSp delSp modSp add mod">
        <pc:chgData name="Zied Belhocine" userId="200cc0e2b299676e" providerId="LiveId" clId="{49567C97-1CE6-40DF-B66E-6294A2B089EB}" dt="2026-02-27T09:44:10.460" v="1388" actId="478"/>
        <pc:sldMkLst>
          <pc:docMk/>
          <pc:sldMk cId="466935047" sldId="288"/>
        </pc:sldMkLst>
        <pc:spChg chg="add mod">
          <ac:chgData name="Zied Belhocine" userId="200cc0e2b299676e" providerId="LiveId" clId="{49567C97-1CE6-40DF-B66E-6294A2B089EB}" dt="2026-02-27T09:43:50.895" v="1385" actId="404"/>
          <ac:spMkLst>
            <pc:docMk/>
            <pc:sldMk cId="466935047" sldId="288"/>
            <ac:spMk id="3" creationId="{C6B9E397-81C8-604B-CF8D-FBB3ED371D4A}"/>
          </ac:spMkLst>
        </pc:spChg>
        <pc:spChg chg="mod">
          <ac:chgData name="Zied Belhocine" userId="200cc0e2b299676e" providerId="LiveId" clId="{49567C97-1CE6-40DF-B66E-6294A2B089EB}" dt="2026-02-20T14:22:27.659" v="369" actId="20577"/>
          <ac:spMkLst>
            <pc:docMk/>
            <pc:sldMk cId="466935047" sldId="288"/>
            <ac:spMk id="341" creationId="{00000000-0000-0000-0000-000000000000}"/>
          </ac:spMkLst>
        </pc:spChg>
        <pc:spChg chg="mod">
          <ac:chgData name="Zied Belhocine" userId="200cc0e2b299676e" providerId="LiveId" clId="{49567C97-1CE6-40DF-B66E-6294A2B089EB}" dt="2026-02-20T14:22:35.895" v="372"/>
          <ac:spMkLst>
            <pc:docMk/>
            <pc:sldMk cId="466935047" sldId="288"/>
            <ac:spMk id="344" creationId="{00000000-0000-0000-0000-000000000000}"/>
          </ac:spMkLst>
        </pc:spChg>
        <pc:picChg chg="add mod">
          <ac:chgData name="Zied Belhocine" userId="200cc0e2b299676e" providerId="LiveId" clId="{49567C97-1CE6-40DF-B66E-6294A2B089EB}" dt="2026-02-27T09:44:09.457" v="1387" actId="1076"/>
          <ac:picMkLst>
            <pc:docMk/>
            <pc:sldMk cId="466935047" sldId="288"/>
            <ac:picMk id="4" creationId="{B4132956-7CE1-A0BB-A3B6-108A5C6042B7}"/>
          </ac:picMkLst>
        </pc:picChg>
        <pc:picChg chg="add del mod">
          <ac:chgData name="Zied Belhocine" userId="200cc0e2b299676e" providerId="LiveId" clId="{49567C97-1CE6-40DF-B66E-6294A2B089EB}" dt="2026-02-20T14:23:31.824" v="389" actId="478"/>
          <ac:picMkLst>
            <pc:docMk/>
            <pc:sldMk cId="466935047" sldId="288"/>
            <ac:picMk id="5" creationId="{E087F325-CFBA-A4C9-56EB-C3C7FE5318D4}"/>
          </ac:picMkLst>
        </pc:picChg>
        <pc:picChg chg="add del mod">
          <ac:chgData name="Zied Belhocine" userId="200cc0e2b299676e" providerId="LiveId" clId="{49567C97-1CE6-40DF-B66E-6294A2B089EB}" dt="2026-02-27T09:44:10.460" v="1388" actId="478"/>
          <ac:picMkLst>
            <pc:docMk/>
            <pc:sldMk cId="466935047" sldId="288"/>
            <ac:picMk id="7" creationId="{96A1BB91-C05C-2431-1D53-B8DC7C2F640F}"/>
          </ac:picMkLst>
        </pc:picChg>
      </pc:sldChg>
      <pc:sldChg chg="addSp delSp modSp add del mod">
        <pc:chgData name="Zied Belhocine" userId="200cc0e2b299676e" providerId="LiveId" clId="{49567C97-1CE6-40DF-B66E-6294A2B089EB}" dt="2026-02-26T12:54:15.327" v="1117" actId="47"/>
        <pc:sldMkLst>
          <pc:docMk/>
          <pc:sldMk cId="1525863606" sldId="289"/>
        </pc:sldMkLst>
        <pc:spChg chg="add del">
          <ac:chgData name="Zied Belhocine" userId="200cc0e2b299676e" providerId="LiveId" clId="{49567C97-1CE6-40DF-B66E-6294A2B089EB}" dt="2026-02-20T14:24:10.294" v="402" actId="22"/>
          <ac:spMkLst>
            <pc:docMk/>
            <pc:sldMk cId="1525863606" sldId="289"/>
            <ac:spMk id="3" creationId="{D57634E0-7096-B7BD-31E3-D0A7923268C5}"/>
          </ac:spMkLst>
        </pc:spChg>
        <pc:spChg chg="add mod">
          <ac:chgData name="Zied Belhocine" userId="200cc0e2b299676e" providerId="LiveId" clId="{49567C97-1CE6-40DF-B66E-6294A2B089EB}" dt="2026-02-20T14:29:10.878" v="447" actId="14100"/>
          <ac:spMkLst>
            <pc:docMk/>
            <pc:sldMk cId="1525863606" sldId="289"/>
            <ac:spMk id="5" creationId="{17DEFCF3-579B-BF48-8A51-5016E70E9C42}"/>
          </ac:spMkLst>
        </pc:spChg>
        <pc:spChg chg="mod">
          <ac:chgData name="Zied Belhocine" userId="200cc0e2b299676e" providerId="LiveId" clId="{49567C97-1CE6-40DF-B66E-6294A2B089EB}" dt="2026-02-26T11:51:00.184" v="1050" actId="20577"/>
          <ac:spMkLst>
            <pc:docMk/>
            <pc:sldMk cId="1525863606" sldId="289"/>
            <ac:spMk id="341" creationId="{00000000-0000-0000-0000-000000000000}"/>
          </ac:spMkLst>
        </pc:spChg>
        <pc:spChg chg="mod">
          <ac:chgData name="Zied Belhocine" userId="200cc0e2b299676e" providerId="LiveId" clId="{49567C97-1CE6-40DF-B66E-6294A2B089EB}" dt="2026-02-20T14:24:02.420" v="400" actId="20577"/>
          <ac:spMkLst>
            <pc:docMk/>
            <pc:sldMk cId="1525863606" sldId="289"/>
            <ac:spMk id="344" creationId="{00000000-0000-0000-0000-000000000000}"/>
          </ac:spMkLst>
        </pc:spChg>
        <pc:picChg chg="add del mod">
          <ac:chgData name="Zied Belhocine" userId="200cc0e2b299676e" providerId="LiveId" clId="{49567C97-1CE6-40DF-B66E-6294A2B089EB}" dt="2026-02-20T14:27:10.469" v="431" actId="478"/>
          <ac:picMkLst>
            <pc:docMk/>
            <pc:sldMk cId="1525863606" sldId="289"/>
            <ac:picMk id="7" creationId="{8E779002-7961-160B-8DBF-7412AB625241}"/>
          </ac:picMkLst>
        </pc:picChg>
        <pc:picChg chg="add del">
          <ac:chgData name="Zied Belhocine" userId="200cc0e2b299676e" providerId="LiveId" clId="{49567C97-1CE6-40DF-B66E-6294A2B089EB}" dt="2026-02-20T14:25:55.481" v="416" actId="22"/>
          <ac:picMkLst>
            <pc:docMk/>
            <pc:sldMk cId="1525863606" sldId="289"/>
            <ac:picMk id="9" creationId="{1F08C6D7-2982-9FA3-3DF3-A3C9BBF4E5A8}"/>
          </ac:picMkLst>
        </pc:picChg>
        <pc:picChg chg="add mod">
          <ac:chgData name="Zied Belhocine" userId="200cc0e2b299676e" providerId="LiveId" clId="{49567C97-1CE6-40DF-B66E-6294A2B089EB}" dt="2026-02-20T14:27:14.184" v="433" actId="1076"/>
          <ac:picMkLst>
            <pc:docMk/>
            <pc:sldMk cId="1525863606" sldId="289"/>
            <ac:picMk id="11" creationId="{CDD4C0FC-D568-4301-5DF6-DF1F20D67F4D}"/>
          </ac:picMkLst>
        </pc:picChg>
      </pc:sldChg>
      <pc:sldChg chg="addSp delSp modSp add mod">
        <pc:chgData name="Zied Belhocine" userId="200cc0e2b299676e" providerId="LiveId" clId="{49567C97-1CE6-40DF-B66E-6294A2B089EB}" dt="2026-02-27T08:14:15.347" v="1238" actId="20577"/>
        <pc:sldMkLst>
          <pc:docMk/>
          <pc:sldMk cId="3499622664" sldId="290"/>
        </pc:sldMkLst>
        <pc:spChg chg="mod">
          <ac:chgData name="Zied Belhocine" userId="200cc0e2b299676e" providerId="LiveId" clId="{49567C97-1CE6-40DF-B66E-6294A2B089EB}" dt="2026-02-26T19:45:15.961" v="1184" actId="20577"/>
          <ac:spMkLst>
            <pc:docMk/>
            <pc:sldMk cId="3499622664" sldId="290"/>
            <ac:spMk id="5" creationId="{17DEFCF3-579B-BF48-8A51-5016E70E9C42}"/>
          </ac:spMkLst>
        </pc:spChg>
        <pc:spChg chg="mod">
          <ac:chgData name="Zied Belhocine" userId="200cc0e2b299676e" providerId="LiveId" clId="{49567C97-1CE6-40DF-B66E-6294A2B089EB}" dt="2026-02-27T08:14:15.347" v="1238" actId="20577"/>
          <ac:spMkLst>
            <pc:docMk/>
            <pc:sldMk cId="3499622664" sldId="290"/>
            <ac:spMk id="341" creationId="{00000000-0000-0000-0000-000000000000}"/>
          </ac:spMkLst>
        </pc:spChg>
        <pc:picChg chg="add del mod">
          <ac:chgData name="Zied Belhocine" userId="200cc0e2b299676e" providerId="LiveId" clId="{49567C97-1CE6-40DF-B66E-6294A2B089EB}" dt="2026-02-27T08:14:02.550" v="1224" actId="478"/>
          <ac:picMkLst>
            <pc:docMk/>
            <pc:sldMk cId="3499622664" sldId="290"/>
            <ac:picMk id="3" creationId="{338526DC-B6B8-54AD-E106-9768EC9E8C2D}"/>
          </ac:picMkLst>
        </pc:picChg>
        <pc:picChg chg="add mod">
          <ac:chgData name="Zied Belhocine" userId="200cc0e2b299676e" providerId="LiveId" clId="{49567C97-1CE6-40DF-B66E-6294A2B089EB}" dt="2026-02-27T08:14:10.052" v="1228" actId="1076"/>
          <ac:picMkLst>
            <pc:docMk/>
            <pc:sldMk cId="3499622664" sldId="290"/>
            <ac:picMk id="4" creationId="{8E04784F-5A43-6343-38F1-B5D24A7816EF}"/>
          </ac:picMkLst>
        </pc:picChg>
        <pc:picChg chg="del mod">
          <ac:chgData name="Zied Belhocine" userId="200cc0e2b299676e" providerId="LiveId" clId="{49567C97-1CE6-40DF-B66E-6294A2B089EB}" dt="2026-02-20T14:26:49.476" v="429" actId="478"/>
          <ac:picMkLst>
            <pc:docMk/>
            <pc:sldMk cId="3499622664" sldId="290"/>
            <ac:picMk id="7" creationId="{8E779002-7961-160B-8DBF-7412AB625241}"/>
          </ac:picMkLst>
        </pc:picChg>
      </pc:sldChg>
      <pc:sldChg chg="add del">
        <pc:chgData name="Zied Belhocine" userId="200cc0e2b299676e" providerId="LiveId" clId="{49567C97-1CE6-40DF-B66E-6294A2B089EB}" dt="2026-02-26T11:51:30.499" v="1065" actId="47"/>
        <pc:sldMkLst>
          <pc:docMk/>
          <pc:sldMk cId="3193545256" sldId="291"/>
        </pc:sldMkLst>
      </pc:sldChg>
      <pc:sldChg chg="addSp delSp modSp add mod ord">
        <pc:chgData name="Zied Belhocine" userId="200cc0e2b299676e" providerId="LiveId" clId="{49567C97-1CE6-40DF-B66E-6294A2B089EB}" dt="2026-02-27T08:21:45.787" v="1254" actId="1076"/>
        <pc:sldMkLst>
          <pc:docMk/>
          <pc:sldMk cId="1661998877" sldId="292"/>
        </pc:sldMkLst>
        <pc:spChg chg="mod">
          <ac:chgData name="Zied Belhocine" userId="200cc0e2b299676e" providerId="LiveId" clId="{49567C97-1CE6-40DF-B66E-6294A2B089EB}" dt="2026-02-27T08:20:23.382" v="1241" actId="404"/>
          <ac:spMkLst>
            <pc:docMk/>
            <pc:sldMk cId="1661998877" sldId="292"/>
            <ac:spMk id="3" creationId="{C6B9E397-81C8-604B-CF8D-FBB3ED371D4A}"/>
          </ac:spMkLst>
        </pc:spChg>
        <pc:spChg chg="mod">
          <ac:chgData name="Zied Belhocine" userId="200cc0e2b299676e" providerId="LiveId" clId="{49567C97-1CE6-40DF-B66E-6294A2B089EB}" dt="2026-02-20T14:29:41.764" v="454" actId="20577"/>
          <ac:spMkLst>
            <pc:docMk/>
            <pc:sldMk cId="1661998877" sldId="292"/>
            <ac:spMk id="341" creationId="{00000000-0000-0000-0000-000000000000}"/>
          </ac:spMkLst>
        </pc:spChg>
        <pc:spChg chg="mod">
          <ac:chgData name="Zied Belhocine" userId="200cc0e2b299676e" providerId="LiveId" clId="{49567C97-1CE6-40DF-B66E-6294A2B089EB}" dt="2026-02-20T14:29:49.460" v="457"/>
          <ac:spMkLst>
            <pc:docMk/>
            <pc:sldMk cId="1661998877" sldId="292"/>
            <ac:spMk id="344" creationId="{00000000-0000-0000-0000-000000000000}"/>
          </ac:spMkLst>
        </pc:spChg>
        <pc:picChg chg="add del mod">
          <ac:chgData name="Zied Belhocine" userId="200cc0e2b299676e" providerId="LiveId" clId="{49567C97-1CE6-40DF-B66E-6294A2B089EB}" dt="2026-02-27T08:20:28.020" v="1242" actId="478"/>
          <ac:picMkLst>
            <pc:docMk/>
            <pc:sldMk cId="1661998877" sldId="292"/>
            <ac:picMk id="4" creationId="{AB0B07B2-E6D6-F10C-05B2-AB4AC38FA243}"/>
          </ac:picMkLst>
        </pc:picChg>
        <pc:picChg chg="add mod">
          <ac:chgData name="Zied Belhocine" userId="200cc0e2b299676e" providerId="LiveId" clId="{49567C97-1CE6-40DF-B66E-6294A2B089EB}" dt="2026-02-27T08:21:45.787" v="1254" actId="1076"/>
          <ac:picMkLst>
            <pc:docMk/>
            <pc:sldMk cId="1661998877" sldId="292"/>
            <ac:picMk id="5" creationId="{9E52F140-4CD9-B3F1-3000-A5258A5AE3D1}"/>
          </ac:picMkLst>
        </pc:picChg>
        <pc:picChg chg="del">
          <ac:chgData name="Zied Belhocine" userId="200cc0e2b299676e" providerId="LiveId" clId="{49567C97-1CE6-40DF-B66E-6294A2B089EB}" dt="2026-02-20T14:30:06.156" v="459" actId="478"/>
          <ac:picMkLst>
            <pc:docMk/>
            <pc:sldMk cId="1661998877" sldId="292"/>
            <ac:picMk id="7" creationId="{96A1BB91-C05C-2431-1D53-B8DC7C2F640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5c099360e7_3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25c099360e7_3_1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25c099360e7_3_19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5c099360e7_3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g25c099360e7_3_2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Contexte du projet</a:t>
            </a:r>
            <a:endParaRPr dirty="0"/>
          </a:p>
        </p:txBody>
      </p:sp>
      <p:sp>
        <p:nvSpPr>
          <p:cNvPr id="263" name="Google Shape;263;g25c099360e7_3_2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5c099360e7_3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g25c099360e7_3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fr-FR" sz="1200" b="1" dirty="0"/>
              <a:t>Méthodes mises en place :</a:t>
            </a:r>
            <a:r>
              <a:rPr lang="fr-FR" sz="12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Sauvegardes complètes quotidiennes et sauvegardes incrémentales toutes les heures.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Stockage des sauvegardes sur un serveur externe sécurisé.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Tests réguliers de restauration pour vérifier l’intégrité des sauvegardes.</a:t>
            </a:r>
          </a:p>
          <a:p>
            <a:r>
              <a:rPr lang="fr-FR" sz="1200" b="1" dirty="0"/>
              <a:t>Bonnes pratiques :</a:t>
            </a:r>
            <a:r>
              <a:rPr lang="fr-FR" sz="12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Automatisation des sauvegardes pour éviter les oublis(toutes les semaines).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Conservation des sauvegardes pendant une durée définie (ex. 1 mois).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  <a:p>
            <a:pPr marL="114300" inden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None/>
            </a:pPr>
            <a:r>
              <a:rPr lang="fr-FR" sz="1200" b="1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Mesures appliquées : 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</a:pPr>
            <a:r>
              <a:rPr lang="fr-FR" sz="12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Limitation de l’accès aux données personnelles aux seules personnes habilitées.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</a:pPr>
            <a:r>
              <a:rPr lang="fr-FR" sz="12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Anonymisation des données sensibles.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</a:pPr>
            <a:r>
              <a:rPr lang="fr-FR" sz="12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Suppression régulière des données obsolètes selon une politique de conservation définie.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</a:pPr>
            <a:r>
              <a:rPr lang="fr-FR" sz="12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Traçabilité des accès et modifications dans la base.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</a:pPr>
            <a:r>
              <a:rPr lang="fr-FR" sz="12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Sécurisation des données par chiffrement et mots de passe robustes.</a:t>
            </a:r>
          </a:p>
          <a:p>
            <a:pPr marL="114300" inden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None/>
            </a:pPr>
            <a:r>
              <a:rPr lang="fr-FR" sz="1200" b="1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Respect du droit des personnes : </a:t>
            </a:r>
            <a:r>
              <a:rPr lang="fr-FR" sz="12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Possibilité d’exercer droit d’accès, rectification, et suppression des données.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4" name="Google Shape;274;g25c099360e7_3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5c099360e7_3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25c099360e7_3_2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3" name="Google Shape;283;g25c099360e7_3_2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c099360e7_3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g25c099360e7_3_2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25c099360e7_3_2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5c099360e7_3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g25c099360e7_3_2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25c099360e7_3_2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5c099360e7_3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25c099360e7_3_2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g25c099360e7_3_2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5c099360e7_3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g25c099360e7_3_2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g25c099360e7_3_2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5c099360e7_3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g25c099360e7_3_2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25c099360e7_3_2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54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20323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91164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35634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9404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25157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65261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0661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025487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899994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174838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5c099360e7_3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g25c099360e7_3_2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g25c099360e7_3_2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 avec image">
  <p:cSld name="Diapositive de titre avec imag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14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14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58" name="Google Shape;58;p1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9" name="Google Shape;59;p14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61" name="Google Shape;61;p14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rgbClr val="E2606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 01">
  <p:cSld name="DISPOSITION DU TEXTE 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15"/>
          <p:cNvCxnSpPr/>
          <p:nvPr/>
        </p:nvCxnSpPr>
        <p:spPr>
          <a:xfrm rot="10800000" flipH="1">
            <a:off x="4781550" y="3785308"/>
            <a:ext cx="1143431" cy="1352550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7" name="Google Shape;67;p15" title="Sous-titre"/>
          <p:cNvSpPr txBox="1">
            <a:spLocks noGrp="1"/>
          </p:cNvSpPr>
          <p:nvPr>
            <p:ph type="body" idx="2"/>
          </p:nvPr>
        </p:nvSpPr>
        <p:spPr>
          <a:xfrm>
            <a:off x="398534" y="1922608"/>
            <a:ext cx="5506973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5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>
            <a:spLocks noGrp="1"/>
          </p:cNvSpPr>
          <p:nvPr>
            <p:ph type="pic" idx="3"/>
          </p:nvPr>
        </p:nvSpPr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 avec sous-titre">
  <p:cSld name="Comparaison avec sous-titr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1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74" name="Google Shape;74;p1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75" name="Google Shape;75;p1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6" name="Google Shape;76;p1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77" name="Google Shape;77;p1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90524" y="1578666"/>
            <a:ext cx="4106468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6" title="Puces"/>
          <p:cNvSpPr txBox="1">
            <a:spLocks noGrp="1"/>
          </p:cNvSpPr>
          <p:nvPr>
            <p:ph type="body" idx="2"/>
          </p:nvPr>
        </p:nvSpPr>
        <p:spPr>
          <a:xfrm>
            <a:off x="390524" y="2164557"/>
            <a:ext cx="4106468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3"/>
          </p:nvPr>
        </p:nvSpPr>
        <p:spPr>
          <a:xfrm>
            <a:off x="4640035" y="1578666"/>
            <a:ext cx="4106700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6" title="Puces"/>
          <p:cNvSpPr txBox="1">
            <a:spLocks noGrp="1"/>
          </p:cNvSpPr>
          <p:nvPr>
            <p:ph type="body" idx="4"/>
          </p:nvPr>
        </p:nvSpPr>
        <p:spPr>
          <a:xfrm>
            <a:off x="4640035" y="2164557"/>
            <a:ext cx="4106700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6" title="Sous-titre"/>
          <p:cNvSpPr txBox="1">
            <a:spLocks noGrp="1"/>
          </p:cNvSpPr>
          <p:nvPr>
            <p:ph type="body" idx="5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86" name="Google Shape;86;p1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 avec image">
  <p:cSld name="En-tête de section avec imag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rgbClr val="EE957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17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1" name="Google Shape;91;p17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93" name="Google Shape;93;p17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4" name="Google Shape;94;p17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17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17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97" name="Google Shape;97;p17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8" name="Google Shape;98;p17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que">
  <p:cSld name="Graphiqu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8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01" name="Google Shape;101;p18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2" name="Google Shape;102;p18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03" name="Google Shape;103;p18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p18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08" name="Google Shape;108;p18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2"/>
          </p:nvPr>
        </p:nvSpPr>
        <p:spPr>
          <a:xfrm>
            <a:off x="398860" y="1504321"/>
            <a:ext cx="3919323" cy="30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18" title="Graphique"/>
          <p:cNvSpPr>
            <a:spLocks noGrp="1"/>
          </p:cNvSpPr>
          <p:nvPr>
            <p:ph type="chart" idx="3"/>
          </p:nvPr>
        </p:nvSpPr>
        <p:spPr>
          <a:xfrm>
            <a:off x="4347086" y="1504322"/>
            <a:ext cx="4289548" cy="306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 02">
  <p:cSld name="Disposition du texte 02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9"/>
          <p:cNvSpPr>
            <a:spLocks noGrp="1"/>
          </p:cNvSpPr>
          <p:nvPr>
            <p:ph type="pic" idx="2"/>
          </p:nvPr>
        </p:nvSpPr>
        <p:spPr>
          <a:xfrm>
            <a:off x="4627633" y="1076325"/>
            <a:ext cx="4516366" cy="4067175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14" name="Google Shape;114;p19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" name="Google Shape;115;p19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19"/>
          <p:cNvCxnSpPr/>
          <p:nvPr/>
        </p:nvCxnSpPr>
        <p:spPr>
          <a:xfrm rot="10800000" flipH="1">
            <a:off x="7764236" y="889089"/>
            <a:ext cx="1379764" cy="1225461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7" name="Google Shape;117;p19" title="Sous-titre"/>
          <p:cNvSpPr txBox="1">
            <a:spLocks noGrp="1"/>
          </p:cNvSpPr>
          <p:nvPr>
            <p:ph type="body" idx="3"/>
          </p:nvPr>
        </p:nvSpPr>
        <p:spPr>
          <a:xfrm>
            <a:off x="398534" y="1922608"/>
            <a:ext cx="5506966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" name="Google Shape;118;p19"/>
          <p:cNvSpPr txBox="1"/>
          <p:nvPr/>
        </p:nvSpPr>
        <p:spPr>
          <a:xfrm>
            <a:off x="8305038" y="178308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19" name="Google Shape;119;p19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au">
  <p:cSld name="Tableau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 title="Tableau"/>
          <p:cNvSpPr>
            <a:spLocks noGrp="1"/>
          </p:cNvSpPr>
          <p:nvPr>
            <p:ph type="tbl" idx="2"/>
          </p:nvPr>
        </p:nvSpPr>
        <p:spPr>
          <a:xfrm>
            <a:off x="398533" y="1998602"/>
            <a:ext cx="8245031" cy="257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24" name="Google Shape;124;p2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25" name="Google Shape;125;p2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6" name="Google Shape;126;p20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7" name="Google Shape;127;p2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2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0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32" name="Google Shape;132;p20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nde photo">
  <p:cSld name="Grande photo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/>
          <p:nvPr/>
        </p:nvSpPr>
        <p:spPr>
          <a:xfrm rot="10800000" flipH="1">
            <a:off x="0" y="-4"/>
            <a:ext cx="8810625" cy="472440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1" title="Image"/>
          <p:cNvSpPr>
            <a:spLocks noGrp="1"/>
          </p:cNvSpPr>
          <p:nvPr>
            <p:ph type="pic" idx="2"/>
          </p:nvPr>
        </p:nvSpPr>
        <p:spPr>
          <a:xfrm>
            <a:off x="269422" y="244928"/>
            <a:ext cx="8605156" cy="4653644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36" name="Google Shape;136;p21"/>
          <p:cNvCxnSpPr/>
          <p:nvPr/>
        </p:nvCxnSpPr>
        <p:spPr>
          <a:xfrm rot="10800000" flipH="1">
            <a:off x="0" y="4008665"/>
            <a:ext cx="1771650" cy="930729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7" name="Google Shape;137;p21" title="Titre "/>
          <p:cNvSpPr txBox="1">
            <a:spLocks noGrp="1"/>
          </p:cNvSpPr>
          <p:nvPr>
            <p:ph type="title"/>
          </p:nvPr>
        </p:nvSpPr>
        <p:spPr>
          <a:xfrm>
            <a:off x="269422" y="419101"/>
            <a:ext cx="6249917" cy="704849"/>
          </a:xfrm>
          <a:prstGeom prst="rect">
            <a:avLst/>
          </a:prstGeom>
          <a:solidFill>
            <a:schemeClr val="lt1">
              <a:alpha val="89803"/>
            </a:schemeClr>
          </a:solidFill>
          <a:ln>
            <a:noFill/>
          </a:ln>
        </p:spPr>
        <p:txBody>
          <a:bodyPr spcFirstLastPara="1" wrap="square" lIns="216000" tIns="34275" rIns="68575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rci">
  <p:cSld name="Merci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>
            <a:spLocks noGrp="1"/>
          </p:cNvSpPr>
          <p:nvPr>
            <p:ph type="body" idx="1"/>
          </p:nvPr>
        </p:nvSpPr>
        <p:spPr>
          <a:xfrm>
            <a:off x="5117197" y="2595872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body" idx="2"/>
          </p:nvPr>
        </p:nvSpPr>
        <p:spPr>
          <a:xfrm>
            <a:off x="5117197" y="287958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body" idx="3"/>
          </p:nvPr>
        </p:nvSpPr>
        <p:spPr>
          <a:xfrm>
            <a:off x="5117196" y="3162502"/>
            <a:ext cx="2584337" cy="216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body" idx="4"/>
          </p:nvPr>
        </p:nvSpPr>
        <p:spPr>
          <a:xfrm>
            <a:off x="5117197" y="344621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3" name="Google Shape;143;p22"/>
          <p:cNvSpPr/>
          <p:nvPr/>
        </p:nvSpPr>
        <p:spPr>
          <a:xfrm>
            <a:off x="4844204" y="2628935"/>
            <a:ext cx="194156" cy="19415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2"/>
          <p:cNvSpPr/>
          <p:nvPr/>
        </p:nvSpPr>
        <p:spPr>
          <a:xfrm>
            <a:off x="4880717" y="2923490"/>
            <a:ext cx="121130" cy="22207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4844204" y="3245959"/>
            <a:ext cx="194156" cy="141205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2"/>
          <p:cNvSpPr/>
          <p:nvPr/>
        </p:nvSpPr>
        <p:spPr>
          <a:xfrm>
            <a:off x="4853787" y="3487561"/>
            <a:ext cx="174989" cy="17498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2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22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9" name="Google Shape;149;p22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0" name="Google Shape;150;p22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1" name="Google Shape;151;p22"/>
          <p:cNvSpPr>
            <a:spLocks noGrp="1"/>
          </p:cNvSpPr>
          <p:nvPr>
            <p:ph type="pic" idx="5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22" title="Titre"/>
          <p:cNvSpPr txBox="1">
            <a:spLocks noGrp="1"/>
          </p:cNvSpPr>
          <p:nvPr>
            <p:ph type="ctrTitle"/>
          </p:nvPr>
        </p:nvSpPr>
        <p:spPr>
          <a:xfrm>
            <a:off x="4781791" y="1365767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>
  <p:cSld name="Diapositive de titre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23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6" name="Google Shape;156;p23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7" name="Google Shape;157;p23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3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59" name="Google Shape;159;p23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>
  <p:cSld name="En-tête de section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24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4" name="Google Shape;164;p24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4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66" name="Google Shape;166;p2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7" name="Google Shape;167;p24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24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9" name="Google Shape;169;p24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0" name="Google Shape;170;p24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>
  <p:cSld name="Titre et contenu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" name="Google Shape;172;p25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73" name="Google Shape;173;p25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74" name="Google Shape;174;p25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5" name="Google Shape;175;p25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76" name="Google Shape;176;p25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25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78" name="Google Shape;178;p25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81" name="Google Shape;181;p25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body" idx="1"/>
          </p:nvPr>
        </p:nvSpPr>
        <p:spPr>
          <a:xfrm>
            <a:off x="389008" y="1253943"/>
            <a:ext cx="8126342" cy="337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>
  <p:cSld name="Deux contenus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Google Shape;184;p2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85" name="Google Shape;185;p2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86" name="Google Shape;186;p2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7" name="Google Shape;187;p2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88" name="Google Shape;188;p2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26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90" name="Google Shape;190;p2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93" name="Google Shape;193;p2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6"/>
          <p:cNvSpPr txBox="1">
            <a:spLocks noGrp="1"/>
          </p:cNvSpPr>
          <p:nvPr>
            <p:ph type="body" idx="1"/>
          </p:nvPr>
        </p:nvSpPr>
        <p:spPr>
          <a:xfrm>
            <a:off x="397265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5" name="Google Shape;195;p26"/>
          <p:cNvSpPr txBox="1">
            <a:spLocks noGrp="1"/>
          </p:cNvSpPr>
          <p:nvPr>
            <p:ph type="body" idx="2"/>
          </p:nvPr>
        </p:nvSpPr>
        <p:spPr>
          <a:xfrm>
            <a:off x="4629150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>
  <p:cSld name="Comparaison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" name="Google Shape;197;p27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98" name="Google Shape;198;p27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99" name="Google Shape;199;p27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0" name="Google Shape;200;p27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01" name="Google Shape;201;p27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p27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203" name="Google Shape;203;p27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7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06" name="Google Shape;206;p27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7"/>
          <p:cNvSpPr txBox="1">
            <a:spLocks noGrp="1"/>
          </p:cNvSpPr>
          <p:nvPr>
            <p:ph type="body" idx="1"/>
          </p:nvPr>
        </p:nvSpPr>
        <p:spPr>
          <a:xfrm>
            <a:off x="389008" y="1260872"/>
            <a:ext cx="4036876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8" name="Google Shape;208;p27"/>
          <p:cNvSpPr txBox="1">
            <a:spLocks noGrp="1"/>
          </p:cNvSpPr>
          <p:nvPr>
            <p:ph type="body" idx="2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9" name="Google Shape;209;p27"/>
          <p:cNvSpPr txBox="1">
            <a:spLocks noGrp="1"/>
          </p:cNvSpPr>
          <p:nvPr>
            <p:ph type="body" idx="3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0" name="Google Shape;210;p27"/>
          <p:cNvSpPr txBox="1">
            <a:spLocks noGrp="1"/>
          </p:cNvSpPr>
          <p:nvPr>
            <p:ph type="body" idx="4"/>
          </p:nvPr>
        </p:nvSpPr>
        <p:spPr>
          <a:xfrm>
            <a:off x="389008" y="1878806"/>
            <a:ext cx="4043812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>
  <p:cSld name="Contenu avec légende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28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4" name="Google Shape;214;p28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5" name="Google Shape;215;p28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16" name="Google Shape;216;p28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7" name="Google Shape;217;p28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8" name="Google Shape;218;p28"/>
          <p:cNvSpPr txBox="1">
            <a:spLocks noGrp="1"/>
          </p:cNvSpPr>
          <p:nvPr>
            <p:ph type="body" idx="2"/>
          </p:nvPr>
        </p:nvSpPr>
        <p:spPr>
          <a:xfrm>
            <a:off x="4620987" y="1718035"/>
            <a:ext cx="4352754" cy="325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>
  <p:cSld name="Image avec légende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29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2" name="Google Shape;222;p29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3" name="Google Shape;223;p29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24" name="Google Shape;224;p29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5" name="Google Shape;225;p29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6" name="Google Shape;226;p29"/>
          <p:cNvSpPr>
            <a:spLocks noGrp="1"/>
          </p:cNvSpPr>
          <p:nvPr>
            <p:ph type="pic" idx="2"/>
          </p:nvPr>
        </p:nvSpPr>
        <p:spPr>
          <a:xfrm>
            <a:off x="4687477" y="1703895"/>
            <a:ext cx="4286263" cy="327053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>
  <p:cSld name="Vid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29" name="Google Shape;229;p3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0" name="Google Shape;230;p3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1" name="Google Shape;231;p30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32" name="Google Shape;232;p3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3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3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uniquement">
  <p:cSld name="Titre uniquement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38" name="Google Shape;238;p31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9" name="Google Shape;239;p31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0" name="Google Shape;240;p31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41" name="Google Shape;241;p31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31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1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personnalisée">
  <p:cSld name="Disposition personnalisée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3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3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3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/>
              <a:t>Création et utilisation de la base de données</a:t>
            </a:r>
            <a:endParaRPr/>
          </a:p>
        </p:txBody>
      </p:sp>
      <p:sp>
        <p:nvSpPr>
          <p:cNvPr id="256" name="Google Shape;256;p33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 dirty="0"/>
              <a:t>Zied Belhocine</a:t>
            </a:r>
            <a:endParaRPr dirty="0"/>
          </a:p>
        </p:txBody>
      </p:sp>
      <p:pic>
        <p:nvPicPr>
          <p:cNvPr id="257" name="Google Shape;257;p3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0217" y="3713672"/>
            <a:ext cx="4303784" cy="1429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5">
            <a:alphaModFix/>
          </a:blip>
          <a:srcRect l="11387" t="12667" r="63940" b="13973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AC906AC5-33FD-851B-CF14-D64FBE4BC9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5653"/>
          <a:stretch/>
        </p:blipFill>
        <p:spPr>
          <a:xfrm>
            <a:off x="4953001" y="0"/>
            <a:ext cx="4191000" cy="5143500"/>
          </a:xfrm>
          <a:prstGeom prst="rect">
            <a:avLst/>
          </a:prstGeom>
        </p:spPr>
      </p:pic>
      <p:sp>
        <p:nvSpPr>
          <p:cNvPr id="265" name="Google Shape;265;p34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-FR" sz="4800" dirty="0" err="1"/>
              <a:t>DATAImmo</a:t>
            </a:r>
            <a:endParaRPr dirty="0"/>
          </a:p>
        </p:txBody>
      </p:sp>
      <p:sp>
        <p:nvSpPr>
          <p:cNvPr id="266" name="Google Shape;266;p34"/>
          <p:cNvSpPr txBox="1">
            <a:spLocks noGrp="1"/>
          </p:cNvSpPr>
          <p:nvPr>
            <p:ph type="body" idx="2"/>
          </p:nvPr>
        </p:nvSpPr>
        <p:spPr>
          <a:xfrm>
            <a:off x="398535" y="1922608"/>
            <a:ext cx="4554466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indent="0">
              <a:spcBef>
                <a:spcPts val="0"/>
              </a:spcBef>
              <a:buClr>
                <a:schemeClr val="accent1"/>
              </a:buClr>
              <a:buSzPts val="3300"/>
            </a:pPr>
            <a:r>
              <a:rPr lang="fr-FR" sz="1600" b="1" dirty="0">
                <a:solidFill>
                  <a:schemeClr val="accent1"/>
                </a:solidFill>
              </a:rPr>
              <a:t>Créer un modèle pour mieux prévoir le prix de ventes des biens immobiliers. </a:t>
            </a:r>
          </a:p>
        </p:txBody>
      </p:sp>
      <p:sp>
        <p:nvSpPr>
          <p:cNvPr id="267" name="Google Shape;267;p34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85000" lnSpcReduction="10000"/>
          </a:bodyPr>
          <a:lstStyle/>
          <a:p>
            <a:pPr rtl="0"/>
            <a:r>
              <a:rPr lang="fr-FR" dirty="0"/>
              <a:t>Améliorer la base de données permettant de collecter les transactions immobilières et foncières en France en l’enrichissant pour analyser le marché et aider les différentes agences régionales à mieux accompagner leurs clients.</a:t>
            </a:r>
          </a:p>
          <a:p>
            <a:pPr rtl="0"/>
            <a:endParaRPr lang="fr-FR" dirty="0"/>
          </a:p>
          <a:p>
            <a:pPr marL="114300" indent="0" rtl="0">
              <a:buNone/>
            </a:pPr>
            <a:r>
              <a:rPr lang="fr-FR" dirty="0"/>
              <a:t>Cela en respectant la législation et notamment le RGPD</a:t>
            </a:r>
          </a:p>
        </p:txBody>
      </p:sp>
      <p:sp>
        <p:nvSpPr>
          <p:cNvPr id="270" name="Google Shape;270;p34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La stratégie de sauvegarde et la conformité RGPD</a:t>
            </a:r>
            <a:endParaRPr b="0" dirty="0"/>
          </a:p>
        </p:txBody>
      </p:sp>
      <p:sp>
        <p:nvSpPr>
          <p:cNvPr id="279" name="Google Shape;279;p3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6139176-8843-F5C1-DF67-013531235CA8}"/>
              </a:ext>
            </a:extLst>
          </p:cNvPr>
          <p:cNvSpPr txBox="1"/>
          <p:nvPr/>
        </p:nvSpPr>
        <p:spPr>
          <a:xfrm>
            <a:off x="516008" y="2004601"/>
            <a:ext cx="826604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La stratégie de sauvegarde</a:t>
            </a:r>
          </a:p>
          <a:p>
            <a:r>
              <a:rPr lang="fr-FR" sz="1800" b="1" dirty="0"/>
              <a:t>Objectif :</a:t>
            </a:r>
            <a:r>
              <a:rPr lang="fr-FR" sz="1800" dirty="0"/>
              <a:t> Garantir la disponibilité, la sécurité et l’intégrité des données en cas d’incident.</a:t>
            </a:r>
          </a:p>
          <a:p>
            <a:pPr marL="114300" inden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None/>
            </a:pPr>
            <a:endParaRPr lang="fr-FR" sz="1800" dirty="0"/>
          </a:p>
          <a:p>
            <a:r>
              <a:rPr lang="fr-FR" sz="1800" b="1" dirty="0"/>
              <a:t>La conformité RGPD</a:t>
            </a:r>
          </a:p>
          <a:p>
            <a:r>
              <a:rPr lang="fr-FR" sz="1800" dirty="0"/>
              <a:t>Données concernées : Données personnelles des propriétaires.</a:t>
            </a:r>
          </a:p>
          <a:p>
            <a:endParaRPr lang="fr-FR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/>
              <a:t>Les données initiales</a:t>
            </a:r>
            <a:endParaRPr b="0"/>
          </a:p>
        </p:txBody>
      </p:sp>
      <p:sp>
        <p:nvSpPr>
          <p:cNvPr id="286" name="Google Shape;286;p36"/>
          <p:cNvSpPr txBox="1">
            <a:spLocks noGrp="1"/>
          </p:cNvSpPr>
          <p:nvPr>
            <p:ph type="body" idx="2"/>
          </p:nvPr>
        </p:nvSpPr>
        <p:spPr>
          <a:xfrm>
            <a:off x="1936806" y="1350818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On dispose de trois fichiers pour créer notre BDD.</a:t>
            </a:r>
            <a:endParaRPr dirty="0"/>
          </a:p>
        </p:txBody>
      </p:sp>
      <p:sp>
        <p:nvSpPr>
          <p:cNvPr id="288" name="Google Shape;288;p3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Investissement sur le marché immobilier. Argent de la maison - Photo de Bien immobilier libre de droits">
            <a:extLst>
              <a:ext uri="{FF2B5EF4-FFF2-40B4-BE49-F238E27FC236}">
                <a16:creationId xmlns:a16="http://schemas.microsoft.com/office/drawing/2014/main" id="{56CC0484-34C1-C1B8-2AA6-A071B1CD2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008" y="2293121"/>
            <a:ext cx="2386878" cy="1589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arte de la France faite de symbole de personnes sur fond blanc - clipart vectoriel de France libre de droits">
            <a:extLst>
              <a:ext uri="{FF2B5EF4-FFF2-40B4-BE49-F238E27FC236}">
                <a16:creationId xmlns:a16="http://schemas.microsoft.com/office/drawing/2014/main" id="{6FD391E4-F772-6213-8A63-1668FF3DC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0959" y="1835729"/>
            <a:ext cx="2303318" cy="2303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a France  - Photo de Carte libre de droits">
            <a:extLst>
              <a:ext uri="{FF2B5EF4-FFF2-40B4-BE49-F238E27FC236}">
                <a16:creationId xmlns:a16="http://schemas.microsoft.com/office/drawing/2014/main" id="{72940325-793C-5499-8E7D-CDE99C890D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8513" y="2293121"/>
            <a:ext cx="2411591" cy="160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36502E5B-7C02-318B-FD0E-4962051E4D74}"/>
              </a:ext>
            </a:extLst>
          </p:cNvPr>
          <p:cNvSpPr txBox="1"/>
          <p:nvPr/>
        </p:nvSpPr>
        <p:spPr>
          <a:xfrm>
            <a:off x="389008" y="4022036"/>
            <a:ext cx="23868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b="1" dirty="0"/>
              <a:t>Valeurs Foncières (DVF)</a:t>
            </a:r>
            <a:endParaRPr lang="fr-FR" sz="12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CDF1512-5350-3F28-3FAB-6DFA0AE4223D}"/>
              </a:ext>
            </a:extLst>
          </p:cNvPr>
          <p:cNvSpPr txBox="1"/>
          <p:nvPr/>
        </p:nvSpPr>
        <p:spPr>
          <a:xfrm>
            <a:off x="6070417" y="4022036"/>
            <a:ext cx="23868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b="1" dirty="0"/>
              <a:t>Référentiel géographique</a:t>
            </a:r>
            <a:endParaRPr lang="fr-FR" sz="12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757B13A-23EA-2810-F3B6-2CC2FF9430E6}"/>
              </a:ext>
            </a:extLst>
          </p:cNvPr>
          <p:cNvSpPr txBox="1"/>
          <p:nvPr/>
        </p:nvSpPr>
        <p:spPr>
          <a:xfrm>
            <a:off x="3230486" y="4022036"/>
            <a:ext cx="23868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b="1" dirty="0"/>
              <a:t>Données communes</a:t>
            </a:r>
            <a:endParaRPr lang="fr-FR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L’extrait du dictionnaire des données</a:t>
            </a:r>
            <a:endParaRPr b="0" dirty="0"/>
          </a:p>
        </p:txBody>
      </p:sp>
      <p:sp>
        <p:nvSpPr>
          <p:cNvPr id="295" name="Google Shape;295;p37"/>
          <p:cNvSpPr txBox="1">
            <a:spLocks noGrp="1"/>
          </p:cNvSpPr>
          <p:nvPr>
            <p:ph type="body" idx="2"/>
          </p:nvPr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/>
              <a:t>Lorem ipsum</a:t>
            </a:r>
            <a:endParaRPr/>
          </a:p>
        </p:txBody>
      </p:sp>
      <p:sp>
        <p:nvSpPr>
          <p:cNvPr id="296" name="Google Shape;296;p37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97" name="Google Shape;297;p3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2E15F0E-5F9E-B860-6C43-03E05E8F3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4161"/>
            <a:ext cx="9144000" cy="27243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Le schéma relationnel normalisé</a:t>
            </a:r>
            <a:endParaRPr b="0" dirty="0"/>
          </a:p>
        </p:txBody>
      </p:sp>
      <p:sp>
        <p:nvSpPr>
          <p:cNvPr id="305" name="Google Shape;305;p38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306" name="Google Shape;306;p3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8A5060A-4C2B-307E-6755-ED86926DB76B}"/>
              </a:ext>
            </a:extLst>
          </p:cNvPr>
          <p:cNvSpPr txBox="1"/>
          <p:nvPr/>
        </p:nvSpPr>
        <p:spPr>
          <a:xfrm>
            <a:off x="5225739" y="1355863"/>
            <a:ext cx="3198414" cy="350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buClr>
                <a:schemeClr val="accent1"/>
              </a:buClr>
              <a:buSzPct val="100000"/>
            </a:pPr>
            <a:r>
              <a:rPr lang="fr-FR" sz="18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Rappel des formes normales :</a:t>
            </a:r>
          </a:p>
          <a:p>
            <a:pPr>
              <a:lnSpc>
                <a:spcPct val="90000"/>
              </a:lnSpc>
              <a:buClr>
                <a:schemeClr val="accent1"/>
              </a:buClr>
              <a:buSzPct val="100000"/>
            </a:pPr>
            <a:endParaRPr lang="fr-FR" sz="18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90000"/>
              </a:lnSpc>
              <a:buClr>
                <a:schemeClr val="accent1"/>
              </a:buClr>
              <a:buSzPct val="100000"/>
            </a:pPr>
            <a:r>
              <a:rPr lang="fr-FR" sz="18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1NF : atomicité des attributs et clé primaire unique (pas de lignes en double sur clé primaire).</a:t>
            </a:r>
          </a:p>
          <a:p>
            <a:pPr>
              <a:lnSpc>
                <a:spcPct val="90000"/>
              </a:lnSpc>
              <a:buClr>
                <a:schemeClr val="accent1"/>
              </a:buClr>
              <a:buSzPct val="100000"/>
            </a:pPr>
            <a:endParaRPr lang="fr-FR" sz="18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90000"/>
              </a:lnSpc>
              <a:buClr>
                <a:schemeClr val="accent1"/>
              </a:buClr>
              <a:buSzPct val="100000"/>
            </a:pPr>
            <a:r>
              <a:rPr lang="fr-FR" sz="18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2NF : pas de dépendance partielle sur une clé composite.</a:t>
            </a:r>
          </a:p>
          <a:p>
            <a:pPr>
              <a:lnSpc>
                <a:spcPct val="90000"/>
              </a:lnSpc>
              <a:buClr>
                <a:schemeClr val="accent1"/>
              </a:buClr>
              <a:buSzPct val="100000"/>
            </a:pPr>
            <a:endParaRPr lang="fr-FR" sz="18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90000"/>
              </a:lnSpc>
              <a:buClr>
                <a:schemeClr val="accent1"/>
              </a:buClr>
              <a:buSzPct val="100000"/>
            </a:pPr>
            <a:r>
              <a:rPr lang="fr-FR" sz="18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3NF : pas de dépendance transitive entre attributs non‑clé.</a:t>
            </a:r>
          </a:p>
          <a:p>
            <a:endParaRPr lang="fr-FR" sz="11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B258959-18E8-1E53-B3FB-513221C4F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573" y="1333013"/>
            <a:ext cx="4997317" cy="3193687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AD6DE344-61F8-B59A-533F-7509779D2D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713" y="1284275"/>
            <a:ext cx="4876026" cy="31936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 txBox="1">
            <a:spLocks noGrp="1"/>
          </p:cNvSpPr>
          <p:nvPr>
            <p:ph type="title"/>
          </p:nvPr>
        </p:nvSpPr>
        <p:spPr>
          <a:xfrm>
            <a:off x="390523" y="55483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La base de données avec les tables créées et les données chargées</a:t>
            </a:r>
            <a:endParaRPr b="0" dirty="0"/>
          </a:p>
        </p:txBody>
      </p:sp>
      <p:sp>
        <p:nvSpPr>
          <p:cNvPr id="313" name="Google Shape;313;p39"/>
          <p:cNvSpPr txBox="1">
            <a:spLocks noGrp="1"/>
          </p:cNvSpPr>
          <p:nvPr>
            <p:ph type="body" idx="2"/>
          </p:nvPr>
        </p:nvSpPr>
        <p:spPr>
          <a:xfrm>
            <a:off x="-98008" y="1535928"/>
            <a:ext cx="4553630" cy="2776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47500" lnSpcReduction="20000"/>
          </a:bodyPr>
          <a:lstStyle/>
          <a:p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Bien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id </a:t>
            </a:r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PRIMARY KEY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UNIQUE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 NULL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code_dep_code_com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fr-F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</a:t>
            </a:r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REFERENCES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commune (</a:t>
            </a:r>
            <a:r>
              <a:rPr lang="fr-F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code_dep_code_com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ON DELETE CASCADE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ON UPDATE CASCADE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 NULL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no_voie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      </a:t>
            </a:r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b_t_q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        </a:t>
            </a:r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fr-F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type_voie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    </a:t>
            </a:r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fr-FR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voie              </a:t>
            </a:r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fr-F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surface_carrez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NUMERIC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fr-F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 NULL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surface_reelle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 NULL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nb_pieces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    </a:t>
            </a:r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 NULL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type_local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   </a:t>
            </a:r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fr-F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</a:t>
            </a:r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 NULL</a:t>
            </a:r>
            <a:endParaRPr lang="fr-F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314" name="Google Shape;314;p39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315" name="Google Shape;315;p3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DDBB065-9619-8189-2BEA-E339D3DD2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909" y="1061519"/>
            <a:ext cx="4689794" cy="34475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0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fr" sz="2400" b="0" dirty="0"/>
              <a:t>Les requêtes ou screenshot qui permettent de démontrer le bon chargement des données</a:t>
            </a:r>
            <a:endParaRPr sz="2400" b="0" dirty="0"/>
          </a:p>
        </p:txBody>
      </p:sp>
      <p:sp>
        <p:nvSpPr>
          <p:cNvPr id="323" name="Google Shape;323;p4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324" name="Google Shape;324;p4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D7937C9-C38C-1EB1-86BA-68BC5764F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4695" y="2370978"/>
            <a:ext cx="4514934" cy="126376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4E9D603-9B80-057F-9A32-05353E54BF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897" y="1337165"/>
            <a:ext cx="2880360" cy="115471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9782B4A-1846-AAC7-18DA-E8B3537570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897" y="2651626"/>
            <a:ext cx="2917435" cy="145555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9D03F04C-2E4E-6326-2045-6F69E3AAAB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4695" y="853384"/>
            <a:ext cx="3503666" cy="1425327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D2C29521-2785-11E1-9478-08B14B5597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44695" y="3750101"/>
            <a:ext cx="2577775" cy="12612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41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1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41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lang="fr" b="0">
                <a:latin typeface="Calibri"/>
                <a:ea typeface="Calibri"/>
                <a:cs typeface="Calibri"/>
                <a:sym typeface="Calibri"/>
              </a:rPr>
              <a:t>Requêtes SQL et résultats</a:t>
            </a:r>
            <a:endParaRPr/>
          </a:p>
        </p:txBody>
      </p:sp>
      <p:sp>
        <p:nvSpPr>
          <p:cNvPr id="333" name="Google Shape;333;p41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41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"/>
              <a:t>Sous-titre</a:t>
            </a:r>
            <a:endParaRPr/>
          </a:p>
        </p:txBody>
      </p:sp>
      <p:pic>
        <p:nvPicPr>
          <p:cNvPr id="335" name="Google Shape;335;p41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/>
              <a:t>Requête 1</a:t>
            </a:r>
            <a:endParaRPr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Nombre total d’appartements vendus au 1er semestre 2020.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31C4CA7-E998-95EF-5A29-6A535B5C9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78" y="3331036"/>
            <a:ext cx="2781688" cy="695422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62B3CEB3-11D0-7A33-574B-75597A0C1A06}"/>
              </a:ext>
            </a:extLst>
          </p:cNvPr>
          <p:cNvSpPr txBox="1"/>
          <p:nvPr/>
        </p:nvSpPr>
        <p:spPr>
          <a:xfrm>
            <a:off x="606351" y="1489370"/>
            <a:ext cx="603257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fr-F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(vente.id) </a:t>
            </a:r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nb_ventes</a:t>
            </a:r>
            <a:endParaRPr lang="fr-F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vente</a:t>
            </a:r>
          </a:p>
          <a:p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bien </a:t>
            </a:r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vente.id_bien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bien.id</a:t>
            </a:r>
          </a:p>
          <a:p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'2020-01-01'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'2020-06-30'</a:t>
            </a:r>
            <a:endParaRPr lang="fr-F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bien.type_local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'Appartement'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2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Ajouter un pied de page</a:t>
            </a:r>
            <a:endParaRPr dirty="0"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Le nombre de ventes d’appartement par région pour le 1er semestre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2020.</a:t>
            </a:r>
            <a:endParaRPr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0877CCB-B1BF-7A51-6554-FC3F6111D108}"/>
              </a:ext>
            </a:extLst>
          </p:cNvPr>
          <p:cNvSpPr txBox="1"/>
          <p:nvPr/>
        </p:nvSpPr>
        <p:spPr>
          <a:xfrm>
            <a:off x="253897" y="1738343"/>
            <a:ext cx="457546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(vente.id)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nb_ventes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region.nom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region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vente</a:t>
            </a: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bien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vente.id_bien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bien.id</a:t>
            </a: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commune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bien.code_dep_code_com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commune.code_dep_code_com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departement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commune.id_dep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departement.id</a:t>
            </a: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region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departement.id_region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region.id</a:t>
            </a:r>
          </a:p>
          <a:p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WHERE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'2020-01-01'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'2020-06-30'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bien.type_local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'Appartement'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group BY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region.nom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ORDER BY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nb_ventes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DESC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6B2740C-2C10-BBE4-5E0C-D043F5B4D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673" y="1573454"/>
            <a:ext cx="3390475" cy="313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47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3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Proportion des ventes d’appartements par le nombre de pièces.</a:t>
            </a:r>
            <a:endParaRPr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CC00871-BA2A-8477-304D-09C121A5E6E0}"/>
              </a:ext>
            </a:extLst>
          </p:cNvPr>
          <p:cNvSpPr txBox="1"/>
          <p:nvPr/>
        </p:nvSpPr>
        <p:spPr>
          <a:xfrm>
            <a:off x="305880" y="1509732"/>
            <a:ext cx="460902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bien.nb_pieces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nb_pieces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CASE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bien.type_local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'Appartement'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1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                           </a:t>
            </a:r>
            <a:r>
              <a:rPr lang="fr-FR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(vente.id), </a:t>
            </a:r>
            <a:r>
              <a:rPr lang="fr-FR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fr-FR" sz="1100" dirty="0">
                <a:solidFill>
                  <a:srgbClr val="569CD6"/>
                </a:solidFill>
                <a:latin typeface="Consolas" panose="020B0609020204030204" pitchFamily="49" charset="0"/>
              </a:rPr>
              <a:t> 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proportion_appartements_pourc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vente</a:t>
            </a: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bien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vente.id_bien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bien.id</a:t>
            </a:r>
          </a:p>
          <a:p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GROUP BY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bien.nb_pieces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ORDER BY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bien.nb_pieces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DESC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40498C4-31B2-BF73-3E9D-59F7370AD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8282" y="1504321"/>
            <a:ext cx="3419952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24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4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Liste des 10 départements où le prix du mètre carré est le plus élevé.</a:t>
            </a:r>
            <a:endParaRPr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15220E3-CEB6-657C-71A9-44DFC1C0D30E}"/>
              </a:ext>
            </a:extLst>
          </p:cNvPr>
          <p:cNvSpPr txBox="1"/>
          <p:nvPr/>
        </p:nvSpPr>
        <p:spPr>
          <a:xfrm>
            <a:off x="389008" y="1320198"/>
            <a:ext cx="4575462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AVG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vente.valeur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bien.surface_carrez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fr-FR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prix_m2,</a:t>
            </a: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departement.nom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departement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vente</a:t>
            </a: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bien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vente.id_bien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bien.id</a:t>
            </a: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commune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bien.code_dep_code_com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commune.code_dep_code_com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departement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commune.id_dep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departement.id</a:t>
            </a:r>
          </a:p>
          <a:p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GROUP BY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departement.nom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ORDER BY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prix_m2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DESC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LIMIT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FF00BF8-1DFD-0329-7BB9-0ED2B5B24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3876" y="1767324"/>
            <a:ext cx="2057687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135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5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Prix moyen du mètre carré d’une maison en Île-de-France.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333036C-A2B3-BDAD-BDC7-3C92FA6088B2}"/>
              </a:ext>
            </a:extLst>
          </p:cNvPr>
          <p:cNvSpPr txBox="1"/>
          <p:nvPr/>
        </p:nvSpPr>
        <p:spPr>
          <a:xfrm>
            <a:off x="389008" y="1504321"/>
            <a:ext cx="4575462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region.nom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region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AVG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vente.valeur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bien.surface_carrez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fr-FR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prix_moyen_m2_maison</a:t>
            </a:r>
          </a:p>
          <a:p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vente</a:t>
            </a: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bien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vente.id_bien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bien.id</a:t>
            </a: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commune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bien.code_dep_code_com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commune.code_dep_code_com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departement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commune.id_dep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departement.id</a:t>
            </a: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region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departement.id_region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region.id</a:t>
            </a:r>
          </a:p>
          <a:p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WHERE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region.nom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'Ile-de-France'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bien.type_local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'Maison'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GROUP BY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region.nom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2F45508-6654-3675-2086-C1FCCF708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9484" y="2571750"/>
            <a:ext cx="2876951" cy="48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538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6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Liste des 10 appartements les plus chers avec la région et le nombre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de mètres carrés.</a:t>
            </a:r>
            <a:endParaRPr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DCE7CC7-EA0A-3D88-9396-C8DEB9997DC6}"/>
              </a:ext>
            </a:extLst>
          </p:cNvPr>
          <p:cNvSpPr txBox="1"/>
          <p:nvPr/>
        </p:nvSpPr>
        <p:spPr>
          <a:xfrm>
            <a:off x="389008" y="1489370"/>
            <a:ext cx="4575462" cy="312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valeur,</a:t>
            </a: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bien.surface_carrez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region.nom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vente</a:t>
            </a: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bien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vente.id_bien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bien.id</a:t>
            </a: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commune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bien.code_dep_code_com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commune.code_dep_code_com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departement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commune.id_dep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departement.id</a:t>
            </a: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region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departement.id_region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region.id</a:t>
            </a:r>
          </a:p>
          <a:p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valeur 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''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ORDER BY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valeur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DESC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LIMIT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fr-F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fr-F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E42297C-034D-70B3-BF6A-3C7F0B044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176" y="1672660"/>
            <a:ext cx="3848637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7943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7 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Taux d’évolution du nombre de ventes entre le premier et le second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trimestre de 2020.</a:t>
            </a:r>
            <a:endParaRPr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1162861-F7EC-96A4-F0B0-15C6788603A4}"/>
              </a:ext>
            </a:extLst>
          </p:cNvPr>
          <p:cNvSpPr txBox="1"/>
          <p:nvPr/>
        </p:nvSpPr>
        <p:spPr>
          <a:xfrm>
            <a:off x="389008" y="1489370"/>
            <a:ext cx="4575462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deuxieme_trimestre.nb_ventes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premier_trimestre.nb_ventes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fr-FR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premier_trimestre.nb_ventes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taux_evolution_en_pourcent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(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(vente.id)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nb_ventes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vente </a:t>
            </a: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'2020-04-01'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premier_trimestre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(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(vente.id)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nb_ventes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vente </a:t>
            </a: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'2020-04-01'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deuxieme_trimestre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B8FD56D-DACD-1C92-9E33-F25DFF05A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3027" y="2516289"/>
            <a:ext cx="3115110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414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8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17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Le classement des régions par rapport au prix au mètre carré des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appartement de plus de 4 pièces.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E3F5F6E-0E05-1BAD-0F96-C5565491E5B0}"/>
              </a:ext>
            </a:extLst>
          </p:cNvPr>
          <p:cNvSpPr txBox="1"/>
          <p:nvPr/>
        </p:nvSpPr>
        <p:spPr>
          <a:xfrm>
            <a:off x="253897" y="1661399"/>
            <a:ext cx="457546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region.nom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region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AVG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vente.valeur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bien.surface_carrez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fr-FR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prix_moyen_m2_appartement</a:t>
            </a:r>
          </a:p>
          <a:p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vente</a:t>
            </a: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bien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vente.id_bien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bien.id</a:t>
            </a: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commune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bien.code_dep_code_com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commune.code_dep_code_com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departement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commune.id_dep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departement.id</a:t>
            </a: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region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departement.id_region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region.id</a:t>
            </a:r>
          </a:p>
          <a:p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WHERE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bien.nb_pieces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bien.type_local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'Appartement'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GROUP BY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region.nom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ORDER BY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prix_moyen_m2_appartement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DESC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75E67DA-B29C-E48C-CC57-BE6C7FB9B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7174" y="1661399"/>
            <a:ext cx="3483502" cy="280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9542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-FR" b="0" dirty="0"/>
              <a:t>Requête 9</a:t>
            </a:r>
            <a:endParaRPr lang="fr-FR"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18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Liste des communes ayant eu au moins 50 ventes au 1er trimestre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4A43467-0EA0-A152-BB19-D81EB9FCB542}"/>
              </a:ext>
            </a:extLst>
          </p:cNvPr>
          <p:cNvSpPr txBox="1"/>
          <p:nvPr/>
        </p:nvSpPr>
        <p:spPr>
          <a:xfrm>
            <a:off x="253897" y="1530473"/>
            <a:ext cx="4575462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commune.nom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(vente.id)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nb_ventes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vente</a:t>
            </a: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bien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vente.id_bien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bien.id</a:t>
            </a: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commune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bien.code_dep_code_com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commune.code_dep_code_com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WHERE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vente.date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'2020-04-01'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vente.date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'2020-01-01'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GROUP BY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commune.code_dep_code_com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HAVING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(vente.id) </a:t>
            </a:r>
            <a:r>
              <a:rPr lang="fr-F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ORDER BY</a:t>
            </a:r>
            <a:endParaRPr lang="fr-F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nb_ventes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DESC</a:t>
            </a:r>
            <a:r>
              <a:rPr lang="fr-F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8659667-C985-4900-F09F-45C5A85B9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7939" y="1416701"/>
            <a:ext cx="2481561" cy="2017304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B22AAD6-A9A6-B4F5-2530-60E414422B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7939" y="3484773"/>
            <a:ext cx="2481561" cy="82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66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10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19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Différence en pourcentage du prix au mètre carré entre un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appartement de 2 pièces et un appartement de 3 pièces.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6B9E397-81C8-604B-CF8D-FBB3ED371D4A}"/>
              </a:ext>
            </a:extLst>
          </p:cNvPr>
          <p:cNvSpPr txBox="1"/>
          <p:nvPr/>
        </p:nvSpPr>
        <p:spPr>
          <a:xfrm>
            <a:off x="253897" y="1489370"/>
            <a:ext cx="474872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endParaRPr lang="fr-FR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((t3.prix_moyen </a:t>
            </a:r>
            <a:r>
              <a:rPr lang="fr-F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t2.prix_moyen) </a:t>
            </a:r>
            <a:r>
              <a:rPr lang="fr-F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t2.prix_moyen) </a:t>
            </a:r>
            <a:r>
              <a:rPr lang="fr-F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difference_pourcentage</a:t>
            </a:r>
            <a:endParaRPr lang="fr-FR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endParaRPr lang="fr-FR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(</a:t>
            </a:r>
          </a:p>
          <a:p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endParaRPr lang="fr-FR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r-FR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AVG</a:t>
            </a:r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vente.valeur</a:t>
            </a:r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bien.surface_carrez</a:t>
            </a:r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fr-F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prix_moyen</a:t>
            </a:r>
            <a:endParaRPr lang="fr-FR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endParaRPr lang="fr-FR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vente</a:t>
            </a:r>
          </a:p>
          <a:p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r-FR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bien </a:t>
            </a:r>
            <a:r>
              <a:rPr lang="fr-FR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vente.id_bien</a:t>
            </a:r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bien.id</a:t>
            </a:r>
          </a:p>
          <a:p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WHERE</a:t>
            </a:r>
            <a:endParaRPr lang="fr-FR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r-FR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bien.type_local</a:t>
            </a:r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'Appartement'</a:t>
            </a:r>
            <a:endParaRPr lang="fr-FR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r-FR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bien.nb_pieces</a:t>
            </a:r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endParaRPr lang="fr-FR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 </a:t>
            </a:r>
            <a:r>
              <a:rPr lang="fr-FR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t2,</a:t>
            </a:r>
          </a:p>
          <a:p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(</a:t>
            </a:r>
          </a:p>
          <a:p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endParaRPr lang="fr-FR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r-FR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AVG</a:t>
            </a:r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vente.valeur</a:t>
            </a:r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bien.surface_carrez</a:t>
            </a:r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fr-F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prix_moyen</a:t>
            </a:r>
            <a:endParaRPr lang="fr-FR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endParaRPr lang="fr-FR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vente</a:t>
            </a:r>
          </a:p>
          <a:p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r-FR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bien </a:t>
            </a:r>
            <a:r>
              <a:rPr lang="fr-FR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vente.id_bien</a:t>
            </a:r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bien.id</a:t>
            </a:r>
          </a:p>
          <a:p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WHERE</a:t>
            </a:r>
            <a:endParaRPr lang="fr-FR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r-FR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bien.type_local</a:t>
            </a:r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'Appartement'</a:t>
            </a:r>
            <a:endParaRPr lang="fr-FR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r-FR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bien.nb_pieces</a:t>
            </a:r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endParaRPr lang="fr-FR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 </a:t>
            </a:r>
            <a:r>
              <a:rPr lang="fr-FR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t3;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4132956-7CE1-A0BB-A3B6-108A5C604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660" y="2796257"/>
            <a:ext cx="2000529" cy="45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9350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11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20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Les moyennes de valeurs foncières pour le top 3 des communes des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départements 6, 13, 33, 59 et 69.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fr-FR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7DEFCF3-579B-BF48-8A51-5016E70E9C42}"/>
              </a:ext>
            </a:extLst>
          </p:cNvPr>
          <p:cNvSpPr txBox="1"/>
          <p:nvPr/>
        </p:nvSpPr>
        <p:spPr>
          <a:xfrm>
            <a:off x="389007" y="1504321"/>
            <a:ext cx="4266119" cy="343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endParaRPr lang="fr-FR" sz="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id,</a:t>
            </a:r>
          </a:p>
          <a:p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departement</a:t>
            </a:r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commune,</a:t>
            </a:r>
          </a:p>
          <a:p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moyenne_valeur</a:t>
            </a:r>
            <a:endParaRPr lang="fr-FR" sz="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endParaRPr lang="fr-FR" sz="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(</a:t>
            </a:r>
          </a:p>
          <a:p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endParaRPr lang="fr-FR" sz="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departement.id </a:t>
            </a:r>
            <a:r>
              <a:rPr lang="fr-FR" sz="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id,</a:t>
            </a:r>
          </a:p>
          <a:p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r-FR" sz="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departement.nom</a:t>
            </a:r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departement</a:t>
            </a:r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r-FR" sz="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commune.nom</a:t>
            </a:r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commune,</a:t>
            </a:r>
          </a:p>
          <a:p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r-FR" sz="7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7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AVG</a:t>
            </a:r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(valeur), </a:t>
            </a:r>
            <a:r>
              <a:rPr lang="fr-FR" sz="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moyenne_valeur</a:t>
            </a:r>
            <a:endParaRPr lang="fr-FR" sz="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endParaRPr lang="fr-FR" sz="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vente</a:t>
            </a:r>
          </a:p>
          <a:p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r-FR" sz="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bien </a:t>
            </a:r>
            <a:r>
              <a:rPr lang="fr-FR" sz="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vente.id_bien</a:t>
            </a:r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7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bien.id</a:t>
            </a:r>
          </a:p>
          <a:p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r-FR" sz="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commune </a:t>
            </a:r>
            <a:r>
              <a:rPr lang="fr-FR" sz="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bien.code_dep_code_com</a:t>
            </a:r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7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commune.code_dep_code_com</a:t>
            </a:r>
            <a:endParaRPr lang="fr-FR" sz="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r-FR" sz="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departement</a:t>
            </a:r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commune.id_dep</a:t>
            </a:r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7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departement.id</a:t>
            </a:r>
          </a:p>
          <a:p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WHERE</a:t>
            </a:r>
            <a:endParaRPr lang="fr-FR" sz="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departement.id </a:t>
            </a:r>
            <a:r>
              <a:rPr lang="fr-FR" sz="7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7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'6'</a:t>
            </a:r>
            <a:endParaRPr lang="fr-FR" sz="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GROUP BY</a:t>
            </a:r>
            <a:endParaRPr lang="fr-FR" sz="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departement.id,</a:t>
            </a:r>
          </a:p>
          <a:p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r-FR" sz="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commune.nom</a:t>
            </a:r>
            <a:endParaRPr lang="fr-FR" sz="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ORDER BY</a:t>
            </a:r>
            <a:endParaRPr lang="fr-FR" sz="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r-FR" sz="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moyenne_valeur</a:t>
            </a:r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DESC</a:t>
            </a:r>
            <a:endParaRPr lang="fr-FR" sz="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LIMIT</a:t>
            </a:r>
            <a:endParaRPr lang="fr-FR" sz="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r-FR" sz="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endParaRPr lang="fr-FR" sz="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fr-FR" sz="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UNION (même requête pour chaque département)</a:t>
            </a:r>
            <a:endParaRPr lang="fr-FR" sz="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fr-FR" sz="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ORDER BY</a:t>
            </a:r>
            <a:endParaRPr lang="fr-FR" sz="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moyenne_valeur</a:t>
            </a:r>
            <a:r>
              <a:rPr lang="fr-FR" sz="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DESC</a:t>
            </a:r>
            <a:endParaRPr lang="fr-FR" sz="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E04784F-5A43-6343-38F1-B5D24A781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508" y="1504321"/>
            <a:ext cx="4266119" cy="292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6226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12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21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Les 20 communes avec le plus de transactions pour 1000 habitants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pour les communes qui dépassent les 10 000 habitants.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6B9E397-81C8-604B-CF8D-FBB3ED371D4A}"/>
              </a:ext>
            </a:extLst>
          </p:cNvPr>
          <p:cNvSpPr txBox="1"/>
          <p:nvPr/>
        </p:nvSpPr>
        <p:spPr>
          <a:xfrm>
            <a:off x="389007" y="1627909"/>
            <a:ext cx="3227029" cy="3162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endParaRPr lang="fr-F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commune.code_dep_code_com</a:t>
            </a:r>
            <a:r>
              <a:rPr lang="fr-F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r-F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commune.nom</a:t>
            </a:r>
            <a:r>
              <a:rPr lang="fr-F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commune,</a:t>
            </a:r>
          </a:p>
          <a:p>
            <a:r>
              <a:rPr lang="fr-F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fr-F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fr-F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(vente.id) </a:t>
            </a:r>
            <a:r>
              <a:rPr lang="fr-F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fr-F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commune.population</a:t>
            </a:r>
            <a:r>
              <a:rPr lang="fr-F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fr-F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00</a:t>
            </a:r>
            <a:r>
              <a:rPr lang="fr-F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fr-F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transactions_pour_1000_hab</a:t>
            </a:r>
          </a:p>
          <a:p>
            <a:r>
              <a:rPr lang="fr-F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endParaRPr lang="fr-F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vente</a:t>
            </a:r>
          </a:p>
          <a:p>
            <a:r>
              <a:rPr lang="fr-F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bien </a:t>
            </a:r>
            <a:r>
              <a:rPr lang="fr-F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vente.id_bien</a:t>
            </a:r>
            <a:r>
              <a:rPr lang="fr-F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bien.id</a:t>
            </a:r>
          </a:p>
          <a:p>
            <a:r>
              <a:rPr lang="fr-F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commune </a:t>
            </a:r>
            <a:r>
              <a:rPr lang="fr-F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bien.code_dep_code_com</a:t>
            </a:r>
            <a:r>
              <a:rPr lang="fr-F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commune.code_dep_code_com</a:t>
            </a:r>
            <a:endParaRPr lang="fr-F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WHERE</a:t>
            </a:r>
            <a:endParaRPr lang="fr-F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commune.population</a:t>
            </a:r>
            <a:r>
              <a:rPr lang="fr-F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fr-F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10000</a:t>
            </a:r>
            <a:endParaRPr lang="fr-F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GROUP BY</a:t>
            </a:r>
            <a:endParaRPr lang="fr-F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commune.code_dep_code_com</a:t>
            </a:r>
            <a:endParaRPr lang="fr-F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ORDER BY</a:t>
            </a:r>
            <a:endParaRPr lang="fr-F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transactions_pour_1000_hab </a:t>
            </a:r>
            <a:r>
              <a:rPr lang="fr-F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DESC</a:t>
            </a:r>
            <a:endParaRPr lang="fr-F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LIMIT</a:t>
            </a:r>
            <a:endParaRPr lang="fr-F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fr-F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E52F140-4CD9-B3F1-3000-A5258A5AE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8027" y="1489370"/>
            <a:ext cx="4220462" cy="3305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9988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43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3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3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fr"/>
              <a:t>Merci !</a:t>
            </a:r>
            <a:endParaRPr/>
          </a:p>
        </p:txBody>
      </p:sp>
      <p:pic>
        <p:nvPicPr>
          <p:cNvPr id="354" name="Google Shape;354;p4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80103" y="1578297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712</TotalTime>
  <Words>2142</Words>
  <Application>Microsoft Office PowerPoint</Application>
  <PresentationFormat>Affichage à l'écran (16:9)</PresentationFormat>
  <Paragraphs>348</Paragraphs>
  <Slides>22</Slides>
  <Notes>22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22</vt:i4>
      </vt:variant>
    </vt:vector>
  </HeadingPairs>
  <TitlesOfParts>
    <vt:vector size="28" baseType="lpstr">
      <vt:lpstr>Consolas</vt:lpstr>
      <vt:lpstr>Arial</vt:lpstr>
      <vt:lpstr>Calibri</vt:lpstr>
      <vt:lpstr>Arial Black</vt:lpstr>
      <vt:lpstr>Simple Light</vt:lpstr>
      <vt:lpstr>Thème Office</vt:lpstr>
      <vt:lpstr>Création et utilisation de la base de données</vt:lpstr>
      <vt:lpstr>DATAImmo</vt:lpstr>
      <vt:lpstr>La stratégie de sauvegarde et la conformité RGPD</vt:lpstr>
      <vt:lpstr>Les données initiales</vt:lpstr>
      <vt:lpstr>L’extrait du dictionnaire des données</vt:lpstr>
      <vt:lpstr>Le schéma relationnel normalisé</vt:lpstr>
      <vt:lpstr>La base de données avec les tables créées et les données chargées</vt:lpstr>
      <vt:lpstr>Les requêtes ou screenshot qui permettent de démontrer le bon chargement des données</vt:lpstr>
      <vt:lpstr>Requêtes SQL et résultats</vt:lpstr>
      <vt:lpstr>Requête 1</vt:lpstr>
      <vt:lpstr>Requête 2</vt:lpstr>
      <vt:lpstr>Requête 3</vt:lpstr>
      <vt:lpstr>Requête 4</vt:lpstr>
      <vt:lpstr>Requête 5</vt:lpstr>
      <vt:lpstr>Requête 6</vt:lpstr>
      <vt:lpstr>Requête 7 </vt:lpstr>
      <vt:lpstr>Requête 8</vt:lpstr>
      <vt:lpstr>Requête 9</vt:lpstr>
      <vt:lpstr>Requête 10</vt:lpstr>
      <vt:lpstr>Requête 11</vt:lpstr>
      <vt:lpstr>Requête 12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Zied Belhocine</cp:lastModifiedBy>
  <cp:revision>1</cp:revision>
  <dcterms:modified xsi:type="dcterms:W3CDTF">2026-02-27T09:49:33Z</dcterms:modified>
</cp:coreProperties>
</file>