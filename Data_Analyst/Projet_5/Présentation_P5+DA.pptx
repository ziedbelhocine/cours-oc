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  <p:sldMasterId id="2147483679" r:id="rId2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6858000" cy="9144000"/>
  <p:embeddedFontLst>
    <p:embeddedFont>
      <p:font typeface="Arial Black" panose="020B0A04020102020204" pitchFamily="34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ed Belhocine" userId="200cc0e2b299676e" providerId="LiveId" clId="{49567C97-1CE6-40DF-B66E-6294A2B089EB}"/>
    <pc:docChg chg="custSel modSld">
      <pc:chgData name="Zied Belhocine" userId="200cc0e2b299676e" providerId="LiveId" clId="{49567C97-1CE6-40DF-B66E-6294A2B089EB}" dt="2026-02-05T12:58:34.543" v="171" actId="313"/>
      <pc:docMkLst>
        <pc:docMk/>
      </pc:docMkLst>
      <pc:sldChg chg="modSp mod modNotesTx">
        <pc:chgData name="Zied Belhocine" userId="200cc0e2b299676e" providerId="LiveId" clId="{49567C97-1CE6-40DF-B66E-6294A2B089EB}" dt="2026-02-05T12:58:34.543" v="171" actId="313"/>
        <pc:sldMkLst>
          <pc:docMk/>
          <pc:sldMk cId="0" sldId="257"/>
        </pc:sldMkLst>
        <pc:spChg chg="mod">
          <ac:chgData name="Zied Belhocine" userId="200cc0e2b299676e" providerId="LiveId" clId="{49567C97-1CE6-40DF-B66E-6294A2B089EB}" dt="2026-02-05T12:55:55.918" v="42" actId="403"/>
          <ac:spMkLst>
            <pc:docMk/>
            <pc:sldMk cId="0" sldId="257"/>
            <ac:spMk id="265" creationId="{00000000-0000-0000-0000-000000000000}"/>
          </ac:spMkLst>
        </pc:spChg>
        <pc:spChg chg="mod">
          <ac:chgData name="Zied Belhocine" userId="200cc0e2b299676e" providerId="LiveId" clId="{49567C97-1CE6-40DF-B66E-6294A2B089EB}" dt="2026-02-05T12:55:33.886" v="36" actId="404"/>
          <ac:spMkLst>
            <pc:docMk/>
            <pc:sldMk cId="0" sldId="257"/>
            <ac:spMk id="266" creationId="{00000000-0000-0000-0000-000000000000}"/>
          </ac:spMkLst>
        </pc:spChg>
        <pc:spChg chg="mod">
          <ac:chgData name="Zied Belhocine" userId="200cc0e2b299676e" providerId="LiveId" clId="{49567C97-1CE6-40DF-B66E-6294A2B089EB}" dt="2026-02-05T12:58:34.543" v="171" actId="313"/>
          <ac:spMkLst>
            <pc:docMk/>
            <pc:sldMk cId="0" sldId="257"/>
            <ac:spMk id="26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5c099360e7_3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0" name="Google Shape;250;g25c099360e7_3_1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g25c099360e7_3_19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5c099360e7_3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2" name="Google Shape;262;g25c099360e7_3_2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Contexte du projet</a:t>
            </a:r>
            <a:endParaRPr dirty="0"/>
          </a:p>
        </p:txBody>
      </p:sp>
      <p:sp>
        <p:nvSpPr>
          <p:cNvPr id="263" name="Google Shape;263;g25c099360e7_3_2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5c099360e7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g25c099360e7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5c099360e7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5c099360e7_3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2" name="Google Shape;282;g25c099360e7_3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g25c099360e7_3_2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5c099360e7_3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g25c099360e7_3_2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5c099360e7_3_23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5c099360e7_3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0" name="Google Shape;300;g25c099360e7_3_2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5c099360e7_3_2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5c099360e7_3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9" name="Google Shape;309;g25c099360e7_3_2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25c099360e7_3_2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5c099360e7_3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g25c099360e7_3_2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g25c099360e7_3_2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5c099360e7_3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7" name="Google Shape;327;g25c099360e7_3_26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25c099360e7_3_26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g25c099360e7_3_2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5c099360e7_3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8" name="Google Shape;348;g25c099360e7_3_28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g25c099360e7_3_28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 avec image">
  <p:cSld name="Diapositive de titre avec imag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" name="Google Shape;56;p14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7" name="Google Shape;57;p14"/>
          <p:cNvSpPr>
            <a:spLocks noGrp="1"/>
          </p:cNvSpPr>
          <p:nvPr>
            <p:ph type="pic" idx="2"/>
          </p:nvPr>
        </p:nvSpPr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58" name="Google Shape;58;p14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rgbClr val="EE957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9" name="Google Shape;59;p14" title="Titre"/>
          <p:cNvSpPr txBox="1">
            <a:spLocks noGrp="1"/>
          </p:cNvSpPr>
          <p:nvPr>
            <p:ph type="ctrTitle"/>
          </p:nvPr>
        </p:nvSpPr>
        <p:spPr>
          <a:xfrm>
            <a:off x="4781791" y="1504563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 title="Sous-titre"/>
          <p:cNvSpPr txBox="1">
            <a:spLocks noGrp="1"/>
          </p:cNvSpPr>
          <p:nvPr>
            <p:ph type="subTitle" idx="1"/>
          </p:nvPr>
        </p:nvSpPr>
        <p:spPr>
          <a:xfrm>
            <a:off x="4781411" y="2730749"/>
            <a:ext cx="3640754" cy="943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61" name="Google Shape;61;p14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rgbClr val="E26064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DU TEXTE 01">
  <p:cSld name="DISPOSITION DU TEXTE 0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 title="Puces"/>
          <p:cNvSpPr txBox="1">
            <a:spLocks noGrp="1"/>
          </p:cNvSpPr>
          <p:nvPr>
            <p:ph type="body" idx="1"/>
          </p:nvPr>
        </p:nvSpPr>
        <p:spPr>
          <a:xfrm>
            <a:off x="398533" y="2397686"/>
            <a:ext cx="3707122" cy="2218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5"/>
          <p:cNvSpPr/>
          <p:nvPr/>
        </p:nvSpPr>
        <p:spPr>
          <a:xfrm rot="10800000">
            <a:off x="1379765" y="-4"/>
            <a:ext cx="7764236" cy="4229105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 flipH="1">
            <a:off x="2233613" y="-4"/>
            <a:ext cx="3090863" cy="981079"/>
          </a:xfrm>
          <a:prstGeom prst="parallelogram">
            <a:avLst>
              <a:gd name="adj" fmla="val 186380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6" name="Google Shape;66;p15"/>
          <p:cNvCxnSpPr/>
          <p:nvPr/>
        </p:nvCxnSpPr>
        <p:spPr>
          <a:xfrm rot="10800000" flipH="1">
            <a:off x="4781550" y="3785308"/>
            <a:ext cx="1143431" cy="1352550"/>
          </a:xfrm>
          <a:prstGeom prst="straightConnector1">
            <a:avLst/>
          </a:prstGeom>
          <a:noFill/>
          <a:ln w="9525" cap="flat" cmpd="sng">
            <a:solidFill>
              <a:srgbClr val="EE957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7" name="Google Shape;67;p15" title="Sous-titre"/>
          <p:cNvSpPr txBox="1">
            <a:spLocks noGrp="1"/>
          </p:cNvSpPr>
          <p:nvPr>
            <p:ph type="body" idx="2"/>
          </p:nvPr>
        </p:nvSpPr>
        <p:spPr>
          <a:xfrm>
            <a:off x="398534" y="1922608"/>
            <a:ext cx="5506973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5" title="Titre "/>
          <p:cNvSpPr txBox="1">
            <a:spLocks noGrp="1"/>
          </p:cNvSpPr>
          <p:nvPr>
            <p:ph type="title"/>
          </p:nvPr>
        </p:nvSpPr>
        <p:spPr>
          <a:xfrm>
            <a:off x="398533" y="981363"/>
            <a:ext cx="5506967" cy="91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>
            <a:spLocks noGrp="1"/>
          </p:cNvSpPr>
          <p:nvPr>
            <p:ph type="pic" idx="3"/>
          </p:nvPr>
        </p:nvSpPr>
        <p:spPr>
          <a:xfrm>
            <a:off x="4953000" y="0"/>
            <a:ext cx="4191000" cy="515418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70" name="Google Shape;70;p15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31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 avec sous-titre">
  <p:cSld name="Comparaison avec sous-titre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Google Shape;73;p16"/>
          <p:cNvCxnSpPr/>
          <p:nvPr/>
        </p:nvCxnSpPr>
        <p:spPr>
          <a:xfrm rot="10800000">
            <a:off x="-6935" y="2725475"/>
            <a:ext cx="1434464" cy="1179742"/>
          </a:xfrm>
          <a:prstGeom prst="straightConnector1">
            <a:avLst/>
          </a:prstGeom>
          <a:noFill/>
          <a:ln w="9525" cap="flat" cmpd="sng">
            <a:solidFill>
              <a:srgbClr val="EE957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74" name="Google Shape;74;p16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75" name="Google Shape;75;p16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76" name="Google Shape;76;p16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77" name="Google Shape;77;p16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rgbClr val="EE957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390524" y="1578666"/>
            <a:ext cx="4106468" cy="585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A40"/>
              </a:buClr>
              <a:buSzPts val="2100"/>
              <a:buFont typeface="Arial"/>
              <a:buNone/>
              <a:defRPr sz="2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6" title="Puces"/>
          <p:cNvSpPr txBox="1">
            <a:spLocks noGrp="1"/>
          </p:cNvSpPr>
          <p:nvPr>
            <p:ph type="body" idx="2"/>
          </p:nvPr>
        </p:nvSpPr>
        <p:spPr>
          <a:xfrm>
            <a:off x="390524" y="2164557"/>
            <a:ext cx="4106468" cy="2424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3"/>
          </p:nvPr>
        </p:nvSpPr>
        <p:spPr>
          <a:xfrm>
            <a:off x="4640035" y="1578666"/>
            <a:ext cx="4106700" cy="585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2100"/>
              <a:buFont typeface="Arial"/>
              <a:buNone/>
              <a:defRPr sz="2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6" title="Puces"/>
          <p:cNvSpPr txBox="1">
            <a:spLocks noGrp="1"/>
          </p:cNvSpPr>
          <p:nvPr>
            <p:ph type="body" idx="4"/>
          </p:nvPr>
        </p:nvSpPr>
        <p:spPr>
          <a:xfrm>
            <a:off x="4640035" y="2164557"/>
            <a:ext cx="4106700" cy="2424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6" title="Sous-titre"/>
          <p:cNvSpPr txBox="1">
            <a:spLocks noGrp="1"/>
          </p:cNvSpPr>
          <p:nvPr>
            <p:ph type="body" idx="5"/>
          </p:nvPr>
        </p:nvSpPr>
        <p:spPr>
          <a:xfrm>
            <a:off x="390370" y="1032699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6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86" name="Google Shape;86;p16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95">
          <p15:clr>
            <a:srgbClr val="FBAE40"/>
          </p15:clr>
        </p15:guide>
        <p15:guide id="4" pos="5567">
          <p15:clr>
            <a:srgbClr val="FBAE40"/>
          </p15:clr>
        </p15:guide>
        <p15:guide id="5" orient="horz" pos="583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 avec image">
  <p:cSld name="En-tête de section avec imag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/>
          <p:nvPr/>
        </p:nvSpPr>
        <p:spPr>
          <a:xfrm rot="-1641210">
            <a:off x="-477993" y="2691132"/>
            <a:ext cx="2895122" cy="1310214"/>
          </a:xfrm>
          <a:prstGeom prst="parallelogram">
            <a:avLst>
              <a:gd name="adj" fmla="val 53218"/>
            </a:avLst>
          </a:prstGeom>
          <a:solidFill>
            <a:srgbClr val="EE957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7"/>
          <p:cNvCxnSpPr/>
          <p:nvPr/>
        </p:nvCxnSpPr>
        <p:spPr>
          <a:xfrm rot="10800000" flipH="1">
            <a:off x="0" y="757568"/>
            <a:ext cx="1338943" cy="680629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1" name="Google Shape;91;p17" title="Titre"/>
          <p:cNvSpPr txBox="1">
            <a:spLocks noGrp="1"/>
          </p:cNvSpPr>
          <p:nvPr>
            <p:ph type="title"/>
          </p:nvPr>
        </p:nvSpPr>
        <p:spPr>
          <a:xfrm>
            <a:off x="4712882" y="1490565"/>
            <a:ext cx="3683725" cy="1342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  <a:defRPr sz="3000" b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7" title="Sous-titre"/>
          <p:cNvSpPr txBox="1">
            <a:spLocks noGrp="1"/>
          </p:cNvSpPr>
          <p:nvPr>
            <p:ph type="body" idx="1"/>
          </p:nvPr>
        </p:nvSpPr>
        <p:spPr>
          <a:xfrm>
            <a:off x="4712882" y="2844035"/>
            <a:ext cx="3683725" cy="682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93" name="Google Shape;93;p17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4" name="Google Shape;94;p17"/>
          <p:cNvSpPr/>
          <p:nvPr/>
        </p:nvSpPr>
        <p:spPr>
          <a:xfrm>
            <a:off x="5815584" y="0"/>
            <a:ext cx="1693926" cy="557114"/>
          </a:xfrm>
          <a:prstGeom prst="parallelogram">
            <a:avLst>
              <a:gd name="adj" fmla="val 195850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17"/>
          <p:cNvCxnSpPr/>
          <p:nvPr/>
        </p:nvCxnSpPr>
        <p:spPr>
          <a:xfrm rot="10800000" flipH="1">
            <a:off x="0" y="306422"/>
            <a:ext cx="4946515" cy="2552361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6" name="Google Shape;96;p17"/>
          <p:cNvSpPr>
            <a:spLocks noGrp="1"/>
          </p:cNvSpPr>
          <p:nvPr>
            <p:ph type="pic" idx="2"/>
          </p:nvPr>
        </p:nvSpPr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97" name="Google Shape;97;p17"/>
          <p:cNvCxnSpPr/>
          <p:nvPr/>
        </p:nvCxnSpPr>
        <p:spPr>
          <a:xfrm rot="10800000" flipH="1">
            <a:off x="-13378" y="3950208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8" name="Google Shape;98;p17"/>
          <p:cNvSpPr/>
          <p:nvPr/>
        </p:nvSpPr>
        <p:spPr>
          <a:xfrm rot="-1641210">
            <a:off x="-104276" y="2555284"/>
            <a:ext cx="1078799" cy="177435"/>
          </a:xfrm>
          <a:prstGeom prst="parallelogram">
            <a:avLst>
              <a:gd name="adj" fmla="val 53218"/>
            </a:avLst>
          </a:prstGeom>
          <a:solidFill>
            <a:srgbClr val="A5A5A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37">
          <p15:clr>
            <a:srgbClr val="FBAE40"/>
          </p15:clr>
        </p15:guide>
        <p15:guide id="2" pos="2880">
          <p15:clr>
            <a:srgbClr val="FBAE40"/>
          </p15:clr>
        </p15:guide>
        <p15:guide id="3" pos="107">
          <p15:clr>
            <a:srgbClr val="FBAE40"/>
          </p15:clr>
        </p15:guide>
        <p15:guide id="4" orient="horz" pos="3127">
          <p15:clr>
            <a:srgbClr val="FBAE40"/>
          </p15:clr>
        </p15:guide>
        <p15:guide id="5" pos="5653">
          <p15:clr>
            <a:srgbClr val="FBAE40"/>
          </p15:clr>
        </p15:guide>
        <p15:guide id="6" orient="horz" pos="10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que">
  <p:cSld name="Graphiqu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8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01" name="Google Shape;101;p18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02" name="Google Shape;102;p18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3" name="Google Shape;103;p18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rgbClr val="EE957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4" name="Google Shape;104;p18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 title="Sous-titre"/>
          <p:cNvSpPr txBox="1">
            <a:spLocks noGrp="1"/>
          </p:cNvSpPr>
          <p:nvPr>
            <p:ph type="body" idx="1"/>
          </p:nvPr>
        </p:nvSpPr>
        <p:spPr>
          <a:xfrm>
            <a:off x="390370" y="1032699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08" name="Google Shape;108;p18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2"/>
          </p:nvPr>
        </p:nvSpPr>
        <p:spPr>
          <a:xfrm>
            <a:off x="398860" y="1504321"/>
            <a:ext cx="3919323" cy="3062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0" name="Google Shape;110;p18" title="Graphique"/>
          <p:cNvSpPr>
            <a:spLocks noGrp="1"/>
          </p:cNvSpPr>
          <p:nvPr>
            <p:ph type="chart" idx="3"/>
          </p:nvPr>
        </p:nvSpPr>
        <p:spPr>
          <a:xfrm>
            <a:off x="4347086" y="1504322"/>
            <a:ext cx="4289548" cy="3063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583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du texte 02">
  <p:cSld name="Disposition du texte 02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/>
          <p:nvPr/>
        </p:nvSpPr>
        <p:spPr>
          <a:xfrm rot="10800000">
            <a:off x="1379765" y="-4"/>
            <a:ext cx="7764236" cy="4229105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9"/>
          <p:cNvSpPr>
            <a:spLocks noGrp="1"/>
          </p:cNvSpPr>
          <p:nvPr>
            <p:ph type="pic" idx="2"/>
          </p:nvPr>
        </p:nvSpPr>
        <p:spPr>
          <a:xfrm>
            <a:off x="4627633" y="1076325"/>
            <a:ext cx="4516366" cy="4067175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14" name="Google Shape;114;p19" title="Puces"/>
          <p:cNvSpPr txBox="1">
            <a:spLocks noGrp="1"/>
          </p:cNvSpPr>
          <p:nvPr>
            <p:ph type="body" idx="1"/>
          </p:nvPr>
        </p:nvSpPr>
        <p:spPr>
          <a:xfrm>
            <a:off x="398533" y="2397686"/>
            <a:ext cx="3707122" cy="2218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19"/>
          <p:cNvSpPr/>
          <p:nvPr/>
        </p:nvSpPr>
        <p:spPr>
          <a:xfrm flipH="1">
            <a:off x="2233613" y="-4"/>
            <a:ext cx="3090863" cy="981079"/>
          </a:xfrm>
          <a:prstGeom prst="parallelogram">
            <a:avLst>
              <a:gd name="adj" fmla="val 186380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19"/>
          <p:cNvCxnSpPr/>
          <p:nvPr/>
        </p:nvCxnSpPr>
        <p:spPr>
          <a:xfrm rot="10800000" flipH="1">
            <a:off x="7764236" y="889089"/>
            <a:ext cx="1379764" cy="1225461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7" name="Google Shape;117;p19" title="Sous-titre"/>
          <p:cNvSpPr txBox="1">
            <a:spLocks noGrp="1"/>
          </p:cNvSpPr>
          <p:nvPr>
            <p:ph type="body" idx="3"/>
          </p:nvPr>
        </p:nvSpPr>
        <p:spPr>
          <a:xfrm>
            <a:off x="398534" y="1922608"/>
            <a:ext cx="5506966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/>
          <p:nvPr/>
        </p:nvSpPr>
        <p:spPr>
          <a:xfrm>
            <a:off x="8305038" y="178308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sp>
        <p:nvSpPr>
          <p:cNvPr id="119" name="Google Shape;119;p19" title="Titre "/>
          <p:cNvSpPr txBox="1">
            <a:spLocks noGrp="1"/>
          </p:cNvSpPr>
          <p:nvPr>
            <p:ph type="title"/>
          </p:nvPr>
        </p:nvSpPr>
        <p:spPr>
          <a:xfrm>
            <a:off x="398533" y="981363"/>
            <a:ext cx="5506967" cy="91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9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31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au">
  <p:cSld name="Tableau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 title="Tableau"/>
          <p:cNvSpPr>
            <a:spLocks noGrp="1"/>
          </p:cNvSpPr>
          <p:nvPr>
            <p:ph type="tbl" idx="2"/>
          </p:nvPr>
        </p:nvSpPr>
        <p:spPr>
          <a:xfrm>
            <a:off x="398533" y="1998602"/>
            <a:ext cx="8245031" cy="257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24" name="Google Shape;124;p20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25" name="Google Shape;125;p20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6" name="Google Shape;126;p20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27" name="Google Shape;127;p20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20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0" title="Sous-titre"/>
          <p:cNvSpPr txBox="1">
            <a:spLocks noGrp="1"/>
          </p:cNvSpPr>
          <p:nvPr>
            <p:ph type="body" idx="1"/>
          </p:nvPr>
        </p:nvSpPr>
        <p:spPr>
          <a:xfrm>
            <a:off x="390370" y="1032699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32" name="Google Shape;132;p20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583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nde photo">
  <p:cSld name="Grande photo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/>
        </p:nvSpPr>
        <p:spPr>
          <a:xfrm rot="10800000" flipH="1">
            <a:off x="0" y="-4"/>
            <a:ext cx="8810625" cy="4724402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1" title="Image"/>
          <p:cNvSpPr>
            <a:spLocks noGrp="1"/>
          </p:cNvSpPr>
          <p:nvPr>
            <p:ph type="pic" idx="2"/>
          </p:nvPr>
        </p:nvSpPr>
        <p:spPr>
          <a:xfrm>
            <a:off x="269422" y="244928"/>
            <a:ext cx="8605156" cy="4653644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cxnSp>
        <p:nvCxnSpPr>
          <p:cNvPr id="136" name="Google Shape;136;p21"/>
          <p:cNvCxnSpPr/>
          <p:nvPr/>
        </p:nvCxnSpPr>
        <p:spPr>
          <a:xfrm rot="10800000" flipH="1">
            <a:off x="0" y="4008665"/>
            <a:ext cx="1771650" cy="930729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7" name="Google Shape;137;p21" title="Titre "/>
          <p:cNvSpPr txBox="1">
            <a:spLocks noGrp="1"/>
          </p:cNvSpPr>
          <p:nvPr>
            <p:ph type="title"/>
          </p:nvPr>
        </p:nvSpPr>
        <p:spPr>
          <a:xfrm>
            <a:off x="269422" y="419101"/>
            <a:ext cx="6249917" cy="704849"/>
          </a:xfrm>
          <a:prstGeom prst="rect">
            <a:avLst/>
          </a:prstGeom>
          <a:solidFill>
            <a:schemeClr val="lt1">
              <a:alpha val="89803"/>
            </a:schemeClr>
          </a:solidFill>
          <a:ln>
            <a:noFill/>
          </a:ln>
        </p:spPr>
        <p:txBody>
          <a:bodyPr spcFirstLastPara="1" wrap="square" lIns="216000" tIns="34275" rIns="68575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sz="27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rci">
  <p:cSld name="Merci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>
            <a:spLocks noGrp="1"/>
          </p:cNvSpPr>
          <p:nvPr>
            <p:ph type="body" idx="1"/>
          </p:nvPr>
        </p:nvSpPr>
        <p:spPr>
          <a:xfrm>
            <a:off x="5117197" y="2595872"/>
            <a:ext cx="258433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0" name="Google Shape;140;p22"/>
          <p:cNvSpPr txBox="1">
            <a:spLocks noGrp="1"/>
          </p:cNvSpPr>
          <p:nvPr>
            <p:ph type="body" idx="2"/>
          </p:nvPr>
        </p:nvSpPr>
        <p:spPr>
          <a:xfrm>
            <a:off x="5117197" y="2879588"/>
            <a:ext cx="258433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1" name="Google Shape;141;p22"/>
          <p:cNvSpPr txBox="1">
            <a:spLocks noGrp="1"/>
          </p:cNvSpPr>
          <p:nvPr>
            <p:ph type="body" idx="3"/>
          </p:nvPr>
        </p:nvSpPr>
        <p:spPr>
          <a:xfrm>
            <a:off x="5117196" y="3162502"/>
            <a:ext cx="2584337" cy="216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2" name="Google Shape;142;p22"/>
          <p:cNvSpPr txBox="1">
            <a:spLocks noGrp="1"/>
          </p:cNvSpPr>
          <p:nvPr>
            <p:ph type="body" idx="4"/>
          </p:nvPr>
        </p:nvSpPr>
        <p:spPr>
          <a:xfrm>
            <a:off x="5117197" y="3446218"/>
            <a:ext cx="258433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3" name="Google Shape;143;p22"/>
          <p:cNvSpPr/>
          <p:nvPr/>
        </p:nvSpPr>
        <p:spPr>
          <a:xfrm>
            <a:off x="4844204" y="2628935"/>
            <a:ext cx="194156" cy="194156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7958" y="17505"/>
                </a:moveTo>
                <a:cubicBezTo>
                  <a:pt x="17372" y="16944"/>
                  <a:pt x="16242" y="15945"/>
                  <a:pt x="15117" y="15413"/>
                </a:cubicBezTo>
                <a:cubicBezTo>
                  <a:pt x="14189" y="14975"/>
                  <a:pt x="13657" y="14531"/>
                  <a:pt x="13491" y="14057"/>
                </a:cubicBezTo>
                <a:cubicBezTo>
                  <a:pt x="13377" y="13728"/>
                  <a:pt x="13428" y="13351"/>
                  <a:pt x="13649" y="12904"/>
                </a:cubicBezTo>
                <a:cubicBezTo>
                  <a:pt x="13815" y="12567"/>
                  <a:pt x="13972" y="12286"/>
                  <a:pt x="14117" y="12028"/>
                </a:cubicBezTo>
                <a:cubicBezTo>
                  <a:pt x="14730" y="10934"/>
                  <a:pt x="15203" y="10145"/>
                  <a:pt x="15203" y="7348"/>
                </a:cubicBezTo>
                <a:cubicBezTo>
                  <a:pt x="15203" y="3162"/>
                  <a:pt x="12787" y="2951"/>
                  <a:pt x="12309" y="2951"/>
                </a:cubicBezTo>
                <a:cubicBezTo>
                  <a:pt x="11917" y="2951"/>
                  <a:pt x="11672" y="3037"/>
                  <a:pt x="11435" y="3121"/>
                </a:cubicBezTo>
                <a:cubicBezTo>
                  <a:pt x="11175" y="3213"/>
                  <a:pt x="10907" y="3309"/>
                  <a:pt x="10296" y="3319"/>
                </a:cubicBezTo>
                <a:cubicBezTo>
                  <a:pt x="9190" y="3337"/>
                  <a:pt x="6873" y="3375"/>
                  <a:pt x="6873" y="7226"/>
                </a:cubicBezTo>
                <a:cubicBezTo>
                  <a:pt x="6873" y="9919"/>
                  <a:pt x="7574" y="11156"/>
                  <a:pt x="8125" y="12150"/>
                </a:cubicBezTo>
                <a:cubicBezTo>
                  <a:pt x="8266" y="12404"/>
                  <a:pt x="8399" y="12645"/>
                  <a:pt x="8505" y="12885"/>
                </a:cubicBezTo>
                <a:cubicBezTo>
                  <a:pt x="8973" y="13949"/>
                  <a:pt x="8631" y="14693"/>
                  <a:pt x="7426" y="15224"/>
                </a:cubicBezTo>
                <a:cubicBezTo>
                  <a:pt x="5905" y="15897"/>
                  <a:pt x="5188" y="16247"/>
                  <a:pt x="3693" y="17562"/>
                </a:cubicBezTo>
                <a:cubicBezTo>
                  <a:pt x="2017" y="15800"/>
                  <a:pt x="982" y="134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3395"/>
                  <a:pt x="19603" y="15749"/>
                  <a:pt x="17958" y="17505"/>
                </a:cubicBezTo>
                <a:moveTo>
                  <a:pt x="10800" y="20618"/>
                </a:moveTo>
                <a:cubicBezTo>
                  <a:pt x="8356" y="20618"/>
                  <a:pt x="6125" y="19720"/>
                  <a:pt x="4407" y="18242"/>
                </a:cubicBezTo>
                <a:cubicBezTo>
                  <a:pt x="5730" y="17084"/>
                  <a:pt x="6362" y="16767"/>
                  <a:pt x="7823" y="16122"/>
                </a:cubicBezTo>
                <a:cubicBezTo>
                  <a:pt x="9515" y="15375"/>
                  <a:pt x="10091" y="14051"/>
                  <a:pt x="9403" y="12489"/>
                </a:cubicBezTo>
                <a:cubicBezTo>
                  <a:pt x="9279" y="12208"/>
                  <a:pt x="9136" y="11949"/>
                  <a:pt x="8984" y="11674"/>
                </a:cubicBezTo>
                <a:cubicBezTo>
                  <a:pt x="8461" y="10732"/>
                  <a:pt x="7855" y="9665"/>
                  <a:pt x="7855" y="7226"/>
                </a:cubicBezTo>
                <a:cubicBezTo>
                  <a:pt x="7855" y="4341"/>
                  <a:pt x="9224" y="4318"/>
                  <a:pt x="10312" y="4300"/>
                </a:cubicBezTo>
                <a:cubicBezTo>
                  <a:pt x="11084" y="4287"/>
                  <a:pt x="11461" y="4154"/>
                  <a:pt x="11763" y="4047"/>
                </a:cubicBezTo>
                <a:cubicBezTo>
                  <a:pt x="11964" y="3975"/>
                  <a:pt x="12086" y="3933"/>
                  <a:pt x="12309" y="3933"/>
                </a:cubicBezTo>
                <a:cubicBezTo>
                  <a:pt x="13218" y="3933"/>
                  <a:pt x="14221" y="4830"/>
                  <a:pt x="14221" y="7348"/>
                </a:cubicBezTo>
                <a:cubicBezTo>
                  <a:pt x="14221" y="9888"/>
                  <a:pt x="13840" y="10513"/>
                  <a:pt x="13261" y="11548"/>
                </a:cubicBezTo>
                <a:cubicBezTo>
                  <a:pt x="13108" y="11820"/>
                  <a:pt x="12943" y="12115"/>
                  <a:pt x="12768" y="12470"/>
                </a:cubicBezTo>
                <a:cubicBezTo>
                  <a:pt x="12430" y="13155"/>
                  <a:pt x="12362" y="13798"/>
                  <a:pt x="12565" y="14380"/>
                </a:cubicBezTo>
                <a:cubicBezTo>
                  <a:pt x="12825" y="15126"/>
                  <a:pt x="13502" y="15737"/>
                  <a:pt x="14696" y="16302"/>
                </a:cubicBezTo>
                <a:cubicBezTo>
                  <a:pt x="15675" y="16764"/>
                  <a:pt x="16700" y="17667"/>
                  <a:pt x="17251" y="18189"/>
                </a:cubicBezTo>
                <a:cubicBezTo>
                  <a:pt x="15525" y="19697"/>
                  <a:pt x="13272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5" y="21600"/>
                  <a:pt x="21600" y="16764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28575" tIns="28575" rIns="28575" bIns="2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2"/>
          <p:cNvSpPr/>
          <p:nvPr/>
        </p:nvSpPr>
        <p:spPr>
          <a:xfrm>
            <a:off x="4880717" y="2923490"/>
            <a:ext cx="121130" cy="222071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1700" y="1473"/>
                </a:moveTo>
                <a:lnTo>
                  <a:pt x="9900" y="1473"/>
                </a:lnTo>
                <a:cubicBezTo>
                  <a:pt x="9403" y="1473"/>
                  <a:pt x="9000" y="1692"/>
                  <a:pt x="9000" y="1964"/>
                </a:cubicBezTo>
                <a:cubicBezTo>
                  <a:pt x="9000" y="2235"/>
                  <a:pt x="9403" y="2455"/>
                  <a:pt x="9900" y="2455"/>
                </a:cubicBezTo>
                <a:lnTo>
                  <a:pt x="11700" y="2455"/>
                </a:lnTo>
                <a:cubicBezTo>
                  <a:pt x="12197" y="2455"/>
                  <a:pt x="12600" y="2235"/>
                  <a:pt x="12600" y="1964"/>
                </a:cubicBezTo>
                <a:cubicBezTo>
                  <a:pt x="12600" y="1692"/>
                  <a:pt x="12197" y="1473"/>
                  <a:pt x="11700" y="1473"/>
                </a:cubicBezTo>
                <a:moveTo>
                  <a:pt x="19800" y="2945"/>
                </a:moveTo>
                <a:lnTo>
                  <a:pt x="1800" y="2945"/>
                </a:lnTo>
                <a:lnTo>
                  <a:pt x="1800" y="1964"/>
                </a:lnTo>
                <a:cubicBezTo>
                  <a:pt x="1800" y="1422"/>
                  <a:pt x="2605" y="982"/>
                  <a:pt x="3600" y="982"/>
                </a:cubicBezTo>
                <a:lnTo>
                  <a:pt x="18000" y="982"/>
                </a:lnTo>
                <a:cubicBezTo>
                  <a:pt x="18993" y="982"/>
                  <a:pt x="19800" y="1422"/>
                  <a:pt x="19800" y="1964"/>
                </a:cubicBezTo>
                <a:cubicBezTo>
                  <a:pt x="19800" y="1964"/>
                  <a:pt x="19800" y="2945"/>
                  <a:pt x="19800" y="2945"/>
                </a:cubicBezTo>
                <a:close/>
                <a:moveTo>
                  <a:pt x="19800" y="17673"/>
                </a:moveTo>
                <a:lnTo>
                  <a:pt x="1800" y="17673"/>
                </a:lnTo>
                <a:lnTo>
                  <a:pt x="1800" y="3927"/>
                </a:lnTo>
                <a:lnTo>
                  <a:pt x="19800" y="3927"/>
                </a:lnTo>
                <a:cubicBezTo>
                  <a:pt x="19800" y="3927"/>
                  <a:pt x="19800" y="17673"/>
                  <a:pt x="19800" y="17673"/>
                </a:cubicBezTo>
                <a:close/>
                <a:moveTo>
                  <a:pt x="19800" y="19636"/>
                </a:moveTo>
                <a:cubicBezTo>
                  <a:pt x="19800" y="20179"/>
                  <a:pt x="18993" y="20618"/>
                  <a:pt x="18000" y="20618"/>
                </a:cubicBezTo>
                <a:lnTo>
                  <a:pt x="3600" y="20618"/>
                </a:lnTo>
                <a:cubicBezTo>
                  <a:pt x="2605" y="20618"/>
                  <a:pt x="1800" y="20179"/>
                  <a:pt x="1800" y="19636"/>
                </a:cubicBezTo>
                <a:lnTo>
                  <a:pt x="1800" y="18655"/>
                </a:lnTo>
                <a:lnTo>
                  <a:pt x="19800" y="18655"/>
                </a:lnTo>
                <a:cubicBezTo>
                  <a:pt x="19800" y="18655"/>
                  <a:pt x="19800" y="19636"/>
                  <a:pt x="19800" y="19636"/>
                </a:cubicBezTo>
                <a:close/>
                <a:moveTo>
                  <a:pt x="18000" y="0"/>
                </a:moveTo>
                <a:lnTo>
                  <a:pt x="3600" y="0"/>
                </a:lnTo>
                <a:cubicBezTo>
                  <a:pt x="1612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612" y="21600"/>
                  <a:pt x="3600" y="21600"/>
                </a:cubicBezTo>
                <a:lnTo>
                  <a:pt x="18000" y="21600"/>
                </a:lnTo>
                <a:cubicBezTo>
                  <a:pt x="19988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19988" y="0"/>
                  <a:pt x="18000" y="0"/>
                </a:cubicBezTo>
                <a:moveTo>
                  <a:pt x="10800" y="20127"/>
                </a:moveTo>
                <a:cubicBezTo>
                  <a:pt x="11297" y="20127"/>
                  <a:pt x="11700" y="19908"/>
                  <a:pt x="11700" y="19636"/>
                </a:cubicBezTo>
                <a:cubicBezTo>
                  <a:pt x="11700" y="19366"/>
                  <a:pt x="11297" y="19145"/>
                  <a:pt x="10800" y="19145"/>
                </a:cubicBezTo>
                <a:cubicBezTo>
                  <a:pt x="10303" y="19145"/>
                  <a:pt x="9900" y="19366"/>
                  <a:pt x="9900" y="19636"/>
                </a:cubicBezTo>
                <a:cubicBezTo>
                  <a:pt x="9900" y="19908"/>
                  <a:pt x="10303" y="20127"/>
                  <a:pt x="10800" y="20127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28575" tIns="28575" rIns="28575" bIns="2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2"/>
          <p:cNvSpPr/>
          <p:nvPr/>
        </p:nvSpPr>
        <p:spPr>
          <a:xfrm>
            <a:off x="4844204" y="3245959"/>
            <a:ext cx="194156" cy="141205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28575" tIns="28575" rIns="28575" bIns="2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2"/>
          <p:cNvSpPr/>
          <p:nvPr/>
        </p:nvSpPr>
        <p:spPr>
          <a:xfrm>
            <a:off x="4853787" y="3487561"/>
            <a:ext cx="174989" cy="174989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7850" y="17620"/>
                </a:moveTo>
                <a:cubicBezTo>
                  <a:pt x="17270" y="17122"/>
                  <a:pt x="16604" y="16682"/>
                  <a:pt x="15855" y="16324"/>
                </a:cubicBezTo>
                <a:cubicBezTo>
                  <a:pt x="15868" y="16284"/>
                  <a:pt x="15882" y="16244"/>
                  <a:pt x="15896" y="16203"/>
                </a:cubicBezTo>
                <a:cubicBezTo>
                  <a:pt x="16131" y="15456"/>
                  <a:pt x="16320" y="14656"/>
                  <a:pt x="16454" y="13811"/>
                </a:cubicBezTo>
                <a:cubicBezTo>
                  <a:pt x="16471" y="13704"/>
                  <a:pt x="16484" y="13596"/>
                  <a:pt x="16499" y="13488"/>
                </a:cubicBezTo>
                <a:cubicBezTo>
                  <a:pt x="16544" y="13166"/>
                  <a:pt x="16581" y="12839"/>
                  <a:pt x="16610" y="12507"/>
                </a:cubicBezTo>
                <a:cubicBezTo>
                  <a:pt x="16621" y="12383"/>
                  <a:pt x="16632" y="12260"/>
                  <a:pt x="16641" y="12135"/>
                </a:cubicBezTo>
                <a:cubicBezTo>
                  <a:pt x="16660" y="11858"/>
                  <a:pt x="16664" y="11574"/>
                  <a:pt x="16673" y="11291"/>
                </a:cubicBezTo>
                <a:lnTo>
                  <a:pt x="20598" y="11291"/>
                </a:lnTo>
                <a:cubicBezTo>
                  <a:pt x="20476" y="13747"/>
                  <a:pt x="19450" y="15962"/>
                  <a:pt x="17850" y="17620"/>
                </a:cubicBezTo>
                <a:moveTo>
                  <a:pt x="13714" y="20178"/>
                </a:moveTo>
                <a:cubicBezTo>
                  <a:pt x="13925" y="19957"/>
                  <a:pt x="14127" y="19710"/>
                  <a:pt x="14321" y="19444"/>
                </a:cubicBezTo>
                <a:cubicBezTo>
                  <a:pt x="14339" y="19419"/>
                  <a:pt x="14357" y="19394"/>
                  <a:pt x="14375" y="19369"/>
                </a:cubicBezTo>
                <a:cubicBezTo>
                  <a:pt x="14764" y="18822"/>
                  <a:pt x="15116" y="18192"/>
                  <a:pt x="15420" y="17488"/>
                </a:cubicBezTo>
                <a:cubicBezTo>
                  <a:pt x="15436" y="17450"/>
                  <a:pt x="15451" y="17410"/>
                  <a:pt x="15467" y="17372"/>
                </a:cubicBezTo>
                <a:cubicBezTo>
                  <a:pt x="15485" y="17329"/>
                  <a:pt x="15499" y="17282"/>
                  <a:pt x="15517" y="17239"/>
                </a:cubicBezTo>
                <a:cubicBezTo>
                  <a:pt x="16123" y="17535"/>
                  <a:pt x="16665" y="17890"/>
                  <a:pt x="17142" y="18285"/>
                </a:cubicBezTo>
                <a:cubicBezTo>
                  <a:pt x="16149" y="19129"/>
                  <a:pt x="14989" y="19782"/>
                  <a:pt x="13714" y="20178"/>
                </a:cubicBezTo>
                <a:moveTo>
                  <a:pt x="11291" y="20569"/>
                </a:moveTo>
                <a:lnTo>
                  <a:pt x="11291" y="16221"/>
                </a:lnTo>
                <a:cubicBezTo>
                  <a:pt x="12498" y="16271"/>
                  <a:pt x="13638" y="16493"/>
                  <a:pt x="14652" y="16869"/>
                </a:cubicBezTo>
                <a:cubicBezTo>
                  <a:pt x="13850" y="18909"/>
                  <a:pt x="12654" y="20298"/>
                  <a:pt x="11291" y="20569"/>
                </a:cubicBezTo>
                <a:moveTo>
                  <a:pt x="11291" y="11291"/>
                </a:moveTo>
                <a:lnTo>
                  <a:pt x="15697" y="11291"/>
                </a:lnTo>
                <a:cubicBezTo>
                  <a:pt x="15655" y="12995"/>
                  <a:pt x="15392" y="14581"/>
                  <a:pt x="14971" y="15948"/>
                </a:cubicBezTo>
                <a:cubicBezTo>
                  <a:pt x="13855" y="15534"/>
                  <a:pt x="12608" y="15291"/>
                  <a:pt x="11291" y="15240"/>
                </a:cubicBezTo>
                <a:cubicBezTo>
                  <a:pt x="11291" y="15240"/>
                  <a:pt x="11291" y="11291"/>
                  <a:pt x="11291" y="11291"/>
                </a:cubicBezTo>
                <a:close/>
                <a:moveTo>
                  <a:pt x="11291" y="6360"/>
                </a:moveTo>
                <a:cubicBezTo>
                  <a:pt x="12608" y="6309"/>
                  <a:pt x="13855" y="6066"/>
                  <a:pt x="14971" y="5652"/>
                </a:cubicBezTo>
                <a:cubicBezTo>
                  <a:pt x="15392" y="7019"/>
                  <a:pt x="15655" y="8605"/>
                  <a:pt x="15697" y="10309"/>
                </a:cubicBezTo>
                <a:lnTo>
                  <a:pt x="11291" y="10309"/>
                </a:lnTo>
                <a:cubicBezTo>
                  <a:pt x="11291" y="10309"/>
                  <a:pt x="11291" y="6360"/>
                  <a:pt x="11291" y="6360"/>
                </a:cubicBezTo>
                <a:close/>
                <a:moveTo>
                  <a:pt x="11291" y="1031"/>
                </a:moveTo>
                <a:cubicBezTo>
                  <a:pt x="12654" y="1302"/>
                  <a:pt x="13850" y="2691"/>
                  <a:pt x="14652" y="4731"/>
                </a:cubicBezTo>
                <a:cubicBezTo>
                  <a:pt x="13638" y="5107"/>
                  <a:pt x="12498" y="5329"/>
                  <a:pt x="11291" y="5379"/>
                </a:cubicBezTo>
                <a:cubicBezTo>
                  <a:pt x="11291" y="5379"/>
                  <a:pt x="11291" y="1031"/>
                  <a:pt x="11291" y="1031"/>
                </a:cubicBezTo>
                <a:close/>
                <a:moveTo>
                  <a:pt x="17142" y="3315"/>
                </a:moveTo>
                <a:cubicBezTo>
                  <a:pt x="16665" y="3711"/>
                  <a:pt x="16123" y="4065"/>
                  <a:pt x="15517" y="4361"/>
                </a:cubicBezTo>
                <a:cubicBezTo>
                  <a:pt x="15499" y="4318"/>
                  <a:pt x="15485" y="4271"/>
                  <a:pt x="15467" y="4229"/>
                </a:cubicBezTo>
                <a:cubicBezTo>
                  <a:pt x="15451" y="4190"/>
                  <a:pt x="15436" y="4151"/>
                  <a:pt x="15420" y="4112"/>
                </a:cubicBezTo>
                <a:cubicBezTo>
                  <a:pt x="15116" y="3408"/>
                  <a:pt x="14764" y="2778"/>
                  <a:pt x="14375" y="2231"/>
                </a:cubicBezTo>
                <a:cubicBezTo>
                  <a:pt x="14357" y="2206"/>
                  <a:pt x="14339" y="2181"/>
                  <a:pt x="14321" y="2156"/>
                </a:cubicBezTo>
                <a:cubicBezTo>
                  <a:pt x="14127" y="1890"/>
                  <a:pt x="13925" y="1643"/>
                  <a:pt x="13714" y="1422"/>
                </a:cubicBezTo>
                <a:cubicBezTo>
                  <a:pt x="14989" y="1818"/>
                  <a:pt x="16149" y="2471"/>
                  <a:pt x="17142" y="3315"/>
                </a:cubicBezTo>
                <a:moveTo>
                  <a:pt x="20598" y="10309"/>
                </a:moveTo>
                <a:lnTo>
                  <a:pt x="16673" y="10309"/>
                </a:lnTo>
                <a:cubicBezTo>
                  <a:pt x="16664" y="10027"/>
                  <a:pt x="16660" y="9742"/>
                  <a:pt x="16641" y="9465"/>
                </a:cubicBezTo>
                <a:cubicBezTo>
                  <a:pt x="16632" y="9340"/>
                  <a:pt x="16621" y="9217"/>
                  <a:pt x="16610" y="9093"/>
                </a:cubicBezTo>
                <a:cubicBezTo>
                  <a:pt x="16581" y="8761"/>
                  <a:pt x="16544" y="8434"/>
                  <a:pt x="16499" y="8112"/>
                </a:cubicBezTo>
                <a:cubicBezTo>
                  <a:pt x="16484" y="8005"/>
                  <a:pt x="16471" y="7896"/>
                  <a:pt x="16454" y="7789"/>
                </a:cubicBezTo>
                <a:cubicBezTo>
                  <a:pt x="16320" y="6944"/>
                  <a:pt x="16131" y="6144"/>
                  <a:pt x="15896" y="5397"/>
                </a:cubicBezTo>
                <a:cubicBezTo>
                  <a:pt x="15882" y="5357"/>
                  <a:pt x="15868" y="5317"/>
                  <a:pt x="15855" y="5276"/>
                </a:cubicBezTo>
                <a:cubicBezTo>
                  <a:pt x="16604" y="4918"/>
                  <a:pt x="17270" y="4478"/>
                  <a:pt x="17850" y="3981"/>
                </a:cubicBezTo>
                <a:cubicBezTo>
                  <a:pt x="19450" y="5638"/>
                  <a:pt x="20476" y="7853"/>
                  <a:pt x="20598" y="10309"/>
                </a:cubicBezTo>
                <a:moveTo>
                  <a:pt x="10309" y="5379"/>
                </a:moveTo>
                <a:cubicBezTo>
                  <a:pt x="9101" y="5329"/>
                  <a:pt x="7961" y="5107"/>
                  <a:pt x="6947" y="4731"/>
                </a:cubicBezTo>
                <a:cubicBezTo>
                  <a:pt x="7749" y="2691"/>
                  <a:pt x="8945" y="1302"/>
                  <a:pt x="10309" y="1031"/>
                </a:cubicBezTo>
                <a:cubicBezTo>
                  <a:pt x="10309" y="1031"/>
                  <a:pt x="10309" y="5379"/>
                  <a:pt x="10309" y="5379"/>
                </a:cubicBezTo>
                <a:close/>
                <a:moveTo>
                  <a:pt x="10309" y="10309"/>
                </a:moveTo>
                <a:lnTo>
                  <a:pt x="5903" y="10309"/>
                </a:lnTo>
                <a:cubicBezTo>
                  <a:pt x="5945" y="8605"/>
                  <a:pt x="6207" y="7019"/>
                  <a:pt x="6629" y="5652"/>
                </a:cubicBezTo>
                <a:cubicBezTo>
                  <a:pt x="7745" y="6066"/>
                  <a:pt x="8991" y="6309"/>
                  <a:pt x="10309" y="6360"/>
                </a:cubicBezTo>
                <a:cubicBezTo>
                  <a:pt x="10309" y="6360"/>
                  <a:pt x="10309" y="10309"/>
                  <a:pt x="10309" y="10309"/>
                </a:cubicBezTo>
                <a:close/>
                <a:moveTo>
                  <a:pt x="10309" y="15240"/>
                </a:moveTo>
                <a:cubicBezTo>
                  <a:pt x="8991" y="15291"/>
                  <a:pt x="7745" y="15534"/>
                  <a:pt x="6629" y="15948"/>
                </a:cubicBezTo>
                <a:cubicBezTo>
                  <a:pt x="6207" y="14581"/>
                  <a:pt x="5945" y="12995"/>
                  <a:pt x="5903" y="11291"/>
                </a:cubicBezTo>
                <a:lnTo>
                  <a:pt x="10309" y="11291"/>
                </a:lnTo>
                <a:cubicBezTo>
                  <a:pt x="10309" y="11291"/>
                  <a:pt x="10309" y="15240"/>
                  <a:pt x="10309" y="15240"/>
                </a:cubicBezTo>
                <a:close/>
                <a:moveTo>
                  <a:pt x="10309" y="20569"/>
                </a:moveTo>
                <a:cubicBezTo>
                  <a:pt x="8945" y="20298"/>
                  <a:pt x="7749" y="18909"/>
                  <a:pt x="6947" y="16869"/>
                </a:cubicBezTo>
                <a:cubicBezTo>
                  <a:pt x="7961" y="16493"/>
                  <a:pt x="9101" y="16271"/>
                  <a:pt x="10309" y="16221"/>
                </a:cubicBezTo>
                <a:cubicBezTo>
                  <a:pt x="10309" y="16221"/>
                  <a:pt x="10309" y="20569"/>
                  <a:pt x="10309" y="20569"/>
                </a:cubicBezTo>
                <a:close/>
                <a:moveTo>
                  <a:pt x="4458" y="18285"/>
                </a:moveTo>
                <a:cubicBezTo>
                  <a:pt x="4934" y="17890"/>
                  <a:pt x="5476" y="17535"/>
                  <a:pt x="6083" y="17239"/>
                </a:cubicBezTo>
                <a:cubicBezTo>
                  <a:pt x="6100" y="17282"/>
                  <a:pt x="6115" y="17329"/>
                  <a:pt x="6132" y="17372"/>
                </a:cubicBezTo>
                <a:cubicBezTo>
                  <a:pt x="6149" y="17410"/>
                  <a:pt x="6163" y="17450"/>
                  <a:pt x="6180" y="17488"/>
                </a:cubicBezTo>
                <a:cubicBezTo>
                  <a:pt x="6484" y="18192"/>
                  <a:pt x="6835" y="18822"/>
                  <a:pt x="7224" y="19369"/>
                </a:cubicBezTo>
                <a:cubicBezTo>
                  <a:pt x="7242" y="19394"/>
                  <a:pt x="7261" y="19419"/>
                  <a:pt x="7279" y="19444"/>
                </a:cubicBezTo>
                <a:cubicBezTo>
                  <a:pt x="7472" y="19710"/>
                  <a:pt x="7674" y="19957"/>
                  <a:pt x="7886" y="20178"/>
                </a:cubicBezTo>
                <a:cubicBezTo>
                  <a:pt x="6610" y="19782"/>
                  <a:pt x="5451" y="19129"/>
                  <a:pt x="4458" y="18285"/>
                </a:cubicBezTo>
                <a:moveTo>
                  <a:pt x="1002" y="11291"/>
                </a:moveTo>
                <a:lnTo>
                  <a:pt x="4927" y="11291"/>
                </a:lnTo>
                <a:cubicBezTo>
                  <a:pt x="4935" y="11574"/>
                  <a:pt x="4940" y="11858"/>
                  <a:pt x="4958" y="12135"/>
                </a:cubicBezTo>
                <a:cubicBezTo>
                  <a:pt x="4967" y="12260"/>
                  <a:pt x="4979" y="12383"/>
                  <a:pt x="4989" y="12507"/>
                </a:cubicBezTo>
                <a:cubicBezTo>
                  <a:pt x="5018" y="12839"/>
                  <a:pt x="5055" y="13166"/>
                  <a:pt x="5100" y="13488"/>
                </a:cubicBezTo>
                <a:cubicBezTo>
                  <a:pt x="5116" y="13596"/>
                  <a:pt x="5129" y="13704"/>
                  <a:pt x="5146" y="13811"/>
                </a:cubicBezTo>
                <a:cubicBezTo>
                  <a:pt x="5280" y="14656"/>
                  <a:pt x="5468" y="15456"/>
                  <a:pt x="5704" y="16203"/>
                </a:cubicBezTo>
                <a:cubicBezTo>
                  <a:pt x="5718" y="16244"/>
                  <a:pt x="5731" y="16284"/>
                  <a:pt x="5744" y="16324"/>
                </a:cubicBezTo>
                <a:cubicBezTo>
                  <a:pt x="4996" y="16682"/>
                  <a:pt x="4330" y="17122"/>
                  <a:pt x="3749" y="17620"/>
                </a:cubicBezTo>
                <a:cubicBezTo>
                  <a:pt x="2150" y="15962"/>
                  <a:pt x="1123" y="13747"/>
                  <a:pt x="1002" y="11291"/>
                </a:cubicBezTo>
                <a:moveTo>
                  <a:pt x="3749" y="3981"/>
                </a:moveTo>
                <a:cubicBezTo>
                  <a:pt x="4330" y="4478"/>
                  <a:pt x="4996" y="4918"/>
                  <a:pt x="5744" y="5276"/>
                </a:cubicBezTo>
                <a:cubicBezTo>
                  <a:pt x="5731" y="5317"/>
                  <a:pt x="5718" y="5357"/>
                  <a:pt x="5704" y="5397"/>
                </a:cubicBezTo>
                <a:cubicBezTo>
                  <a:pt x="5469" y="6144"/>
                  <a:pt x="5280" y="6944"/>
                  <a:pt x="5146" y="7789"/>
                </a:cubicBezTo>
                <a:cubicBezTo>
                  <a:pt x="5129" y="7896"/>
                  <a:pt x="5116" y="8005"/>
                  <a:pt x="5100" y="8112"/>
                </a:cubicBezTo>
                <a:cubicBezTo>
                  <a:pt x="5055" y="8434"/>
                  <a:pt x="5018" y="8761"/>
                  <a:pt x="4989" y="9093"/>
                </a:cubicBezTo>
                <a:cubicBezTo>
                  <a:pt x="4979" y="9217"/>
                  <a:pt x="4967" y="9340"/>
                  <a:pt x="4958" y="9465"/>
                </a:cubicBezTo>
                <a:cubicBezTo>
                  <a:pt x="4940" y="9742"/>
                  <a:pt x="4935" y="10027"/>
                  <a:pt x="4927" y="10309"/>
                </a:cubicBezTo>
                <a:lnTo>
                  <a:pt x="1002" y="10309"/>
                </a:lnTo>
                <a:cubicBezTo>
                  <a:pt x="1123" y="7853"/>
                  <a:pt x="2150" y="5638"/>
                  <a:pt x="3749" y="3981"/>
                </a:cubicBezTo>
                <a:moveTo>
                  <a:pt x="7886" y="1422"/>
                </a:moveTo>
                <a:cubicBezTo>
                  <a:pt x="7674" y="1643"/>
                  <a:pt x="7472" y="1890"/>
                  <a:pt x="7279" y="2156"/>
                </a:cubicBezTo>
                <a:cubicBezTo>
                  <a:pt x="7261" y="2181"/>
                  <a:pt x="7242" y="2206"/>
                  <a:pt x="7224" y="2231"/>
                </a:cubicBezTo>
                <a:cubicBezTo>
                  <a:pt x="6835" y="2778"/>
                  <a:pt x="6484" y="3408"/>
                  <a:pt x="6180" y="4112"/>
                </a:cubicBezTo>
                <a:cubicBezTo>
                  <a:pt x="6163" y="4151"/>
                  <a:pt x="6149" y="4190"/>
                  <a:pt x="6132" y="4229"/>
                </a:cubicBezTo>
                <a:cubicBezTo>
                  <a:pt x="6115" y="4271"/>
                  <a:pt x="6100" y="4318"/>
                  <a:pt x="6083" y="4361"/>
                </a:cubicBezTo>
                <a:cubicBezTo>
                  <a:pt x="5476" y="4065"/>
                  <a:pt x="4934" y="3711"/>
                  <a:pt x="4458" y="3315"/>
                </a:cubicBezTo>
                <a:cubicBezTo>
                  <a:pt x="5451" y="2471"/>
                  <a:pt x="6610" y="1818"/>
                  <a:pt x="7886" y="1422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28575" tIns="28575" rIns="28575" bIns="2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2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22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9" name="Google Shape;149;p22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0" name="Google Shape;150;p22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1" name="Google Shape;151;p22"/>
          <p:cNvSpPr>
            <a:spLocks noGrp="1"/>
          </p:cNvSpPr>
          <p:nvPr>
            <p:ph type="pic" idx="5"/>
          </p:nvPr>
        </p:nvSpPr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sp>
      <p:sp>
        <p:nvSpPr>
          <p:cNvPr id="152" name="Google Shape;152;p22" title="Titre"/>
          <p:cNvSpPr txBox="1">
            <a:spLocks noGrp="1"/>
          </p:cNvSpPr>
          <p:nvPr>
            <p:ph type="ctrTitle"/>
          </p:nvPr>
        </p:nvSpPr>
        <p:spPr>
          <a:xfrm>
            <a:off x="4781791" y="1365767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>
  <p:cSld name="Diapositive de titre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" name="Google Shape;155;p23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6" name="Google Shape;156;p23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7" name="Google Shape;157;p23" title="Titre"/>
          <p:cNvSpPr txBox="1">
            <a:spLocks noGrp="1"/>
          </p:cNvSpPr>
          <p:nvPr>
            <p:ph type="ctrTitle"/>
          </p:nvPr>
        </p:nvSpPr>
        <p:spPr>
          <a:xfrm>
            <a:off x="4781791" y="1504563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3" title="Sous-titre"/>
          <p:cNvSpPr txBox="1">
            <a:spLocks noGrp="1"/>
          </p:cNvSpPr>
          <p:nvPr>
            <p:ph type="subTitle" idx="1"/>
          </p:nvPr>
        </p:nvSpPr>
        <p:spPr>
          <a:xfrm>
            <a:off x="4781411" y="2730749"/>
            <a:ext cx="3640754" cy="943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59" name="Google Shape;159;p23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">
  <p:cSld name="En-tête de section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-1641210">
            <a:off x="-477993" y="2691132"/>
            <a:ext cx="2895122" cy="1310214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24"/>
          <p:cNvCxnSpPr/>
          <p:nvPr/>
        </p:nvCxnSpPr>
        <p:spPr>
          <a:xfrm rot="10800000" flipH="1">
            <a:off x="0" y="757568"/>
            <a:ext cx="1338943" cy="680629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4" name="Google Shape;164;p24" title="Titre"/>
          <p:cNvSpPr txBox="1">
            <a:spLocks noGrp="1"/>
          </p:cNvSpPr>
          <p:nvPr>
            <p:ph type="title"/>
          </p:nvPr>
        </p:nvSpPr>
        <p:spPr>
          <a:xfrm>
            <a:off x="4712882" y="1490565"/>
            <a:ext cx="3683725" cy="1342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  <a:defRPr sz="3000" b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24" title="Sous-titre"/>
          <p:cNvSpPr txBox="1">
            <a:spLocks noGrp="1"/>
          </p:cNvSpPr>
          <p:nvPr>
            <p:ph type="body" idx="1"/>
          </p:nvPr>
        </p:nvSpPr>
        <p:spPr>
          <a:xfrm>
            <a:off x="4712882" y="2844035"/>
            <a:ext cx="3683725" cy="682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66" name="Google Shape;166;p24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7" name="Google Shape;167;p24"/>
          <p:cNvSpPr/>
          <p:nvPr/>
        </p:nvSpPr>
        <p:spPr>
          <a:xfrm>
            <a:off x="5815584" y="0"/>
            <a:ext cx="1693926" cy="557114"/>
          </a:xfrm>
          <a:prstGeom prst="parallelogram">
            <a:avLst>
              <a:gd name="adj" fmla="val 19585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8" name="Google Shape;168;p24"/>
          <p:cNvCxnSpPr/>
          <p:nvPr/>
        </p:nvCxnSpPr>
        <p:spPr>
          <a:xfrm rot="10800000" flipH="1">
            <a:off x="0" y="306422"/>
            <a:ext cx="4946515" cy="2552361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69" name="Google Shape;169;p24"/>
          <p:cNvCxnSpPr/>
          <p:nvPr/>
        </p:nvCxnSpPr>
        <p:spPr>
          <a:xfrm rot="10800000" flipH="1">
            <a:off x="-13378" y="3950208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0" name="Google Shape;170;p24"/>
          <p:cNvSpPr/>
          <p:nvPr/>
        </p:nvSpPr>
        <p:spPr>
          <a:xfrm rot="-1641210">
            <a:off x="-104276" y="2555284"/>
            <a:ext cx="1078799" cy="177435"/>
          </a:xfrm>
          <a:prstGeom prst="parallelogram">
            <a:avLst>
              <a:gd name="adj" fmla="val 53218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37">
          <p15:clr>
            <a:srgbClr val="FBAE40"/>
          </p15:clr>
        </p15:guide>
        <p15:guide id="2" pos="2880">
          <p15:clr>
            <a:srgbClr val="FBAE40"/>
          </p15:clr>
        </p15:guide>
        <p15:guide id="3" pos="107">
          <p15:clr>
            <a:srgbClr val="FBAE40"/>
          </p15:clr>
        </p15:guide>
        <p15:guide id="4" orient="horz" pos="3127">
          <p15:clr>
            <a:srgbClr val="FBAE40"/>
          </p15:clr>
        </p15:guide>
        <p15:guide id="5" pos="5653">
          <p15:clr>
            <a:srgbClr val="FBAE40"/>
          </p15:clr>
        </p15:guide>
        <p15:guide id="6" orient="horz" pos="10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>
  <p:cSld name="Titre et contenu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2" name="Google Shape;172;p25"/>
          <p:cNvCxnSpPr/>
          <p:nvPr/>
        </p:nvCxnSpPr>
        <p:spPr>
          <a:xfrm rot="10800000">
            <a:off x="-6935" y="2725475"/>
            <a:ext cx="1434464" cy="1179742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73" name="Google Shape;173;p25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74" name="Google Shape;174;p25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5" name="Google Shape;175;p25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76" name="Google Shape;176;p25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7" name="Google Shape;177;p25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sp>
        <p:nvSpPr>
          <p:cNvPr id="178" name="Google Shape;178;p25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5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5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81" name="Google Shape;181;p25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body" idx="1"/>
          </p:nvPr>
        </p:nvSpPr>
        <p:spPr>
          <a:xfrm>
            <a:off x="389008" y="1253943"/>
            <a:ext cx="8126342" cy="337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95">
          <p15:clr>
            <a:srgbClr val="FBAE40"/>
          </p15:clr>
        </p15:guide>
        <p15:guide id="4" pos="5567">
          <p15:clr>
            <a:srgbClr val="FBAE40"/>
          </p15:clr>
        </p15:guide>
        <p15:guide id="5" orient="horz" pos="583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>
  <p:cSld name="Deux contenus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4" name="Google Shape;184;p26"/>
          <p:cNvCxnSpPr/>
          <p:nvPr/>
        </p:nvCxnSpPr>
        <p:spPr>
          <a:xfrm rot="10800000">
            <a:off x="-6935" y="2725475"/>
            <a:ext cx="1434464" cy="1179742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85" name="Google Shape;185;p26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86" name="Google Shape;186;p26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7" name="Google Shape;187;p26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88" name="Google Shape;188;p26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9" name="Google Shape;189;p26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sp>
        <p:nvSpPr>
          <p:cNvPr id="190" name="Google Shape;190;p26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6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6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3" name="Google Shape;193;p26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26"/>
          <p:cNvSpPr txBox="1">
            <a:spLocks noGrp="1"/>
          </p:cNvSpPr>
          <p:nvPr>
            <p:ph type="body" idx="1"/>
          </p:nvPr>
        </p:nvSpPr>
        <p:spPr>
          <a:xfrm>
            <a:off x="397265" y="1238283"/>
            <a:ext cx="3886200" cy="339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5" name="Google Shape;195;p26"/>
          <p:cNvSpPr txBox="1">
            <a:spLocks noGrp="1"/>
          </p:cNvSpPr>
          <p:nvPr>
            <p:ph type="body" idx="2"/>
          </p:nvPr>
        </p:nvSpPr>
        <p:spPr>
          <a:xfrm>
            <a:off x="4629150" y="1238283"/>
            <a:ext cx="3886200" cy="339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95">
          <p15:clr>
            <a:srgbClr val="FBAE40"/>
          </p15:clr>
        </p15:guide>
        <p15:guide id="4" pos="5567">
          <p15:clr>
            <a:srgbClr val="FBAE40"/>
          </p15:clr>
        </p15:guide>
        <p15:guide id="5" orient="horz" pos="583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>
  <p:cSld name="Comparaison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" name="Google Shape;197;p27"/>
          <p:cNvCxnSpPr/>
          <p:nvPr/>
        </p:nvCxnSpPr>
        <p:spPr>
          <a:xfrm rot="10800000">
            <a:off x="-6935" y="2725475"/>
            <a:ext cx="1434464" cy="1179742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98" name="Google Shape;198;p27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99" name="Google Shape;199;p27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0" name="Google Shape;200;p27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201" name="Google Shape;201;p27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2" name="Google Shape;202;p27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sp>
        <p:nvSpPr>
          <p:cNvPr id="203" name="Google Shape;203;p27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7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27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06" name="Google Shape;206;p27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body" idx="1"/>
          </p:nvPr>
        </p:nvSpPr>
        <p:spPr>
          <a:xfrm>
            <a:off x="389008" y="1260872"/>
            <a:ext cx="4036876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8" name="Google Shape;208;p27"/>
          <p:cNvSpPr txBox="1">
            <a:spLocks noGrp="1"/>
          </p:cNvSpPr>
          <p:nvPr>
            <p:ph type="body" idx="2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9" name="Google Shape;209;p27"/>
          <p:cNvSpPr txBox="1">
            <a:spLocks noGrp="1"/>
          </p:cNvSpPr>
          <p:nvPr>
            <p:ph type="body" idx="3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body" idx="4"/>
          </p:nvPr>
        </p:nvSpPr>
        <p:spPr>
          <a:xfrm>
            <a:off x="389008" y="1878806"/>
            <a:ext cx="4043812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95">
          <p15:clr>
            <a:srgbClr val="FBAE40"/>
          </p15:clr>
        </p15:guide>
        <p15:guide id="4" pos="5567">
          <p15:clr>
            <a:srgbClr val="FBAE40"/>
          </p15:clr>
        </p15:guide>
        <p15:guide id="5" orient="horz" pos="583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>
  <p:cSld name="Contenu avec légende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8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28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14" name="Google Shape;214;p28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15" name="Google Shape;215;p28" title="Titre"/>
          <p:cNvSpPr txBox="1">
            <a:spLocks noGrp="1"/>
          </p:cNvSpPr>
          <p:nvPr>
            <p:ph type="ctrTitle"/>
          </p:nvPr>
        </p:nvSpPr>
        <p:spPr>
          <a:xfrm>
            <a:off x="539377" y="3280527"/>
            <a:ext cx="3983637" cy="995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16" name="Google Shape;216;p28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17" name="Google Shape;217;p28"/>
          <p:cNvSpPr txBox="1">
            <a:spLocks noGrp="1"/>
          </p:cNvSpPr>
          <p:nvPr>
            <p:ph type="body" idx="1"/>
          </p:nvPr>
        </p:nvSpPr>
        <p:spPr>
          <a:xfrm>
            <a:off x="539377" y="4275802"/>
            <a:ext cx="3983637" cy="698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8" name="Google Shape;218;p28"/>
          <p:cNvSpPr txBox="1">
            <a:spLocks noGrp="1"/>
          </p:cNvSpPr>
          <p:nvPr>
            <p:ph type="body" idx="2"/>
          </p:nvPr>
        </p:nvSpPr>
        <p:spPr>
          <a:xfrm>
            <a:off x="4620987" y="1718035"/>
            <a:ext cx="4352754" cy="325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>
  <p:cSld name="Image avec légende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9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1" name="Google Shape;221;p29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22" name="Google Shape;222;p29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3" name="Google Shape;223;p29" title="Titre"/>
          <p:cNvSpPr txBox="1">
            <a:spLocks noGrp="1"/>
          </p:cNvSpPr>
          <p:nvPr>
            <p:ph type="ctrTitle"/>
          </p:nvPr>
        </p:nvSpPr>
        <p:spPr>
          <a:xfrm>
            <a:off x="539377" y="3280527"/>
            <a:ext cx="3983637" cy="995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24" name="Google Shape;224;p29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5" name="Google Shape;225;p29"/>
          <p:cNvSpPr txBox="1">
            <a:spLocks noGrp="1"/>
          </p:cNvSpPr>
          <p:nvPr>
            <p:ph type="body" idx="1"/>
          </p:nvPr>
        </p:nvSpPr>
        <p:spPr>
          <a:xfrm>
            <a:off x="539377" y="4275802"/>
            <a:ext cx="3983637" cy="698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29"/>
          <p:cNvSpPr>
            <a:spLocks noGrp="1"/>
          </p:cNvSpPr>
          <p:nvPr>
            <p:ph type="pic" idx="2"/>
          </p:nvPr>
        </p:nvSpPr>
        <p:spPr>
          <a:xfrm>
            <a:off x="4687477" y="1703895"/>
            <a:ext cx="4286263" cy="327053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">
  <p:cSld name="Vide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0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grpSp>
        <p:nvGrpSpPr>
          <p:cNvPr id="229" name="Google Shape;229;p30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230" name="Google Shape;230;p30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1" name="Google Shape;231;p30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232" name="Google Shape;232;p30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3" name="Google Shape;233;p30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0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583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uniquement">
  <p:cSld name="Titre uniquement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1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grpSp>
        <p:nvGrpSpPr>
          <p:cNvPr id="238" name="Google Shape;238;p31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239" name="Google Shape;239;p31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0" name="Google Shape;240;p31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241" name="Google Shape;241;p31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2" name="Google Shape;242;p31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31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91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31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583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personnalisée">
  <p:cSld name="Disposition personnalisée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2"/>
          <p:cNvSpPr txBox="1">
            <a:spLocks noGrp="1"/>
          </p:cNvSpPr>
          <p:nvPr>
            <p:ph type="title"/>
          </p:nvPr>
        </p:nvSpPr>
        <p:spPr>
          <a:xfrm>
            <a:off x="389008" y="156772"/>
            <a:ext cx="8126342" cy="860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89008" y="156772"/>
            <a:ext cx="8126342" cy="860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33" title="Image de bâtiment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0784" r="20784"/>
          <a:stretch/>
        </p:blipFill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3" descr="Hexagone de couleur foncée unie au milieu d’accentuation d’image"/>
          <p:cNvSpPr/>
          <p:nvPr/>
        </p:nvSpPr>
        <p:spPr>
          <a:xfrm rot="-5400000">
            <a:off x="2009777" y="1791686"/>
            <a:ext cx="1809749" cy="156012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3"/>
          <p:cNvSpPr txBox="1">
            <a:spLocks noGrp="1"/>
          </p:cNvSpPr>
          <p:nvPr>
            <p:ph type="ctrTitle"/>
          </p:nvPr>
        </p:nvSpPr>
        <p:spPr>
          <a:xfrm>
            <a:off x="4781791" y="1504563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/>
              <a:t>Création et utilisation de la base de données</a:t>
            </a:r>
            <a:endParaRPr/>
          </a:p>
        </p:txBody>
      </p:sp>
      <p:sp>
        <p:nvSpPr>
          <p:cNvPr id="256" name="Google Shape;256;p33"/>
          <p:cNvSpPr txBox="1">
            <a:spLocks noGrp="1"/>
          </p:cNvSpPr>
          <p:nvPr>
            <p:ph type="subTitle" idx="1"/>
          </p:nvPr>
        </p:nvSpPr>
        <p:spPr>
          <a:xfrm>
            <a:off x="4781411" y="2730749"/>
            <a:ext cx="3640754" cy="943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"/>
              <a:t>Mon nom</a:t>
            </a:r>
            <a:endParaRPr/>
          </a:p>
        </p:txBody>
      </p:sp>
      <p:pic>
        <p:nvPicPr>
          <p:cNvPr id="257" name="Google Shape;257;p33" descr="https://lh5.googleusercontent.com/TcdnvzxQ7ulQo8GiFwfIKujloK6EfAJv7ikP-EvnfdTVQnROS3WXw6XSx9Cpd73e_l7GCUAnbxroB-qlzG2fvYdCyl-Y5QZ95MpiD-GfDN-4taJyHRqsr3vOZzc3ONTBu52b0HIdUOMeHvdHiA_5tD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40217" y="3713672"/>
            <a:ext cx="4303784" cy="1429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33" descr="https://lh5.googleusercontent.com/TcdnvzxQ7ulQo8GiFwfIKujloK6EfAJv7ikP-EvnfdTVQnROS3WXw6XSx9Cpd73e_l7GCUAnbxroB-qlzG2fvYdCyl-Y5QZ95MpiD-GfDN-4taJyHRqsr3vOZzc3ONTBu52b0HIdUOMeHvdHiA_5tD0"/>
          <p:cNvPicPr preferRelativeResize="0"/>
          <p:nvPr/>
        </p:nvPicPr>
        <p:blipFill rotWithShape="1">
          <a:blip r:embed="rId5">
            <a:alphaModFix/>
          </a:blip>
          <a:srcRect l="11387" t="12667" r="63940" b="13973"/>
          <a:stretch/>
        </p:blipFill>
        <p:spPr>
          <a:xfrm>
            <a:off x="1979722" y="1607746"/>
            <a:ext cx="1801842" cy="1779869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33"/>
          <p:cNvSpPr txBox="1"/>
          <p:nvPr/>
        </p:nvSpPr>
        <p:spPr>
          <a:xfrm>
            <a:off x="6412175" y="169075"/>
            <a:ext cx="2027400" cy="16395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Ne pas hésiter à modifier les visuels et à créer des slides peu chargées.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Bon courage !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>
            <a:spLocks noGrp="1"/>
          </p:cNvSpPr>
          <p:nvPr>
            <p:ph type="title"/>
          </p:nvPr>
        </p:nvSpPr>
        <p:spPr>
          <a:xfrm>
            <a:off x="398533" y="981363"/>
            <a:ext cx="5506967" cy="91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-FR" sz="4800" dirty="0" err="1"/>
              <a:t>DATAImmo</a:t>
            </a:r>
            <a:endParaRPr dirty="0"/>
          </a:p>
        </p:txBody>
      </p:sp>
      <p:sp>
        <p:nvSpPr>
          <p:cNvPr id="266" name="Google Shape;266;p34"/>
          <p:cNvSpPr txBox="1">
            <a:spLocks noGrp="1"/>
          </p:cNvSpPr>
          <p:nvPr>
            <p:ph type="body" idx="2"/>
          </p:nvPr>
        </p:nvSpPr>
        <p:spPr>
          <a:xfrm>
            <a:off x="398535" y="1922608"/>
            <a:ext cx="4554466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indent="0">
              <a:spcBef>
                <a:spcPts val="0"/>
              </a:spcBef>
              <a:buClr>
                <a:schemeClr val="accent1"/>
              </a:buClr>
              <a:buSzPts val="3300"/>
            </a:pPr>
            <a:r>
              <a:rPr lang="fr-FR" sz="1600" b="1" dirty="0">
                <a:solidFill>
                  <a:schemeClr val="accent1"/>
                </a:solidFill>
              </a:rPr>
              <a:t>Créer un modèle pour mieux prévoir le prix de ventes des biens immobiliers. </a:t>
            </a:r>
          </a:p>
        </p:txBody>
      </p:sp>
      <p:sp>
        <p:nvSpPr>
          <p:cNvPr id="267" name="Google Shape;267;p34"/>
          <p:cNvSpPr txBox="1">
            <a:spLocks noGrp="1"/>
          </p:cNvSpPr>
          <p:nvPr>
            <p:ph type="body" idx="1"/>
          </p:nvPr>
        </p:nvSpPr>
        <p:spPr>
          <a:xfrm>
            <a:off x="398533" y="2397686"/>
            <a:ext cx="3707122" cy="2218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85000" lnSpcReduction="10000"/>
          </a:bodyPr>
          <a:lstStyle/>
          <a:p>
            <a:pPr rtl="0"/>
            <a:r>
              <a:rPr lang="fr-FR" dirty="0"/>
              <a:t>Améliorer la base de données permettant de collecter les transactions immobilières et foncières en France en l’enrichissant pour analyser le marché et aider les différentes agences régionales à mieux accompagner leurs clients.</a:t>
            </a:r>
          </a:p>
          <a:p>
            <a:pPr rtl="0"/>
            <a:endParaRPr lang="fr-FR" dirty="0"/>
          </a:p>
          <a:p>
            <a:pPr marL="114300" indent="0" rtl="0">
              <a:buNone/>
            </a:pPr>
            <a:r>
              <a:rPr lang="fr-FR" dirty="0"/>
              <a:t>Cela en respectant la législation et notamment le RGPD</a:t>
            </a:r>
          </a:p>
        </p:txBody>
      </p:sp>
      <p:pic>
        <p:nvPicPr>
          <p:cNvPr id="268" name="Google Shape;268;p34" title="Horizon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23312" r="23313"/>
          <a:stretch/>
        </p:blipFill>
        <p:spPr>
          <a:xfrm>
            <a:off x="4953000" y="0"/>
            <a:ext cx="4191000" cy="515418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pic>
      <p:sp>
        <p:nvSpPr>
          <p:cNvPr id="269" name="Google Shape;269;p34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Ajouter un pied de page</a:t>
            </a:r>
            <a:endParaRPr/>
          </a:p>
        </p:txBody>
      </p:sp>
      <p:sp>
        <p:nvSpPr>
          <p:cNvPr id="270" name="Google Shape;270;p34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5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 b="0"/>
              <a:t>La stratégie de sauvegarde et la conformité RGPD</a:t>
            </a:r>
            <a:endParaRPr b="0"/>
          </a:p>
        </p:txBody>
      </p:sp>
      <p:sp>
        <p:nvSpPr>
          <p:cNvPr id="277" name="Google Shape;277;p35"/>
          <p:cNvSpPr txBox="1">
            <a:spLocks noGrp="1"/>
          </p:cNvSpPr>
          <p:nvPr>
            <p:ph type="body" idx="2"/>
          </p:nvPr>
        </p:nvSpPr>
        <p:spPr>
          <a:xfrm>
            <a:off x="390523" y="1552755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fr"/>
              <a:t>Lorem ipsum</a:t>
            </a:r>
            <a:endParaRPr/>
          </a:p>
        </p:txBody>
      </p:sp>
      <p:sp>
        <p:nvSpPr>
          <p:cNvPr id="278" name="Google Shape;278;p35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Ajouter un pied de page</a:t>
            </a:r>
            <a:endParaRPr/>
          </a:p>
        </p:txBody>
      </p:sp>
      <p:sp>
        <p:nvSpPr>
          <p:cNvPr id="279" name="Google Shape;279;p35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/>
              <a:t>Les données initiales</a:t>
            </a:r>
            <a:endParaRPr b="0"/>
          </a:p>
        </p:txBody>
      </p:sp>
      <p:sp>
        <p:nvSpPr>
          <p:cNvPr id="286" name="Google Shape;286;p36"/>
          <p:cNvSpPr txBox="1">
            <a:spLocks noGrp="1"/>
          </p:cNvSpPr>
          <p:nvPr>
            <p:ph type="body" idx="2"/>
          </p:nvPr>
        </p:nvSpPr>
        <p:spPr>
          <a:xfrm>
            <a:off x="390523" y="1552755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fr"/>
              <a:t>Lorem ipsum</a:t>
            </a:r>
            <a:endParaRPr/>
          </a:p>
        </p:txBody>
      </p:sp>
      <p:sp>
        <p:nvSpPr>
          <p:cNvPr id="287" name="Google Shape;287;p36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Ajouter un pied de page</a:t>
            </a:r>
            <a:endParaRPr/>
          </a:p>
        </p:txBody>
      </p:sp>
      <p:sp>
        <p:nvSpPr>
          <p:cNvPr id="288" name="Google Shape;288;p36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7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 b="0"/>
              <a:t>L’extrait du dictionnaire des données</a:t>
            </a:r>
            <a:endParaRPr b="0"/>
          </a:p>
        </p:txBody>
      </p:sp>
      <p:sp>
        <p:nvSpPr>
          <p:cNvPr id="295" name="Google Shape;295;p37"/>
          <p:cNvSpPr txBox="1">
            <a:spLocks noGrp="1"/>
          </p:cNvSpPr>
          <p:nvPr>
            <p:ph type="body" idx="2"/>
          </p:nvPr>
        </p:nvSpPr>
        <p:spPr>
          <a:xfrm>
            <a:off x="390523" y="1552755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fr"/>
              <a:t>Lorem ipsum</a:t>
            </a:r>
            <a:endParaRPr/>
          </a:p>
        </p:txBody>
      </p:sp>
      <p:sp>
        <p:nvSpPr>
          <p:cNvPr id="296" name="Google Shape;296;p37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Ajouter un pied de page</a:t>
            </a:r>
            <a:endParaRPr/>
          </a:p>
        </p:txBody>
      </p:sp>
      <p:sp>
        <p:nvSpPr>
          <p:cNvPr id="297" name="Google Shape;297;p37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8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 b="0"/>
              <a:t>Le schéma relationnel normalisé</a:t>
            </a:r>
            <a:endParaRPr b="0"/>
          </a:p>
        </p:txBody>
      </p:sp>
      <p:sp>
        <p:nvSpPr>
          <p:cNvPr id="304" name="Google Shape;304;p38"/>
          <p:cNvSpPr txBox="1">
            <a:spLocks noGrp="1"/>
          </p:cNvSpPr>
          <p:nvPr>
            <p:ph type="body" idx="2"/>
          </p:nvPr>
        </p:nvSpPr>
        <p:spPr>
          <a:xfrm>
            <a:off x="390523" y="1552755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fr"/>
              <a:t>Lorem ipsum</a:t>
            </a:r>
            <a:endParaRPr/>
          </a:p>
        </p:txBody>
      </p:sp>
      <p:sp>
        <p:nvSpPr>
          <p:cNvPr id="305" name="Google Shape;305;p38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Ajouter un pied de page</a:t>
            </a:r>
            <a:endParaRPr/>
          </a:p>
        </p:txBody>
      </p:sp>
      <p:sp>
        <p:nvSpPr>
          <p:cNvPr id="306" name="Google Shape;306;p38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9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 b="0"/>
              <a:t>La base de données avec les tables créées et les données chargées</a:t>
            </a:r>
            <a:endParaRPr b="0"/>
          </a:p>
        </p:txBody>
      </p:sp>
      <p:sp>
        <p:nvSpPr>
          <p:cNvPr id="313" name="Google Shape;313;p39"/>
          <p:cNvSpPr txBox="1">
            <a:spLocks noGrp="1"/>
          </p:cNvSpPr>
          <p:nvPr>
            <p:ph type="body" idx="2"/>
          </p:nvPr>
        </p:nvSpPr>
        <p:spPr>
          <a:xfrm>
            <a:off x="390523" y="1552755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fr"/>
              <a:t>Lorem ipsum</a:t>
            </a:r>
            <a:endParaRPr/>
          </a:p>
        </p:txBody>
      </p:sp>
      <p:sp>
        <p:nvSpPr>
          <p:cNvPr id="314" name="Google Shape;314;p39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Ajouter un pied de page</a:t>
            </a:r>
            <a:endParaRPr/>
          </a:p>
        </p:txBody>
      </p:sp>
      <p:sp>
        <p:nvSpPr>
          <p:cNvPr id="315" name="Google Shape;315;p39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0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lang="fr" sz="2400" b="0"/>
              <a:t>Les requêtes ou screenshot qui permettent de démontrer le bon chargement des données</a:t>
            </a:r>
            <a:endParaRPr sz="2400" b="0"/>
          </a:p>
        </p:txBody>
      </p:sp>
      <p:sp>
        <p:nvSpPr>
          <p:cNvPr id="322" name="Google Shape;322;p40"/>
          <p:cNvSpPr txBox="1">
            <a:spLocks noGrp="1"/>
          </p:cNvSpPr>
          <p:nvPr>
            <p:ph type="body" idx="2"/>
          </p:nvPr>
        </p:nvSpPr>
        <p:spPr>
          <a:xfrm>
            <a:off x="390523" y="1552755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fr"/>
              <a:t>Lorem ipsum</a:t>
            </a:r>
            <a:endParaRPr/>
          </a:p>
        </p:txBody>
      </p:sp>
      <p:sp>
        <p:nvSpPr>
          <p:cNvPr id="323" name="Google Shape;323;p40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Ajouter un pied de page</a:t>
            </a:r>
            <a:endParaRPr/>
          </a:p>
        </p:txBody>
      </p:sp>
      <p:sp>
        <p:nvSpPr>
          <p:cNvPr id="324" name="Google Shape;324;p40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p41" title="Image de bâtiment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0784" r="20784"/>
          <a:stretch/>
        </p:blipFill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1" descr="Hexagone de couleur foncée unie au milieu d’accentuation d’image"/>
          <p:cNvSpPr/>
          <p:nvPr/>
        </p:nvSpPr>
        <p:spPr>
          <a:xfrm rot="-5400000">
            <a:off x="2009777" y="1791686"/>
            <a:ext cx="1809749" cy="156012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1"/>
          <p:cNvSpPr txBox="1">
            <a:spLocks noGrp="1"/>
          </p:cNvSpPr>
          <p:nvPr>
            <p:ph type="title"/>
          </p:nvPr>
        </p:nvSpPr>
        <p:spPr>
          <a:xfrm>
            <a:off x="4712882" y="1490565"/>
            <a:ext cx="3683725" cy="1342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lang="fr" b="0">
                <a:latin typeface="Calibri"/>
                <a:ea typeface="Calibri"/>
                <a:cs typeface="Calibri"/>
                <a:sym typeface="Calibri"/>
              </a:rPr>
              <a:t>Requêtes SQL et résultats</a:t>
            </a:r>
            <a:endParaRPr/>
          </a:p>
        </p:txBody>
      </p:sp>
      <p:sp>
        <p:nvSpPr>
          <p:cNvPr id="333" name="Google Shape;333;p41" descr="Hexagone de couleur foncée unie au milieu d’accentuation d’image"/>
          <p:cNvSpPr/>
          <p:nvPr/>
        </p:nvSpPr>
        <p:spPr>
          <a:xfrm rot="-5400000">
            <a:off x="2009777" y="1791686"/>
            <a:ext cx="1809749" cy="156012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41"/>
          <p:cNvSpPr txBox="1">
            <a:spLocks noGrp="1"/>
          </p:cNvSpPr>
          <p:nvPr>
            <p:ph type="body" idx="1"/>
          </p:nvPr>
        </p:nvSpPr>
        <p:spPr>
          <a:xfrm>
            <a:off x="4712882" y="2844035"/>
            <a:ext cx="3683725" cy="682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"/>
              <a:t>Sous-titre</a:t>
            </a:r>
            <a:endParaRPr/>
          </a:p>
        </p:txBody>
      </p:sp>
      <p:pic>
        <p:nvPicPr>
          <p:cNvPr id="335" name="Google Shape;335;p41" descr="https://lh5.googleusercontent.com/TcdnvzxQ7ulQo8GiFwfIKujloK6EfAJv7ikP-EvnfdTVQnROS3WXw6XSx9Cpd73e_l7GCUAnbxroB-qlzG2fvYdCyl-Y5QZ95MpiD-GfDN-4taJyHRqsr3vOZzc3ONTBu52b0HIdUOMeHvdHiA_5tD0"/>
          <p:cNvPicPr preferRelativeResize="0"/>
          <p:nvPr/>
        </p:nvPicPr>
        <p:blipFill rotWithShape="1">
          <a:blip r:embed="rId4">
            <a:alphaModFix/>
          </a:blip>
          <a:srcRect l="11387" t="12667" r="63940" b="13973"/>
          <a:stretch/>
        </p:blipFill>
        <p:spPr>
          <a:xfrm>
            <a:off x="1979722" y="1607746"/>
            <a:ext cx="1801842" cy="1779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/>
              <a:t>Requête 1</a:t>
            </a:r>
            <a:endParaRPr/>
          </a:p>
        </p:txBody>
      </p:sp>
      <p:sp>
        <p:nvSpPr>
          <p:cNvPr id="342" name="Google Shape;342;p42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Ajouter un pied de page</a:t>
            </a:r>
            <a:endParaRPr/>
          </a:p>
        </p:txBody>
      </p:sp>
      <p:sp>
        <p:nvSpPr>
          <p:cNvPr id="343" name="Google Shape;343;p42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  <p:sp>
        <p:nvSpPr>
          <p:cNvPr id="344" name="Google Shape;344;p42"/>
          <p:cNvSpPr txBox="1">
            <a:spLocks noGrp="1"/>
          </p:cNvSpPr>
          <p:nvPr>
            <p:ph type="body" idx="1"/>
          </p:nvPr>
        </p:nvSpPr>
        <p:spPr>
          <a:xfrm>
            <a:off x="390370" y="1032699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"/>
              <a:t>Titre requête</a:t>
            </a:r>
            <a:endParaRPr/>
          </a:p>
        </p:txBody>
      </p:sp>
      <p:sp>
        <p:nvSpPr>
          <p:cNvPr id="345" name="Google Shape;345;p42"/>
          <p:cNvSpPr txBox="1"/>
          <p:nvPr/>
        </p:nvSpPr>
        <p:spPr>
          <a:xfrm>
            <a:off x="390523" y="1552755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177800" marR="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Char char="•"/>
            </a:pPr>
            <a:r>
              <a:rPr lang="f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Lorem ipsum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43" title="Image de bâtiment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0784" r="20784"/>
          <a:stretch/>
        </p:blipFill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43" descr="Hexagone de couleur foncée unie au milieu d’accentuation d’image"/>
          <p:cNvSpPr/>
          <p:nvPr/>
        </p:nvSpPr>
        <p:spPr>
          <a:xfrm rot="-5400000">
            <a:off x="2009777" y="1791686"/>
            <a:ext cx="1809749" cy="156012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43"/>
          <p:cNvSpPr txBox="1">
            <a:spLocks noGrp="1"/>
          </p:cNvSpPr>
          <p:nvPr>
            <p:ph type="ctrTitle"/>
          </p:nvPr>
        </p:nvSpPr>
        <p:spPr>
          <a:xfrm>
            <a:off x="4781791" y="1504563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</a:pPr>
            <a:r>
              <a:rPr lang="fr"/>
              <a:t>Merci !</a:t>
            </a:r>
            <a:endParaRPr/>
          </a:p>
        </p:txBody>
      </p:sp>
      <p:pic>
        <p:nvPicPr>
          <p:cNvPr id="354" name="Google Shape;354;p43" descr="https://lh5.googleusercontent.com/TcdnvzxQ7ulQo8GiFwfIKujloK6EfAJv7ikP-EvnfdTVQnROS3WXw6XSx9Cpd73e_l7GCUAnbxroB-qlzG2fvYdCyl-Y5QZ95MpiD-GfDN-4taJyHRqsr3vOZzc3ONTBu52b0HIdUOMeHvdHiA_5tD0"/>
          <p:cNvPicPr preferRelativeResize="0"/>
          <p:nvPr/>
        </p:nvPicPr>
        <p:blipFill rotWithShape="1">
          <a:blip r:embed="rId4">
            <a:alphaModFix/>
          </a:blip>
          <a:srcRect l="11387" t="12667" r="63940" b="13973"/>
          <a:stretch/>
        </p:blipFill>
        <p:spPr>
          <a:xfrm>
            <a:off x="1980103" y="1578297"/>
            <a:ext cx="1801842" cy="1779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</Words>
  <Application>Microsoft Office PowerPoint</Application>
  <PresentationFormat>Affichage à l'écran (16:9)</PresentationFormat>
  <Paragraphs>56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Arial Black</vt:lpstr>
      <vt:lpstr>Arial</vt:lpstr>
      <vt:lpstr>Calibri</vt:lpstr>
      <vt:lpstr>Simple Light</vt:lpstr>
      <vt:lpstr>Thème Office</vt:lpstr>
      <vt:lpstr>Création et utilisation de la base de données</vt:lpstr>
      <vt:lpstr>DATAImmo</vt:lpstr>
      <vt:lpstr>La stratégie de sauvegarde et la conformité RGPD</vt:lpstr>
      <vt:lpstr>Les données initiales</vt:lpstr>
      <vt:lpstr>L’extrait du dictionnaire des données</vt:lpstr>
      <vt:lpstr>Le schéma relationnel normalisé</vt:lpstr>
      <vt:lpstr>La base de données avec les tables créées et les données chargées</vt:lpstr>
      <vt:lpstr>Les requêtes ou screenshot qui permettent de démontrer le bon chargement des données</vt:lpstr>
      <vt:lpstr>Requêtes SQL et résultats</vt:lpstr>
      <vt:lpstr>Requête 1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Zied Belhocine</cp:lastModifiedBy>
  <cp:revision>1</cp:revision>
  <dcterms:modified xsi:type="dcterms:W3CDTF">2026-02-05T19:36:28Z</dcterms:modified>
</cp:coreProperties>
</file>