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4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27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2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slideLayout2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0.png" ContentType="image/png"/>
  <Override PartName="/ppt/media/image9.png" ContentType="image/png"/>
  <Override PartName="/ppt/media/image4.png" ContentType="image/png"/>
  <Override PartName="/ppt/media/image13.png" ContentType="image/png"/>
  <Override PartName="/ppt/media/image18.png" ContentType="image/png"/>
  <Override PartName="/ppt/media/image6.jpeg" ContentType="image/jpeg"/>
  <Override PartName="/ppt/media/image11.png" ContentType="image/png"/>
  <Override PartName="/ppt/media/image2.png" ContentType="image/png"/>
  <Override PartName="/ppt/media/image17.png" ContentType="image/png"/>
  <Override PartName="/ppt/media/image8.png" ContentType="image/png"/>
  <Override PartName="/ppt/media/image3.png" ContentType="image/png"/>
  <Override PartName="/ppt/media/image12.png" ContentType="image/png"/>
  <Override PartName="/ppt/media/image30.png" ContentType="image/png"/>
  <Override PartName="/ppt/media/image7.jpeg" ContentType="image/jpeg"/>
  <Override PartName="/ppt/media/image28.png" ContentType="image/png"/>
  <Override PartName="/ppt/media/image5.jpeg" ContentType="image/jpeg"/>
  <Override PartName="/ppt/media/image10.png" ContentType="image/png"/>
  <Override PartName="/ppt/media/image1.jpeg" ContentType="image/jpeg"/>
  <Override PartName="/ppt/media/image14.png" ContentType="image/png"/>
  <Override PartName="/ppt/media/image15.png" ContentType="image/png"/>
  <Override PartName="/ppt/media/image16.png" ContentType="image/png"/>
  <Override PartName="/ppt/media/image19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</p:sldMasterIdLst>
  <p:notesMasterIdLst>
    <p:notesMasterId r:id="rId32"/>
  </p:notesMasterIdLst>
  <p:sldIdLst>
    <p:sldId id="256" r:id="rId33"/>
    <p:sldId id="257" r:id="rId34"/>
    <p:sldId id="258" r:id="rId35"/>
    <p:sldId id="259" r:id="rId36"/>
    <p:sldId id="260" r:id="rId37"/>
    <p:sldId id="261" r:id="rId38"/>
    <p:sldId id="262" r:id="rId39"/>
    <p:sldId id="263" r:id="rId40"/>
    <p:sldId id="264" r:id="rId41"/>
    <p:sldId id="265" r:id="rId42"/>
    <p:sldId id="266" r:id="rId43"/>
    <p:sldId id="267" r:id="rId44"/>
    <p:sldId id="268" r:id="rId45"/>
    <p:sldId id="269" r:id="rId46"/>
    <p:sldId id="270" r:id="rId47"/>
    <p:sldId id="271" r:id="rId48"/>
    <p:sldId id="272" r:id="rId49"/>
    <p:sldId id="273" r:id="rId50"/>
    <p:sldId id="274" r:id="rId51"/>
    <p:sldId id="275" r:id="rId52"/>
    <p:sldId id="276" r:id="rId53"/>
    <p:sldId id="277" r:id="rId5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notesMaster" Target="notesMasters/notesMaster1.xml"/><Relationship Id="rId33" Type="http://schemas.openxmlformats.org/officeDocument/2006/relationships/slide" Target="slides/slide1.xml"/><Relationship Id="rId34" Type="http://schemas.openxmlformats.org/officeDocument/2006/relationships/slide" Target="slides/slide2.xml"/><Relationship Id="rId35" Type="http://schemas.openxmlformats.org/officeDocument/2006/relationships/slide" Target="slides/slide3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5" Type="http://schemas.openxmlformats.org/officeDocument/2006/relationships/slide" Target="slides/slide13.xml"/><Relationship Id="rId46" Type="http://schemas.openxmlformats.org/officeDocument/2006/relationships/slide" Target="slides/slide14.xml"/><Relationship Id="rId47" Type="http://schemas.openxmlformats.org/officeDocument/2006/relationships/slide" Target="slides/slide15.xml"/><Relationship Id="rId48" Type="http://schemas.openxmlformats.org/officeDocument/2006/relationships/slide" Target="slides/slide16.xml"/><Relationship Id="rId49" Type="http://schemas.openxmlformats.org/officeDocument/2006/relationships/slide" Target="slides/slide17.xml"/><Relationship Id="rId50" Type="http://schemas.openxmlformats.org/officeDocument/2006/relationships/slide" Target="slides/slide18.xml"/><Relationship Id="rId51" Type="http://schemas.openxmlformats.org/officeDocument/2006/relationships/slide" Target="slides/slide19.xml"/><Relationship Id="rId52" Type="http://schemas.openxmlformats.org/officeDocument/2006/relationships/slide" Target="slides/slide20.xml"/><Relationship Id="rId53" Type="http://schemas.openxmlformats.org/officeDocument/2006/relationships/slide" Target="slides/slide21.xml"/><Relationship Id="rId54" Type="http://schemas.openxmlformats.org/officeDocument/2006/relationships/slide" Target="slides/slide22.xml"/><Relationship Id="rId5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Cliquez pour déplacer la diapo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modifier le format 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 type="dt" idx="3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 type="ftr" idx="3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PlaceHolder 6"/>
          <p:cNvSpPr>
            <a:spLocks noGrp="1"/>
          </p:cNvSpPr>
          <p:nvPr>
            <p:ph type="sldNum" idx="3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C6FDBFF-D4F4-49A2-B141-F23D85C87546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33D7B0-D1D8-4362-9EF4-DEB43ADECE86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100" spc="-1" strike="noStrike">
                <a:solidFill>
                  <a:srgbClr val="000000"/>
                </a:solidFill>
                <a:latin typeface="Arial"/>
              </a:rPr>
              <a:t>Contexte du projet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8EF584-0C8B-41F3-8D13-E6FBF8992321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</a:rPr>
              <a:t>Méthodes mises en place :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Sauvegardes complètes quotidiennes et sauvegardes incrémentales toutes les heures.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Stockage des sauvegardes sur un serveur externe sécurisé.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Tests réguliers de restauration pour vérifier l’intégrité des sauvegardes.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</a:rPr>
              <a:t>Bonnes pratiques :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Automatisation des sauvegardes pour éviter les oublis(toutes les semaines).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Conservation des sauvegardes pendant une durée définie (ex. 1 mois).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 marL="11448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</a:rPr>
              <a:t>Mesures appliquées :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Limitation de l’accès aux données personnelles aux seules personnes habilitées.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Anonymisation des données sensibles.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Suppression régulière des données obsolètes selon une politique de conservation définie.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Traçabilité des accès et modifications dans la base.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Sécurisation des données par chiffrement et mots de passe robustes.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1448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</a:rPr>
              <a:t>Respect du droit des personnes : </a:t>
            </a: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Possibilité d’exercer droit d’accès, rectification, et suppression des données.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1B2ADA-F3D4-4095-B92A-17D61418A9BA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5F21F97-EA58-439A-B66E-1F5D5DE49ACA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98B0D4-B337-46A0-B578-42352E213452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37021F-1A8F-498E-803F-5E58F3F0910E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91EB8A-8C05-477A-B1CF-E188F1AE1927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3F6B33-84A1-4B06-8DD6-66FEEB491C91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A23CE6-7248-4865-8471-8A2F87E2A718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22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03114F-3969-4BBA-A122-9C593364BD07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81E73C-3BAF-4564-BE8C-CBF140003432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79D029-0CDB-4D39-8BBD-B7C120F424E4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943634-26E4-4C10-AFCF-3EE3CE6A8B85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9B2404-9BA4-451A-A376-EC9EB1FE690D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7F712E-D26F-431E-928F-2BC95B6C27CB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013289-1BCB-4A8A-9385-7BED3203B6D8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6F45CE-3077-4D22-9AD1-AEEC7A21B233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C0CB8F-ECA5-4453-9119-962962E02A80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0449EF-70DB-41DB-B2DC-0143EDCB559C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522D2E-B974-4007-ACA0-EDD799BE8DFD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DB191A-9F78-489F-BD53-89CCCA6B3B24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2840A0-C473-4F76-BFBE-EB78445D13F3}" type="slidenum">
              <a:rPr b="0" lang="fr" sz="1400" spc="-1" strike="noStrike">
                <a:solidFill>
                  <a:srgbClr val="000000"/>
                </a:solidFill>
                <a:latin typeface="Arial"/>
                <a:ea typeface="Arial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781880" y="1504440"/>
            <a:ext cx="3639960" cy="121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1262520" y="645840"/>
            <a:ext cx="3321000" cy="38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5C644E1-1F1F-4FBC-931D-1ED5B0F9F05E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8CAC1A-691B-4B13-98D8-529F395FB3D3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23716AF-4642-4F9D-9F58-393EED8B491C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07706EC-55D0-473F-A80C-6D542FF80A5B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781880" y="1504440"/>
            <a:ext cx="3639960" cy="121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1262520" y="645840"/>
            <a:ext cx="3321000" cy="38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4714A18-31E4-4AF8-8759-2D1C9F5317EB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781880" y="1504440"/>
            <a:ext cx="3639960" cy="121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1262520" y="645840"/>
            <a:ext cx="1620360" cy="38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2964240" y="645840"/>
            <a:ext cx="1620360" cy="385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C8F8858-DA46-4DA8-B09E-3D03B5683CDF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781880" y="1504440"/>
            <a:ext cx="3639960" cy="121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057CB5B2-5517-43B2-B74C-550777B4CB5D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0A41E28-FD30-4325-8485-C6B1F87A1E08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72ECB6B-ACCF-4927-9365-38CCF621695C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73A00B7B-CDF3-4DD6-AB6D-21F29581773F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BD36D86-7D18-4296-9450-B0410DA400C6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positive de titre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4819D077-1EE0-458D-968D-2FFDAA1F9903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EE764D8-7538-4283-9288-F4D5E065673A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D242274-F185-40A8-B30D-CEBABA22DCC7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4FA141C9-4157-4009-A321-493FB6E4A10D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5D35828-A80B-44A7-840F-7BC71A07D42C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SPOSITION DU TEXTE 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DBFC22B-5183-4173-8FEB-FAD44DCA5361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ison avec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8D120C0D-FB21-4A70-99A2-11CB03C71149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phiq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B894D636-E82D-41D0-A468-B88ABDA845A6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sposition du text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B80CB9E-3C99-40CA-8200-F8F6CF5CC404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B356870C-82DE-4B1C-B593-32B4ED26E420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nd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er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fr-FR" sz="5200" spc="-1" strike="noStrike">
                <a:solidFill>
                  <a:srgbClr val="000000"/>
                </a:solidFill>
                <a:latin typeface="Arial"/>
              </a:rPr>
              <a:t>Cliquez pour </a:t>
            </a:r>
            <a:r>
              <a:rPr b="0" lang="fr-FR" sz="5200" spc="-1" strike="noStrike">
                <a:solidFill>
                  <a:srgbClr val="000000"/>
                </a:solidFill>
                <a:latin typeface="Arial"/>
              </a:rPr>
              <a:t>éditer le format </a:t>
            </a:r>
            <a:r>
              <a:rPr b="0" lang="fr-FR" sz="5200" spc="-1" strike="noStrike">
                <a:solidFill>
                  <a:srgbClr val="000000"/>
                </a:solidFill>
                <a:latin typeface="Arial"/>
              </a:rPr>
              <a:t>du texte-titre</a:t>
            </a:r>
            <a:endParaRPr b="0" lang="fr-FR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7D260C-4EE8-4F4B-8E5B-8C150F65DCB6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98341"/>
          </a:bodyPr>
          <a:p>
            <a:pPr indent="0" algn="ctr">
              <a:lnSpc>
                <a:spcPct val="100000"/>
              </a:lnSpc>
              <a:buNone/>
            </a:pPr>
            <a:r>
              <a:rPr b="0" lang="fr-FR" sz="12000" spc="-1" strike="noStrike">
                <a:solidFill>
                  <a:schemeClr val="dk1"/>
                </a:solidFill>
                <a:latin typeface="Arial"/>
                <a:ea typeface="Arial"/>
              </a:rPr>
              <a:t>xx%</a:t>
            </a:r>
            <a:endParaRPr b="0" lang="fr-FR" sz="1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50000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8418CA-5FE7-4DD8-83C2-5DA2DA8A8938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CEF761-D945-4640-B013-98C94D5B1953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96666"/>
          </a:bodyPr>
          <a:p>
            <a:pPr indent="0">
              <a:buNone/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8636B7-4EAC-4778-976B-3242A09B72EA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A5A08D-A1BA-41B8-A6B1-1D1476E35AA1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C80B13-C593-48D7-BA5E-7EE119ED147F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42F646-01D7-4571-9CC1-C3B5592180E2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81218"/>
          </a:bodyPr>
          <a:p>
            <a:pPr indent="0">
              <a:buNone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35861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596D2E-6D81-48EF-B460-40E5BBFA91A3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DBE48E-C9B9-4FF2-ACD3-93F73B6C04F3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6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81172" lnSpcReduction="20000"/>
          </a:bodyPr>
          <a:p>
            <a:pPr indent="0">
              <a:buNone/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75000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739F24-8C34-4888-9F75-18D8CD9D3ECB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826F71-0A51-4A31-A1A7-6BA5389DBCA3}" type="slidenum">
              <a:rPr b="0" lang="fr" sz="1000" spc="-1" strike="noStrike">
                <a:solidFill>
                  <a:schemeClr val="dk2"/>
                </a:solidFill>
                <a:latin typeface="Arial"/>
                <a:ea typeface="Arial"/>
              </a:rPr>
              <a:t>&lt;numéro&gt;</a:t>
            </a:fld>
            <a:endParaRPr b="0" lang="fr-FR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55;p14"/>
          <p:cNvSpPr/>
          <p:nvPr/>
        </p:nvSpPr>
        <p:spPr>
          <a:xfrm flipH="1" rot="10800000">
            <a:off x="-360" y="360"/>
            <a:ext cx="7968600" cy="405288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37" name="Google Shape;56;p14"/>
          <p:cNvCxnSpPr/>
          <p:nvPr/>
        </p:nvCxnSpPr>
        <p:spPr>
          <a:xfrm flipV="1">
            <a:off x="0" y="0"/>
            <a:ext cx="4523040" cy="2253600"/>
          </a:xfrm>
          <a:prstGeom prst="straightConnector1">
            <a:avLst/>
          </a:prstGeom>
          <a:ln w="9525">
            <a:solidFill>
              <a:srgbClr val="a5a5a5"/>
            </a:solidFill>
            <a:miter/>
          </a:ln>
        </p:spPr>
      </p:cxnSp>
      <p:sp>
        <p:nvSpPr>
          <p:cNvPr id="38" name="PlaceHolder 1"/>
          <p:cNvSpPr>
            <a:spLocks noGrp="1"/>
          </p:cNvSpPr>
          <p:nvPr>
            <p:ph type="body"/>
          </p:nvPr>
        </p:nvSpPr>
        <p:spPr>
          <a:xfrm>
            <a:off x="1262520" y="645840"/>
            <a:ext cx="3321000" cy="3852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5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9" name="Google Shape;58;p14"/>
          <p:cNvCxnSpPr/>
          <p:nvPr/>
        </p:nvCxnSpPr>
        <p:spPr>
          <a:xfrm flipV="1">
            <a:off x="6752880" y="2943000"/>
            <a:ext cx="2391480" cy="1267200"/>
          </a:xfrm>
          <a:prstGeom prst="straightConnector1">
            <a:avLst/>
          </a:prstGeom>
          <a:ln w="9525">
            <a:solidFill>
              <a:srgbClr val="ee9571"/>
            </a:solidFill>
            <a:miter/>
          </a:ln>
        </p:spPr>
      </p:cxnSp>
      <p:sp>
        <p:nvSpPr>
          <p:cNvPr id="40" name="PlaceHolder 2"/>
          <p:cNvSpPr>
            <a:spLocks noGrp="1"/>
          </p:cNvSpPr>
          <p:nvPr>
            <p:ph type="title"/>
          </p:nvPr>
        </p:nvSpPr>
        <p:spPr>
          <a:xfrm>
            <a:off x="4781880" y="1504440"/>
            <a:ext cx="3639960" cy="1211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93740" lnSpcReduction="20000"/>
          </a:bodyPr>
          <a:p>
            <a:pPr indent="0"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" name="Google Shape;61;p14"/>
          <p:cNvCxnSpPr/>
          <p:nvPr/>
        </p:nvCxnSpPr>
        <p:spPr>
          <a:xfrm flipV="1">
            <a:off x="-13320" y="3524760"/>
            <a:ext cx="1440000" cy="751320"/>
          </a:xfrm>
          <a:prstGeom prst="straightConnector1">
            <a:avLst/>
          </a:prstGeom>
          <a:ln w="9525">
            <a:solidFill>
              <a:srgbClr val="e26064"/>
            </a:solidFill>
            <a:miter/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154;p23"/>
          <p:cNvSpPr/>
          <p:nvPr/>
        </p:nvSpPr>
        <p:spPr>
          <a:xfrm flipH="1" rot="10800000">
            <a:off x="-360" y="360"/>
            <a:ext cx="7968600" cy="405288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43" name="Google Shape;155;p23"/>
          <p:cNvCxnSpPr/>
          <p:nvPr/>
        </p:nvCxnSpPr>
        <p:spPr>
          <a:xfrm flipV="1">
            <a:off x="0" y="0"/>
            <a:ext cx="4523040" cy="2253600"/>
          </a:xfrm>
          <a:prstGeom prst="straightConnector1">
            <a:avLst/>
          </a:prstGeom>
          <a:ln w="9525">
            <a:solidFill>
              <a:srgbClr val="a5a5a5"/>
            </a:solidFill>
            <a:miter/>
          </a:ln>
        </p:spPr>
      </p:cxnSp>
      <p:cxnSp>
        <p:nvCxnSpPr>
          <p:cNvPr id="44" name="Google Shape;156;p23"/>
          <p:cNvCxnSpPr/>
          <p:nvPr/>
        </p:nvCxnSpPr>
        <p:spPr>
          <a:xfrm flipV="1">
            <a:off x="6752880" y="2943000"/>
            <a:ext cx="2391480" cy="126720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781880" y="1504440"/>
            <a:ext cx="3639960" cy="1211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93740" lnSpcReduction="20000"/>
          </a:bodyPr>
          <a:p>
            <a:pPr indent="0"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6" name="Google Shape;159;p23"/>
          <p:cNvCxnSpPr/>
          <p:nvPr/>
        </p:nvCxnSpPr>
        <p:spPr>
          <a:xfrm flipV="1">
            <a:off x="-13320" y="3524760"/>
            <a:ext cx="1440000" cy="751320"/>
          </a:xfrm>
          <a:prstGeom prst="straightConnector1">
            <a:avLst/>
          </a:prstGeom>
          <a:ln w="9525">
            <a:solidFill>
              <a:srgbClr val="00194c"/>
            </a:solidFill>
            <a:miter/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161;p24"/>
          <p:cNvSpPr/>
          <p:nvPr/>
        </p:nvSpPr>
        <p:spPr>
          <a:xfrm flipH="1" rot="10800000">
            <a:off x="-360" y="360"/>
            <a:ext cx="7968600" cy="405288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" name="Google Shape;162;p24"/>
          <p:cNvSpPr/>
          <p:nvPr/>
        </p:nvSpPr>
        <p:spPr>
          <a:xfrm rot="19959000">
            <a:off x="-477720" y="2691000"/>
            <a:ext cx="2894760" cy="1309680"/>
          </a:xfrm>
          <a:prstGeom prst="parallelogram">
            <a:avLst>
              <a:gd name="adj" fmla="val 53218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49" name="Google Shape;163;p24"/>
          <p:cNvCxnSpPr/>
          <p:nvPr/>
        </p:nvCxnSpPr>
        <p:spPr>
          <a:xfrm flipV="1">
            <a:off x="0" y="757440"/>
            <a:ext cx="1339200" cy="680760"/>
          </a:xfrm>
          <a:prstGeom prst="straightConnector1">
            <a:avLst/>
          </a:prstGeom>
          <a:ln w="9525">
            <a:solidFill>
              <a:srgbClr val="a5a5a5"/>
            </a:solidFill>
            <a:miter/>
          </a:ln>
        </p:spPr>
      </p:cxn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712760" y="1490400"/>
            <a:ext cx="3683520" cy="13420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98697" lnSpcReduction="10000"/>
          </a:bodyPr>
          <a:p>
            <a:pPr indent="0">
              <a:buNone/>
            </a:pPr>
            <a:r>
              <a:rPr b="0" lang="fr-FR" sz="30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712760" y="2844000"/>
            <a:ext cx="3683520" cy="6825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 fontScale="12003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2" name="Google Shape;166;p24"/>
          <p:cNvCxnSpPr/>
          <p:nvPr/>
        </p:nvCxnSpPr>
        <p:spPr>
          <a:xfrm flipV="1">
            <a:off x="6752880" y="2943000"/>
            <a:ext cx="2391480" cy="126720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sp>
        <p:nvSpPr>
          <p:cNvPr id="53" name="Google Shape;167;p24"/>
          <p:cNvSpPr/>
          <p:nvPr/>
        </p:nvSpPr>
        <p:spPr>
          <a:xfrm>
            <a:off x="5815440" y="0"/>
            <a:ext cx="1693440" cy="556920"/>
          </a:xfrm>
          <a:prstGeom prst="parallelogram">
            <a:avLst>
              <a:gd name="adj" fmla="val 195850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54" name="Google Shape;168;p24"/>
          <p:cNvCxnSpPr/>
          <p:nvPr/>
        </p:nvCxnSpPr>
        <p:spPr>
          <a:xfrm flipV="1">
            <a:off x="0" y="306360"/>
            <a:ext cx="4946760" cy="2552760"/>
          </a:xfrm>
          <a:prstGeom prst="straightConnector1">
            <a:avLst/>
          </a:prstGeom>
          <a:ln w="9525">
            <a:solidFill>
              <a:srgbClr val="a5a5a5"/>
            </a:solidFill>
            <a:miter/>
          </a:ln>
        </p:spPr>
      </p:cxnSp>
      <p:cxnSp>
        <p:nvCxnSpPr>
          <p:cNvPr id="55" name="Google Shape;169;p24"/>
          <p:cNvCxnSpPr/>
          <p:nvPr/>
        </p:nvCxnSpPr>
        <p:spPr>
          <a:xfrm flipV="1">
            <a:off x="-13320" y="3949920"/>
            <a:ext cx="1440000" cy="751320"/>
          </a:xfrm>
          <a:prstGeom prst="straightConnector1">
            <a:avLst/>
          </a:prstGeom>
          <a:ln w="9525">
            <a:solidFill>
              <a:srgbClr val="00194c"/>
            </a:solidFill>
            <a:miter/>
          </a:ln>
        </p:spPr>
      </p:cxnSp>
      <p:sp>
        <p:nvSpPr>
          <p:cNvPr id="56" name="Google Shape;170;p24"/>
          <p:cNvSpPr/>
          <p:nvPr/>
        </p:nvSpPr>
        <p:spPr>
          <a:xfrm rot="19959000">
            <a:off x="-104040" y="2555280"/>
            <a:ext cx="1078560" cy="177120"/>
          </a:xfrm>
          <a:prstGeom prst="parallelogram">
            <a:avLst>
              <a:gd name="adj" fmla="val 53218"/>
            </a:avLst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172;p25"/>
          <p:cNvCxnSpPr/>
          <p:nvPr/>
        </p:nvCxnSpPr>
        <p:spPr>
          <a:xfrm flipH="1" flipV="1">
            <a:off x="-6840" y="2725200"/>
            <a:ext cx="1434600" cy="118008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grpSp>
        <p:nvGrpSpPr>
          <p:cNvPr id="58" name="Google Shape;173;p25"/>
          <p:cNvGrpSpPr/>
          <p:nvPr/>
        </p:nvGrpSpPr>
        <p:grpSpPr>
          <a:xfrm>
            <a:off x="5670720" y="0"/>
            <a:ext cx="3575520" cy="2655360"/>
            <a:chOff x="5670720" y="0"/>
            <a:chExt cx="3575520" cy="2655360"/>
          </a:xfrm>
        </p:grpSpPr>
        <p:sp>
          <p:nvSpPr>
            <p:cNvPr id="59" name="Google Shape;174;p25"/>
            <p:cNvSpPr/>
            <p:nvPr/>
          </p:nvSpPr>
          <p:spPr>
            <a:xfrm flipH="1">
              <a:off x="5670360" y="0"/>
              <a:ext cx="3479400" cy="2655360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dk1"/>
                </a:solidFill>
                <a:latin typeface="Calibri"/>
                <a:ea typeface="Calibri"/>
              </a:endParaRPr>
            </a:p>
          </p:txBody>
        </p:sp>
        <p:cxnSp>
          <p:nvCxnSpPr>
            <p:cNvPr id="60" name="Google Shape;175;p25"/>
            <p:cNvCxnSpPr/>
            <p:nvPr/>
          </p:nvCxnSpPr>
          <p:spPr>
            <a:xfrm flipH="1" flipV="1">
              <a:off x="7144560" y="0"/>
              <a:ext cx="931320" cy="723240"/>
            </a:xfrm>
            <a:prstGeom prst="straightConnector1">
              <a:avLst/>
            </a:prstGeom>
            <a:ln w="9525">
              <a:solidFill>
                <a:srgbClr val="bfbfbf"/>
              </a:solidFill>
              <a:miter/>
            </a:ln>
          </p:spPr>
        </p:cxnSp>
        <p:sp>
          <p:nvSpPr>
            <p:cNvPr id="61" name="Google Shape;176;p25"/>
            <p:cNvSpPr/>
            <p:nvPr/>
          </p:nvSpPr>
          <p:spPr>
            <a:xfrm flipH="1" rot="2178600">
              <a:off x="8278920" y="900000"/>
              <a:ext cx="1015560" cy="169200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lt1"/>
                </a:solidFill>
                <a:latin typeface="Calibri"/>
                <a:ea typeface="Calibri"/>
              </a:endParaRPr>
            </a:p>
          </p:txBody>
        </p:sp>
      </p:grpSp>
      <p:sp>
        <p:nvSpPr>
          <p:cNvPr id="62" name="Google Shape;177;p25"/>
          <p:cNvSpPr/>
          <p:nvPr/>
        </p:nvSpPr>
        <p:spPr>
          <a:xfrm>
            <a:off x="8304120" y="176760"/>
            <a:ext cx="6105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fr" sz="2600" spc="-1" strike="noStrike">
                <a:solidFill>
                  <a:schemeClr val="accent6"/>
                </a:solidFill>
                <a:latin typeface="Arial Black"/>
                <a:ea typeface="Arial Black"/>
              </a:rPr>
              <a:t>FR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Google Shape;178;p25"/>
          <p:cNvSpPr/>
          <p:nvPr/>
        </p:nvSpPr>
        <p:spPr>
          <a:xfrm flipH="1">
            <a:off x="5009040" y="0"/>
            <a:ext cx="1085400" cy="478800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ftr" idx="12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ldNum" idx="13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CBBCF7-2D87-47EB-873A-3F7EF659F74F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0617"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389160" y="1253880"/>
            <a:ext cx="8125920" cy="337824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Google Shape;184;p26"/>
          <p:cNvCxnSpPr/>
          <p:nvPr/>
        </p:nvCxnSpPr>
        <p:spPr>
          <a:xfrm flipH="1" flipV="1">
            <a:off x="-6840" y="2725200"/>
            <a:ext cx="1434600" cy="118008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grpSp>
        <p:nvGrpSpPr>
          <p:cNvPr id="69" name="Google Shape;185;p26"/>
          <p:cNvGrpSpPr/>
          <p:nvPr/>
        </p:nvGrpSpPr>
        <p:grpSpPr>
          <a:xfrm>
            <a:off x="5670720" y="0"/>
            <a:ext cx="3575520" cy="2655360"/>
            <a:chOff x="5670720" y="0"/>
            <a:chExt cx="3575520" cy="2655360"/>
          </a:xfrm>
        </p:grpSpPr>
        <p:sp>
          <p:nvSpPr>
            <p:cNvPr id="70" name="Google Shape;186;p26"/>
            <p:cNvSpPr/>
            <p:nvPr/>
          </p:nvSpPr>
          <p:spPr>
            <a:xfrm flipH="1">
              <a:off x="5670360" y="0"/>
              <a:ext cx="3479400" cy="2655360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dk1"/>
                </a:solidFill>
                <a:latin typeface="Calibri"/>
                <a:ea typeface="Calibri"/>
              </a:endParaRPr>
            </a:p>
          </p:txBody>
        </p:sp>
        <p:cxnSp>
          <p:nvCxnSpPr>
            <p:cNvPr id="71" name="Google Shape;187;p26"/>
            <p:cNvCxnSpPr/>
            <p:nvPr/>
          </p:nvCxnSpPr>
          <p:spPr>
            <a:xfrm flipH="1" flipV="1">
              <a:off x="7144560" y="0"/>
              <a:ext cx="931320" cy="723240"/>
            </a:xfrm>
            <a:prstGeom prst="straightConnector1">
              <a:avLst/>
            </a:prstGeom>
            <a:ln w="9525">
              <a:solidFill>
                <a:srgbClr val="bfbfbf"/>
              </a:solidFill>
              <a:miter/>
            </a:ln>
          </p:spPr>
        </p:cxnSp>
        <p:sp>
          <p:nvSpPr>
            <p:cNvPr id="72" name="Google Shape;188;p26"/>
            <p:cNvSpPr/>
            <p:nvPr/>
          </p:nvSpPr>
          <p:spPr>
            <a:xfrm flipH="1" rot="2178600">
              <a:off x="8278920" y="900000"/>
              <a:ext cx="1015560" cy="169200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lt1"/>
                </a:solidFill>
                <a:latin typeface="Calibri"/>
                <a:ea typeface="Calibri"/>
              </a:endParaRPr>
            </a:p>
          </p:txBody>
        </p:sp>
      </p:grpSp>
      <p:sp>
        <p:nvSpPr>
          <p:cNvPr id="73" name="Google Shape;189;p26"/>
          <p:cNvSpPr/>
          <p:nvPr/>
        </p:nvSpPr>
        <p:spPr>
          <a:xfrm>
            <a:off x="8304120" y="176760"/>
            <a:ext cx="6105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fr" sz="2600" spc="-1" strike="noStrike">
                <a:solidFill>
                  <a:schemeClr val="accent6"/>
                </a:solidFill>
                <a:latin typeface="Arial Black"/>
                <a:ea typeface="Arial Black"/>
              </a:rPr>
              <a:t>FR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Google Shape;190;p26"/>
          <p:cNvSpPr/>
          <p:nvPr/>
        </p:nvSpPr>
        <p:spPr>
          <a:xfrm flipH="1">
            <a:off x="5009040" y="0"/>
            <a:ext cx="1085400" cy="478800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75" name="PlaceHolder 1"/>
          <p:cNvSpPr>
            <a:spLocks noGrp="1"/>
          </p:cNvSpPr>
          <p:nvPr>
            <p:ph type="ftr" idx="14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15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24BD00-0AD1-4D5B-86A8-2830F3A3544F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0617"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body"/>
          </p:nvPr>
        </p:nvSpPr>
        <p:spPr>
          <a:xfrm>
            <a:off x="397440" y="1238400"/>
            <a:ext cx="3885840" cy="33940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body"/>
          </p:nvPr>
        </p:nvSpPr>
        <p:spPr>
          <a:xfrm>
            <a:off x="4629240" y="1238400"/>
            <a:ext cx="3885840" cy="33940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niveau de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Google Shape;197;p27"/>
          <p:cNvCxnSpPr/>
          <p:nvPr/>
        </p:nvCxnSpPr>
        <p:spPr>
          <a:xfrm flipH="1" flipV="1">
            <a:off x="-6840" y="2725200"/>
            <a:ext cx="1434600" cy="118008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grpSp>
        <p:nvGrpSpPr>
          <p:cNvPr id="81" name="Google Shape;198;p27"/>
          <p:cNvGrpSpPr/>
          <p:nvPr/>
        </p:nvGrpSpPr>
        <p:grpSpPr>
          <a:xfrm>
            <a:off x="5670720" y="0"/>
            <a:ext cx="3575520" cy="2655360"/>
            <a:chOff x="5670720" y="0"/>
            <a:chExt cx="3575520" cy="2655360"/>
          </a:xfrm>
        </p:grpSpPr>
        <p:sp>
          <p:nvSpPr>
            <p:cNvPr id="82" name="Google Shape;199;p27"/>
            <p:cNvSpPr/>
            <p:nvPr/>
          </p:nvSpPr>
          <p:spPr>
            <a:xfrm flipH="1">
              <a:off x="5670360" y="0"/>
              <a:ext cx="3479400" cy="2655360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dk1"/>
                </a:solidFill>
                <a:latin typeface="Calibri"/>
                <a:ea typeface="Calibri"/>
              </a:endParaRPr>
            </a:p>
          </p:txBody>
        </p:sp>
        <p:cxnSp>
          <p:nvCxnSpPr>
            <p:cNvPr id="83" name="Google Shape;200;p27"/>
            <p:cNvCxnSpPr/>
            <p:nvPr/>
          </p:nvCxnSpPr>
          <p:spPr>
            <a:xfrm flipH="1" flipV="1">
              <a:off x="7144560" y="0"/>
              <a:ext cx="931320" cy="723240"/>
            </a:xfrm>
            <a:prstGeom prst="straightConnector1">
              <a:avLst/>
            </a:prstGeom>
            <a:ln w="9525">
              <a:solidFill>
                <a:srgbClr val="bfbfbf"/>
              </a:solidFill>
              <a:miter/>
            </a:ln>
          </p:spPr>
        </p:cxnSp>
        <p:sp>
          <p:nvSpPr>
            <p:cNvPr id="84" name="Google Shape;201;p27"/>
            <p:cNvSpPr/>
            <p:nvPr/>
          </p:nvSpPr>
          <p:spPr>
            <a:xfrm flipH="1" rot="2178600">
              <a:off x="8278920" y="900000"/>
              <a:ext cx="1015560" cy="169200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lt1"/>
                </a:solidFill>
                <a:latin typeface="Calibri"/>
                <a:ea typeface="Calibri"/>
              </a:endParaRPr>
            </a:p>
          </p:txBody>
        </p:sp>
      </p:grpSp>
      <p:sp>
        <p:nvSpPr>
          <p:cNvPr id="85" name="Google Shape;202;p27"/>
          <p:cNvSpPr/>
          <p:nvPr/>
        </p:nvSpPr>
        <p:spPr>
          <a:xfrm>
            <a:off x="8304120" y="176760"/>
            <a:ext cx="6105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fr" sz="2600" spc="-1" strike="noStrike">
                <a:solidFill>
                  <a:schemeClr val="accent6"/>
                </a:solidFill>
                <a:latin typeface="Arial Black"/>
                <a:ea typeface="Arial Black"/>
              </a:rPr>
              <a:t>FR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203;p27"/>
          <p:cNvSpPr/>
          <p:nvPr/>
        </p:nvSpPr>
        <p:spPr>
          <a:xfrm flipH="1">
            <a:off x="5009040" y="0"/>
            <a:ext cx="1085400" cy="478800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ftr" idx="16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17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C4DF2A0-71E3-4154-A5C7-4F7899F587D8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0617"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389160" y="1260720"/>
            <a:ext cx="4036680" cy="6174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b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body"/>
          </p:nvPr>
        </p:nvSpPr>
        <p:spPr>
          <a:xfrm>
            <a:off x="4629240" y="1260720"/>
            <a:ext cx="3886920" cy="6174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b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 type="body"/>
          </p:nvPr>
        </p:nvSpPr>
        <p:spPr>
          <a:xfrm>
            <a:off x="4629240" y="1878840"/>
            <a:ext cx="3886920" cy="27630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7"/>
          <p:cNvSpPr>
            <a:spLocks noGrp="1"/>
          </p:cNvSpPr>
          <p:nvPr>
            <p:ph type="body"/>
          </p:nvPr>
        </p:nvSpPr>
        <p:spPr>
          <a:xfrm>
            <a:off x="389160" y="1878840"/>
            <a:ext cx="4043520" cy="27630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212;p28"/>
          <p:cNvSpPr/>
          <p:nvPr/>
        </p:nvSpPr>
        <p:spPr>
          <a:xfrm flipH="1" rot="10800000">
            <a:off x="-360" y="360"/>
            <a:ext cx="7968600" cy="405288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95" name="Google Shape;213;p28"/>
          <p:cNvCxnSpPr/>
          <p:nvPr/>
        </p:nvCxnSpPr>
        <p:spPr>
          <a:xfrm flipV="1">
            <a:off x="0" y="0"/>
            <a:ext cx="4523040" cy="2253600"/>
          </a:xfrm>
          <a:prstGeom prst="straightConnector1">
            <a:avLst/>
          </a:prstGeom>
          <a:ln w="9525">
            <a:solidFill>
              <a:srgbClr val="a5a5a5"/>
            </a:solidFill>
            <a:miter/>
          </a:ln>
        </p:spPr>
      </p:cxnSp>
      <p:cxnSp>
        <p:nvCxnSpPr>
          <p:cNvPr id="96" name="Google Shape;214;p28"/>
          <p:cNvCxnSpPr/>
          <p:nvPr/>
        </p:nvCxnSpPr>
        <p:spPr>
          <a:xfrm flipV="1">
            <a:off x="6752880" y="2943000"/>
            <a:ext cx="2391480" cy="126720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39280" y="3280680"/>
            <a:ext cx="3983400" cy="99504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8" name="Google Shape;216;p28"/>
          <p:cNvCxnSpPr/>
          <p:nvPr/>
        </p:nvCxnSpPr>
        <p:spPr>
          <a:xfrm flipV="1">
            <a:off x="-13320" y="3524760"/>
            <a:ext cx="1440000" cy="751320"/>
          </a:xfrm>
          <a:prstGeom prst="straightConnector1">
            <a:avLst/>
          </a:prstGeom>
          <a:ln w="9525">
            <a:solidFill>
              <a:srgbClr val="00194c"/>
            </a:solidFill>
            <a:miter/>
          </a:ln>
        </p:spPr>
      </p:cxn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539280" y="4275720"/>
            <a:ext cx="3983400" cy="6984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620960" y="1717920"/>
            <a:ext cx="4352400" cy="32562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220;p29"/>
          <p:cNvSpPr/>
          <p:nvPr/>
        </p:nvSpPr>
        <p:spPr>
          <a:xfrm flipH="1" rot="10800000">
            <a:off x="-360" y="360"/>
            <a:ext cx="7968600" cy="405288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102" name="Google Shape;221;p29"/>
          <p:cNvCxnSpPr/>
          <p:nvPr/>
        </p:nvCxnSpPr>
        <p:spPr>
          <a:xfrm flipV="1">
            <a:off x="0" y="0"/>
            <a:ext cx="4523040" cy="2253600"/>
          </a:xfrm>
          <a:prstGeom prst="straightConnector1">
            <a:avLst/>
          </a:prstGeom>
          <a:ln w="9525">
            <a:solidFill>
              <a:srgbClr val="a5a5a5"/>
            </a:solidFill>
            <a:miter/>
          </a:ln>
        </p:spPr>
      </p:cxnSp>
      <p:cxnSp>
        <p:nvCxnSpPr>
          <p:cNvPr id="103" name="Google Shape;222;p29"/>
          <p:cNvCxnSpPr/>
          <p:nvPr/>
        </p:nvCxnSpPr>
        <p:spPr>
          <a:xfrm flipV="1">
            <a:off x="6752880" y="2943000"/>
            <a:ext cx="2391480" cy="126720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39280" y="3280680"/>
            <a:ext cx="3983400" cy="99504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5" name="Google Shape;224;p29"/>
          <p:cNvCxnSpPr/>
          <p:nvPr/>
        </p:nvCxnSpPr>
        <p:spPr>
          <a:xfrm flipV="1">
            <a:off x="-13320" y="3524760"/>
            <a:ext cx="1440000" cy="751320"/>
          </a:xfrm>
          <a:prstGeom prst="straightConnector1">
            <a:avLst/>
          </a:prstGeom>
          <a:ln w="9525">
            <a:solidFill>
              <a:srgbClr val="00194c"/>
            </a:solidFill>
            <a:miter/>
          </a:ln>
        </p:spPr>
      </p:cxn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539280" y="4275720"/>
            <a:ext cx="3983400" cy="6984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2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body"/>
          </p:nvPr>
        </p:nvSpPr>
        <p:spPr>
          <a:xfrm>
            <a:off x="4687560" y="1703880"/>
            <a:ext cx="4285800" cy="3270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22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228;p30"/>
          <p:cNvSpPr/>
          <p:nvPr/>
        </p:nvSpPr>
        <p:spPr>
          <a:xfrm>
            <a:off x="8304120" y="176760"/>
            <a:ext cx="6105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fr" sz="2600" spc="-1" strike="noStrike">
                <a:solidFill>
                  <a:schemeClr val="accent1"/>
                </a:solidFill>
                <a:latin typeface="Arial Black"/>
                <a:ea typeface="Arial Black"/>
              </a:rPr>
              <a:t>FR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9" name="Google Shape;229;p30"/>
          <p:cNvGrpSpPr/>
          <p:nvPr/>
        </p:nvGrpSpPr>
        <p:grpSpPr>
          <a:xfrm>
            <a:off x="5670720" y="0"/>
            <a:ext cx="3575520" cy="2655360"/>
            <a:chOff x="5670720" y="0"/>
            <a:chExt cx="3575520" cy="2655360"/>
          </a:xfrm>
        </p:grpSpPr>
        <p:sp>
          <p:nvSpPr>
            <p:cNvPr id="110" name="Google Shape;230;p30"/>
            <p:cNvSpPr/>
            <p:nvPr/>
          </p:nvSpPr>
          <p:spPr>
            <a:xfrm flipH="1">
              <a:off x="5670360" y="0"/>
              <a:ext cx="3479400" cy="2655360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dk1"/>
                </a:solidFill>
                <a:latin typeface="Calibri"/>
                <a:ea typeface="Calibri"/>
              </a:endParaRPr>
            </a:p>
          </p:txBody>
        </p:sp>
        <p:cxnSp>
          <p:nvCxnSpPr>
            <p:cNvPr id="111" name="Google Shape;231;p30"/>
            <p:cNvCxnSpPr/>
            <p:nvPr/>
          </p:nvCxnSpPr>
          <p:spPr>
            <a:xfrm flipH="1" flipV="1">
              <a:off x="7144560" y="0"/>
              <a:ext cx="931320" cy="723240"/>
            </a:xfrm>
            <a:prstGeom prst="straightConnector1">
              <a:avLst/>
            </a:prstGeom>
            <a:ln w="9525">
              <a:solidFill>
                <a:srgbClr val="bfbfbf"/>
              </a:solidFill>
              <a:miter/>
            </a:ln>
          </p:spPr>
        </p:cxnSp>
        <p:sp>
          <p:nvSpPr>
            <p:cNvPr id="112" name="Google Shape;232;p30"/>
            <p:cNvSpPr/>
            <p:nvPr/>
          </p:nvSpPr>
          <p:spPr>
            <a:xfrm flipH="1" rot="2178600">
              <a:off x="8278920" y="900000"/>
              <a:ext cx="1015560" cy="169200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lt1"/>
                </a:solidFill>
                <a:latin typeface="Calibri"/>
                <a:ea typeface="Calibri"/>
              </a:endParaRPr>
            </a:p>
          </p:txBody>
        </p:sp>
      </p:grpSp>
      <p:sp>
        <p:nvSpPr>
          <p:cNvPr id="113" name="Google Shape;233;p30"/>
          <p:cNvSpPr/>
          <p:nvPr/>
        </p:nvSpPr>
        <p:spPr>
          <a:xfrm flipH="1">
            <a:off x="5009040" y="0"/>
            <a:ext cx="1085400" cy="478800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14" name="PlaceHolder 1"/>
          <p:cNvSpPr>
            <a:spLocks noGrp="1"/>
          </p:cNvSpPr>
          <p:nvPr>
            <p:ph type="ftr" idx="18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19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5FD941-505A-4208-BEC8-0D73EB9A9D3D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237;p31"/>
          <p:cNvSpPr/>
          <p:nvPr/>
        </p:nvSpPr>
        <p:spPr>
          <a:xfrm>
            <a:off x="8304120" y="176760"/>
            <a:ext cx="6105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fr" sz="2600" spc="-1" strike="noStrike">
                <a:solidFill>
                  <a:schemeClr val="accent1"/>
                </a:solidFill>
                <a:latin typeface="Arial Black"/>
                <a:ea typeface="Arial Black"/>
              </a:rPr>
              <a:t>FR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7" name="Google Shape;238;p31"/>
          <p:cNvGrpSpPr/>
          <p:nvPr/>
        </p:nvGrpSpPr>
        <p:grpSpPr>
          <a:xfrm>
            <a:off x="5670720" y="0"/>
            <a:ext cx="3575520" cy="2655360"/>
            <a:chOff x="5670720" y="0"/>
            <a:chExt cx="3575520" cy="2655360"/>
          </a:xfrm>
        </p:grpSpPr>
        <p:sp>
          <p:nvSpPr>
            <p:cNvPr id="118" name="Google Shape;239;p31"/>
            <p:cNvSpPr/>
            <p:nvPr/>
          </p:nvSpPr>
          <p:spPr>
            <a:xfrm flipH="1">
              <a:off x="5670360" y="0"/>
              <a:ext cx="3479400" cy="2655360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dk1"/>
                </a:solidFill>
                <a:latin typeface="Calibri"/>
                <a:ea typeface="Calibri"/>
              </a:endParaRPr>
            </a:p>
          </p:txBody>
        </p:sp>
        <p:cxnSp>
          <p:nvCxnSpPr>
            <p:cNvPr id="119" name="Google Shape;240;p31"/>
            <p:cNvCxnSpPr/>
            <p:nvPr/>
          </p:nvCxnSpPr>
          <p:spPr>
            <a:xfrm flipH="1" flipV="1">
              <a:off x="7144560" y="0"/>
              <a:ext cx="931320" cy="723240"/>
            </a:xfrm>
            <a:prstGeom prst="straightConnector1">
              <a:avLst/>
            </a:prstGeom>
            <a:ln w="9525">
              <a:solidFill>
                <a:srgbClr val="bfbfbf"/>
              </a:solidFill>
              <a:miter/>
            </a:ln>
          </p:spPr>
        </p:cxnSp>
        <p:sp>
          <p:nvSpPr>
            <p:cNvPr id="120" name="Google Shape;241;p31"/>
            <p:cNvSpPr/>
            <p:nvPr/>
          </p:nvSpPr>
          <p:spPr>
            <a:xfrm flipH="1" rot="2178600">
              <a:off x="8278920" y="900000"/>
              <a:ext cx="1015560" cy="169200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lt1"/>
                </a:solidFill>
                <a:latin typeface="Calibri"/>
                <a:ea typeface="Calibri"/>
              </a:endParaRPr>
            </a:p>
          </p:txBody>
        </p:sp>
      </p:grpSp>
      <p:sp>
        <p:nvSpPr>
          <p:cNvPr id="121" name="Google Shape;242;p31"/>
          <p:cNvSpPr/>
          <p:nvPr/>
        </p:nvSpPr>
        <p:spPr>
          <a:xfrm flipH="1">
            <a:off x="5009040" y="0"/>
            <a:ext cx="1085400" cy="478800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9111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6982"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20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21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ABD685-9E90-475A-93AF-49CB7030825B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812592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body"/>
          </p:nvPr>
        </p:nvSpPr>
        <p:spPr>
          <a:xfrm>
            <a:off x="398520" y="2397600"/>
            <a:ext cx="3706920" cy="221832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Google Shape;64;p15"/>
          <p:cNvSpPr/>
          <p:nvPr/>
        </p:nvSpPr>
        <p:spPr>
          <a:xfrm rot="10800000">
            <a:off x="1380240" y="0"/>
            <a:ext cx="7763760" cy="422892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28" name="Google Shape;65;p15"/>
          <p:cNvSpPr/>
          <p:nvPr/>
        </p:nvSpPr>
        <p:spPr>
          <a:xfrm flipH="1">
            <a:off x="2232720" y="0"/>
            <a:ext cx="3090600" cy="980640"/>
          </a:xfrm>
          <a:prstGeom prst="parallelogram">
            <a:avLst>
              <a:gd name="adj" fmla="val 186380"/>
            </a:avLst>
          </a:prstGeom>
          <a:solidFill>
            <a:srgbClr val="e260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129" name="Google Shape;66;p15"/>
          <p:cNvCxnSpPr/>
          <p:nvPr/>
        </p:nvCxnSpPr>
        <p:spPr>
          <a:xfrm flipV="1">
            <a:off x="4781520" y="3785040"/>
            <a:ext cx="1143720" cy="1352880"/>
          </a:xfrm>
          <a:prstGeom prst="straightConnector1">
            <a:avLst/>
          </a:prstGeom>
          <a:ln w="9525">
            <a:solidFill>
              <a:srgbClr val="ee9571"/>
            </a:solidFill>
            <a:miter/>
          </a:ln>
        </p:spPr>
      </p:cxn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398520" y="1922760"/>
            <a:ext cx="550656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title"/>
          </p:nvPr>
        </p:nvSpPr>
        <p:spPr>
          <a:xfrm>
            <a:off x="398520" y="981360"/>
            <a:ext cx="5506560" cy="9111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6982"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952880" y="0"/>
            <a:ext cx="4190760" cy="515376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ftr" idx="22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23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FB874A-33D2-4C05-A683-21AF2A6CDDF3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5" name="Google Shape;73;p16"/>
          <p:cNvCxnSpPr/>
          <p:nvPr/>
        </p:nvCxnSpPr>
        <p:spPr>
          <a:xfrm flipH="1" flipV="1">
            <a:off x="-6840" y="2725200"/>
            <a:ext cx="1434600" cy="1180080"/>
          </a:xfrm>
          <a:prstGeom prst="straightConnector1">
            <a:avLst/>
          </a:prstGeom>
          <a:ln w="9525">
            <a:solidFill>
              <a:srgbClr val="ee9571"/>
            </a:solidFill>
            <a:miter/>
          </a:ln>
        </p:spPr>
      </p:cxnSp>
      <p:grpSp>
        <p:nvGrpSpPr>
          <p:cNvPr id="136" name="Google Shape;74;p16"/>
          <p:cNvGrpSpPr/>
          <p:nvPr/>
        </p:nvGrpSpPr>
        <p:grpSpPr>
          <a:xfrm>
            <a:off x="5670720" y="0"/>
            <a:ext cx="3575520" cy="2655360"/>
            <a:chOff x="5670720" y="0"/>
            <a:chExt cx="3575520" cy="2655360"/>
          </a:xfrm>
        </p:grpSpPr>
        <p:sp>
          <p:nvSpPr>
            <p:cNvPr id="137" name="Google Shape;75;p16"/>
            <p:cNvSpPr/>
            <p:nvPr/>
          </p:nvSpPr>
          <p:spPr>
            <a:xfrm flipH="1">
              <a:off x="5670360" y="0"/>
              <a:ext cx="3479400" cy="2655360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dk1"/>
                </a:solidFill>
                <a:latin typeface="Calibri"/>
                <a:ea typeface="Calibri"/>
              </a:endParaRPr>
            </a:p>
          </p:txBody>
        </p:sp>
        <p:cxnSp>
          <p:nvCxnSpPr>
            <p:cNvPr id="138" name="Google Shape;76;p16"/>
            <p:cNvCxnSpPr/>
            <p:nvPr/>
          </p:nvCxnSpPr>
          <p:spPr>
            <a:xfrm flipH="1" flipV="1">
              <a:off x="7144560" y="0"/>
              <a:ext cx="931320" cy="723240"/>
            </a:xfrm>
            <a:prstGeom prst="straightConnector1">
              <a:avLst/>
            </a:prstGeom>
            <a:ln w="9525">
              <a:solidFill>
                <a:srgbClr val="bfbfbf"/>
              </a:solidFill>
              <a:miter/>
            </a:ln>
          </p:spPr>
        </p:cxnSp>
        <p:sp>
          <p:nvSpPr>
            <p:cNvPr id="139" name="Google Shape;77;p16"/>
            <p:cNvSpPr/>
            <p:nvPr/>
          </p:nvSpPr>
          <p:spPr>
            <a:xfrm flipH="1" rot="2178600">
              <a:off x="8278920" y="900000"/>
              <a:ext cx="1015560" cy="169200"/>
            </a:xfrm>
            <a:prstGeom prst="parallelogram">
              <a:avLst>
                <a:gd name="adj" fmla="val 72003"/>
              </a:avLst>
            </a:prstGeom>
            <a:solidFill>
              <a:srgbClr val="ee957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lt1"/>
                </a:solidFill>
                <a:latin typeface="Calibri"/>
                <a:ea typeface="Calibri"/>
              </a:endParaRPr>
            </a:p>
          </p:txBody>
        </p:sp>
      </p:grpSp>
      <p:sp>
        <p:nvSpPr>
          <p:cNvPr id="140" name="PlaceHolder 1"/>
          <p:cNvSpPr>
            <a:spLocks noGrp="1"/>
          </p:cNvSpPr>
          <p:nvPr>
            <p:ph type="body"/>
          </p:nvPr>
        </p:nvSpPr>
        <p:spPr>
          <a:xfrm>
            <a:off x="390600" y="1578600"/>
            <a:ext cx="4106160" cy="5853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b">
            <a:normAutofit fontScale="6189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390600" y="2164680"/>
            <a:ext cx="4106160" cy="24238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 fontScale="71666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4640040" y="1578600"/>
            <a:ext cx="4106520" cy="5853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b">
            <a:normAutofit fontScale="6189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4640040" y="2164680"/>
            <a:ext cx="4106520" cy="24238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 fontScale="71666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Google Shape;83;p16"/>
          <p:cNvSpPr/>
          <p:nvPr/>
        </p:nvSpPr>
        <p:spPr>
          <a:xfrm flipH="1">
            <a:off x="5009040" y="0"/>
            <a:ext cx="1085400" cy="478800"/>
          </a:xfrm>
          <a:prstGeom prst="parallelogram">
            <a:avLst>
              <a:gd name="adj" fmla="val 135617"/>
            </a:avLst>
          </a:prstGeom>
          <a:solidFill>
            <a:srgbClr val="e260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46" name="PlaceHolder 6"/>
          <p:cNvSpPr>
            <a:spLocks noGrp="1"/>
          </p:cNvSpPr>
          <p:nvPr>
            <p:ph type="ftr" idx="24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PlaceHolder 7"/>
          <p:cNvSpPr>
            <a:spLocks noGrp="1"/>
          </p:cNvSpPr>
          <p:nvPr>
            <p:ph type="sldNum" idx="25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C39237-15A6-4B4B-BC40-44EBE86B1C59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PlaceHolder 8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0617"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88;p17"/>
          <p:cNvSpPr/>
          <p:nvPr/>
        </p:nvSpPr>
        <p:spPr>
          <a:xfrm flipH="1" rot="10800000">
            <a:off x="-360" y="360"/>
            <a:ext cx="7968600" cy="405288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0" name="Google Shape;89;p17"/>
          <p:cNvSpPr/>
          <p:nvPr/>
        </p:nvSpPr>
        <p:spPr>
          <a:xfrm rot="19959000">
            <a:off x="-477720" y="2691000"/>
            <a:ext cx="2894760" cy="1309680"/>
          </a:xfrm>
          <a:prstGeom prst="parallelogram">
            <a:avLst>
              <a:gd name="adj" fmla="val 53218"/>
            </a:avLst>
          </a:prstGeom>
          <a:solidFill>
            <a:srgbClr val="ee95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151" name="Google Shape;90;p17"/>
          <p:cNvCxnSpPr/>
          <p:nvPr/>
        </p:nvCxnSpPr>
        <p:spPr>
          <a:xfrm flipV="1">
            <a:off x="0" y="757440"/>
            <a:ext cx="1339200" cy="680760"/>
          </a:xfrm>
          <a:prstGeom prst="straightConnector1">
            <a:avLst/>
          </a:prstGeom>
          <a:ln w="9525">
            <a:solidFill>
              <a:srgbClr val="a5a5a5"/>
            </a:solidFill>
            <a:miter/>
          </a:ln>
        </p:spPr>
      </p:cxnSp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712760" y="1490400"/>
            <a:ext cx="3683520" cy="13420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98697" lnSpcReduction="10000"/>
          </a:bodyPr>
          <a:p>
            <a:pPr indent="0">
              <a:buNone/>
            </a:pPr>
            <a:r>
              <a:rPr b="0" lang="fr-FR" sz="30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4712760" y="2844000"/>
            <a:ext cx="3683520" cy="6825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 fontScale="12003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4" name="Google Shape;93;p17"/>
          <p:cNvCxnSpPr/>
          <p:nvPr/>
        </p:nvCxnSpPr>
        <p:spPr>
          <a:xfrm flipV="1">
            <a:off x="6752880" y="2943000"/>
            <a:ext cx="2391480" cy="126720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sp>
        <p:nvSpPr>
          <p:cNvPr id="155" name="Google Shape;94;p17"/>
          <p:cNvSpPr/>
          <p:nvPr/>
        </p:nvSpPr>
        <p:spPr>
          <a:xfrm>
            <a:off x="5815440" y="0"/>
            <a:ext cx="1693440" cy="556920"/>
          </a:xfrm>
          <a:prstGeom prst="parallelogram">
            <a:avLst>
              <a:gd name="adj" fmla="val 195850"/>
            </a:avLst>
          </a:prstGeom>
          <a:solidFill>
            <a:srgbClr val="e260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156" name="Google Shape;95;p17"/>
          <p:cNvCxnSpPr/>
          <p:nvPr/>
        </p:nvCxnSpPr>
        <p:spPr>
          <a:xfrm flipV="1">
            <a:off x="0" y="306360"/>
            <a:ext cx="4946760" cy="2552760"/>
          </a:xfrm>
          <a:prstGeom prst="straightConnector1">
            <a:avLst/>
          </a:prstGeom>
          <a:ln w="9525">
            <a:solidFill>
              <a:srgbClr val="a5a5a5"/>
            </a:solidFill>
            <a:miter/>
          </a:ln>
        </p:spPr>
      </p:cxnSp>
      <p:sp>
        <p:nvSpPr>
          <p:cNvPr id="157" name="PlaceHolder 3"/>
          <p:cNvSpPr>
            <a:spLocks noGrp="1"/>
          </p:cNvSpPr>
          <p:nvPr>
            <p:ph type="body"/>
          </p:nvPr>
        </p:nvSpPr>
        <p:spPr>
          <a:xfrm>
            <a:off x="1262520" y="645840"/>
            <a:ext cx="3321000" cy="3852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5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8" name="Google Shape;97;p17"/>
          <p:cNvCxnSpPr/>
          <p:nvPr/>
        </p:nvCxnSpPr>
        <p:spPr>
          <a:xfrm flipV="1">
            <a:off x="-13320" y="3949920"/>
            <a:ext cx="1440000" cy="751320"/>
          </a:xfrm>
          <a:prstGeom prst="straightConnector1">
            <a:avLst/>
          </a:prstGeom>
          <a:ln w="9525">
            <a:solidFill>
              <a:srgbClr val="00194c"/>
            </a:solidFill>
            <a:miter/>
          </a:ln>
        </p:spPr>
      </p:cxnSp>
      <p:sp>
        <p:nvSpPr>
          <p:cNvPr id="159" name="Google Shape;98;p17"/>
          <p:cNvSpPr/>
          <p:nvPr/>
        </p:nvSpPr>
        <p:spPr>
          <a:xfrm rot="19959000">
            <a:off x="-104040" y="2555280"/>
            <a:ext cx="1078560" cy="177120"/>
          </a:xfrm>
          <a:prstGeom prst="parallelogram">
            <a:avLst>
              <a:gd name="adj" fmla="val 53218"/>
            </a:avLst>
          </a:prstGeom>
          <a:solidFill>
            <a:srgbClr val="a5a5a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00;p18"/>
          <p:cNvGrpSpPr/>
          <p:nvPr/>
        </p:nvGrpSpPr>
        <p:grpSpPr>
          <a:xfrm>
            <a:off x="5670720" y="0"/>
            <a:ext cx="3575520" cy="2655360"/>
            <a:chOff x="5670720" y="0"/>
            <a:chExt cx="3575520" cy="2655360"/>
          </a:xfrm>
        </p:grpSpPr>
        <p:sp>
          <p:nvSpPr>
            <p:cNvPr id="161" name="Google Shape;101;p18"/>
            <p:cNvSpPr/>
            <p:nvPr/>
          </p:nvSpPr>
          <p:spPr>
            <a:xfrm flipH="1">
              <a:off x="5670360" y="0"/>
              <a:ext cx="3479400" cy="2655360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dk1"/>
                </a:solidFill>
                <a:latin typeface="Calibri"/>
                <a:ea typeface="Calibri"/>
              </a:endParaRPr>
            </a:p>
          </p:txBody>
        </p:sp>
        <p:cxnSp>
          <p:nvCxnSpPr>
            <p:cNvPr id="162" name="Google Shape;102;p18"/>
            <p:cNvCxnSpPr/>
            <p:nvPr/>
          </p:nvCxnSpPr>
          <p:spPr>
            <a:xfrm flipH="1" flipV="1">
              <a:off x="7144560" y="0"/>
              <a:ext cx="931320" cy="723240"/>
            </a:xfrm>
            <a:prstGeom prst="straightConnector1">
              <a:avLst/>
            </a:prstGeom>
            <a:ln w="9525">
              <a:solidFill>
                <a:srgbClr val="bfbfbf"/>
              </a:solidFill>
              <a:miter/>
            </a:ln>
          </p:spPr>
        </p:cxnSp>
        <p:sp>
          <p:nvSpPr>
            <p:cNvPr id="163" name="Google Shape;103;p18"/>
            <p:cNvSpPr/>
            <p:nvPr/>
          </p:nvSpPr>
          <p:spPr>
            <a:xfrm flipH="1" rot="2178600">
              <a:off x="8278920" y="900000"/>
              <a:ext cx="1015560" cy="169200"/>
            </a:xfrm>
            <a:prstGeom prst="parallelogram">
              <a:avLst>
                <a:gd name="adj" fmla="val 72003"/>
              </a:avLst>
            </a:prstGeom>
            <a:solidFill>
              <a:srgbClr val="ee957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lt1"/>
                </a:solidFill>
                <a:latin typeface="Calibri"/>
                <a:ea typeface="Calibri"/>
              </a:endParaRPr>
            </a:p>
          </p:txBody>
        </p:sp>
      </p:grpSp>
      <p:sp>
        <p:nvSpPr>
          <p:cNvPr id="164" name="Google Shape;104;p18"/>
          <p:cNvSpPr/>
          <p:nvPr/>
        </p:nvSpPr>
        <p:spPr>
          <a:xfrm flipH="1">
            <a:off x="5009040" y="0"/>
            <a:ext cx="1085400" cy="478800"/>
          </a:xfrm>
          <a:prstGeom prst="parallelogram">
            <a:avLst>
              <a:gd name="adj" fmla="val 135617"/>
            </a:avLst>
          </a:prstGeom>
          <a:solidFill>
            <a:srgbClr val="e260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5" name="PlaceHolder 1"/>
          <p:cNvSpPr>
            <a:spLocks noGrp="1"/>
          </p:cNvSpPr>
          <p:nvPr>
            <p:ph type="body"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ftr" idx="26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27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756035-5CFB-4A89-B28B-B15292A12EF1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0617"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5"/>
          <p:cNvSpPr>
            <a:spLocks noGrp="1"/>
          </p:cNvSpPr>
          <p:nvPr>
            <p:ph type="body"/>
          </p:nvPr>
        </p:nvSpPr>
        <p:spPr>
          <a:xfrm>
            <a:off x="398880" y="1504440"/>
            <a:ext cx="3918960" cy="306252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6"/>
          <p:cNvSpPr>
            <a:spLocks noGrp="1"/>
          </p:cNvSpPr>
          <p:nvPr>
            <p:ph type="body"/>
          </p:nvPr>
        </p:nvSpPr>
        <p:spPr>
          <a:xfrm>
            <a:off x="4347000" y="1504440"/>
            <a:ext cx="4289040" cy="30628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12;p19"/>
          <p:cNvSpPr/>
          <p:nvPr/>
        </p:nvSpPr>
        <p:spPr>
          <a:xfrm rot="10800000">
            <a:off x="1380240" y="0"/>
            <a:ext cx="7763760" cy="422892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 type="body"/>
          </p:nvPr>
        </p:nvSpPr>
        <p:spPr>
          <a:xfrm>
            <a:off x="4627800" y="1076400"/>
            <a:ext cx="4515840" cy="406692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398520" y="2397600"/>
            <a:ext cx="3706920" cy="221832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Google Shape;115;p19"/>
          <p:cNvSpPr/>
          <p:nvPr/>
        </p:nvSpPr>
        <p:spPr>
          <a:xfrm flipH="1">
            <a:off x="2232720" y="0"/>
            <a:ext cx="3090600" cy="980640"/>
          </a:xfrm>
          <a:prstGeom prst="parallelogram">
            <a:avLst>
              <a:gd name="adj" fmla="val 186380"/>
            </a:avLst>
          </a:prstGeom>
          <a:solidFill>
            <a:srgbClr val="e2606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175" name="Google Shape;116;p19"/>
          <p:cNvCxnSpPr/>
          <p:nvPr/>
        </p:nvCxnSpPr>
        <p:spPr>
          <a:xfrm flipV="1">
            <a:off x="7764120" y="888840"/>
            <a:ext cx="1380240" cy="122580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sp>
        <p:nvSpPr>
          <p:cNvPr id="176" name="PlaceHolder 3"/>
          <p:cNvSpPr>
            <a:spLocks noGrp="1"/>
          </p:cNvSpPr>
          <p:nvPr>
            <p:ph type="body"/>
          </p:nvPr>
        </p:nvSpPr>
        <p:spPr>
          <a:xfrm>
            <a:off x="398520" y="1922760"/>
            <a:ext cx="550656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Google Shape;118;p19"/>
          <p:cNvSpPr/>
          <p:nvPr/>
        </p:nvSpPr>
        <p:spPr>
          <a:xfrm>
            <a:off x="8305200" y="178200"/>
            <a:ext cx="6105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fr" sz="2600" spc="-1" strike="noStrike">
                <a:solidFill>
                  <a:schemeClr val="accent1"/>
                </a:solidFill>
                <a:latin typeface="Arial Black"/>
                <a:ea typeface="Arial Black"/>
              </a:rPr>
              <a:t>FR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 type="title"/>
          </p:nvPr>
        </p:nvSpPr>
        <p:spPr>
          <a:xfrm>
            <a:off x="398520" y="981360"/>
            <a:ext cx="5506560" cy="9111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6982"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5"/>
          <p:cNvSpPr>
            <a:spLocks noGrp="1"/>
          </p:cNvSpPr>
          <p:nvPr>
            <p:ph type="ftr" idx="28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PlaceHolder 6"/>
          <p:cNvSpPr>
            <a:spLocks noGrp="1"/>
          </p:cNvSpPr>
          <p:nvPr>
            <p:ph type="sldNum" idx="29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3E9590-F07D-4495-831B-FA38ECBB5DCC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body"/>
          </p:nvPr>
        </p:nvSpPr>
        <p:spPr>
          <a:xfrm>
            <a:off x="398520" y="1998720"/>
            <a:ext cx="8244720" cy="25743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2" name="Google Shape;124;p20"/>
          <p:cNvGrpSpPr/>
          <p:nvPr/>
        </p:nvGrpSpPr>
        <p:grpSpPr>
          <a:xfrm>
            <a:off x="5670720" y="0"/>
            <a:ext cx="3575520" cy="2655360"/>
            <a:chOff x="5670720" y="0"/>
            <a:chExt cx="3575520" cy="2655360"/>
          </a:xfrm>
        </p:grpSpPr>
        <p:sp>
          <p:nvSpPr>
            <p:cNvPr id="183" name="Google Shape;125;p20"/>
            <p:cNvSpPr/>
            <p:nvPr/>
          </p:nvSpPr>
          <p:spPr>
            <a:xfrm flipH="1">
              <a:off x="5670360" y="0"/>
              <a:ext cx="3479400" cy="2655360"/>
            </a:xfrm>
            <a:prstGeom prst="diagStripe">
              <a:avLst>
                <a:gd name="adj" fmla="val 51202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dk1"/>
                </a:solidFill>
                <a:latin typeface="Calibri"/>
                <a:ea typeface="Calibri"/>
              </a:endParaRPr>
            </a:p>
          </p:txBody>
        </p:sp>
        <p:cxnSp>
          <p:nvCxnSpPr>
            <p:cNvPr id="184" name="Google Shape;126;p20"/>
            <p:cNvCxnSpPr/>
            <p:nvPr/>
          </p:nvCxnSpPr>
          <p:spPr>
            <a:xfrm flipH="1" flipV="1">
              <a:off x="7144560" y="0"/>
              <a:ext cx="931320" cy="723240"/>
            </a:xfrm>
            <a:prstGeom prst="straightConnector1">
              <a:avLst/>
            </a:prstGeom>
            <a:ln w="9525">
              <a:solidFill>
                <a:srgbClr val="bfbfbf"/>
              </a:solidFill>
              <a:miter/>
            </a:ln>
          </p:spPr>
        </p:cxnSp>
        <p:sp>
          <p:nvSpPr>
            <p:cNvPr id="185" name="Google Shape;127;p20"/>
            <p:cNvSpPr/>
            <p:nvPr/>
          </p:nvSpPr>
          <p:spPr>
            <a:xfrm flipH="1" rot="2178600">
              <a:off x="8278920" y="900000"/>
              <a:ext cx="1015560" cy="169200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400" rIns="68400" tIns="34200" bIns="3420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fr-FR" sz="1400" spc="-1" strike="noStrike">
                <a:solidFill>
                  <a:schemeClr val="lt1"/>
                </a:solidFill>
                <a:latin typeface="Calibri"/>
                <a:ea typeface="Calibri"/>
              </a:endParaRPr>
            </a:p>
          </p:txBody>
        </p:sp>
      </p:grpSp>
      <p:sp>
        <p:nvSpPr>
          <p:cNvPr id="186" name="Google Shape;128;p20"/>
          <p:cNvSpPr/>
          <p:nvPr/>
        </p:nvSpPr>
        <p:spPr>
          <a:xfrm flipH="1">
            <a:off x="5009040" y="0"/>
            <a:ext cx="1085400" cy="478800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5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ftr" idx="30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ct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 type="sldNum" idx="31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313F63-2BAA-402E-8FF3-2654E5CCB966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&lt;numéro&gt;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PlaceHolder 5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0617"/>
          </a:bodyPr>
          <a:p>
            <a:pPr indent="0">
              <a:buNone/>
            </a:pPr>
            <a:r>
              <a:rPr b="0" lang="fr-FR" sz="33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34;p21"/>
          <p:cNvSpPr/>
          <p:nvPr/>
        </p:nvSpPr>
        <p:spPr>
          <a:xfrm flipH="1" rot="10800000">
            <a:off x="-360" y="360"/>
            <a:ext cx="8810280" cy="4723920"/>
          </a:xfrm>
          <a:prstGeom prst="rtTriangl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2" name="PlaceHolder 1"/>
          <p:cNvSpPr>
            <a:spLocks noGrp="1"/>
          </p:cNvSpPr>
          <p:nvPr>
            <p:ph type="body"/>
          </p:nvPr>
        </p:nvSpPr>
        <p:spPr>
          <a:xfrm>
            <a:off x="269280" y="244800"/>
            <a:ext cx="8604720" cy="465336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3" name="Google Shape;136;p21"/>
          <p:cNvCxnSpPr/>
          <p:nvPr/>
        </p:nvCxnSpPr>
        <p:spPr>
          <a:xfrm flipV="1">
            <a:off x="0" y="4008600"/>
            <a:ext cx="1771920" cy="930960"/>
          </a:xfrm>
          <a:prstGeom prst="straightConnector1">
            <a:avLst/>
          </a:prstGeom>
          <a:ln w="9525">
            <a:solidFill>
              <a:srgbClr val="7f7f7f"/>
            </a:solidFill>
            <a:miter/>
          </a:ln>
        </p:spPr>
      </p:cxnSp>
      <p:sp>
        <p:nvSpPr>
          <p:cNvPr id="194" name="PlaceHolder 2"/>
          <p:cNvSpPr>
            <a:spLocks noGrp="1"/>
          </p:cNvSpPr>
          <p:nvPr>
            <p:ph type="title"/>
          </p:nvPr>
        </p:nvSpPr>
        <p:spPr>
          <a:xfrm>
            <a:off x="269280" y="419040"/>
            <a:ext cx="6249600" cy="704520"/>
          </a:xfrm>
          <a:prstGeom prst="rect">
            <a:avLst/>
          </a:prstGeom>
          <a:solidFill>
            <a:schemeClr val="lt1">
              <a:alpha val="90000"/>
            </a:schemeClr>
          </a:solidFill>
          <a:ln w="0">
            <a:noFill/>
          </a:ln>
        </p:spPr>
        <p:txBody>
          <a:bodyPr lIns="216000" rIns="68400" tIns="34200" bIns="0" anchor="ctr">
            <a:normAutofit fontScale="96615" lnSpcReduction="20000"/>
          </a:bodyPr>
          <a:p>
            <a:pPr indent="0">
              <a:buNone/>
            </a:pPr>
            <a:r>
              <a:rPr b="0" lang="fr-FR" sz="27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2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body"/>
          </p:nvPr>
        </p:nvSpPr>
        <p:spPr>
          <a:xfrm>
            <a:off x="5117040" y="2595960"/>
            <a:ext cx="2584080" cy="21564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5117040" y="2879640"/>
            <a:ext cx="2584080" cy="21564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body"/>
          </p:nvPr>
        </p:nvSpPr>
        <p:spPr>
          <a:xfrm>
            <a:off x="5117040" y="3162600"/>
            <a:ext cx="2584080" cy="2163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body"/>
          </p:nvPr>
        </p:nvSpPr>
        <p:spPr>
          <a:xfrm>
            <a:off x="5117040" y="3446280"/>
            <a:ext cx="2584080" cy="21564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143;p22"/>
          <p:cNvSpPr/>
          <p:nvPr/>
        </p:nvSpPr>
        <p:spPr>
          <a:xfrm>
            <a:off x="4844160" y="2629080"/>
            <a:ext cx="193680" cy="193680"/>
          </a:xfrm>
          <a:custGeom>
            <a:avLst/>
            <a:gdLst>
              <a:gd name="textAreaLeft" fmla="*/ 0 w 193680"/>
              <a:gd name="textAreaRight" fmla="*/ 194040 w 193680"/>
              <a:gd name="textAreaTop" fmla="*/ 0 h 193680"/>
              <a:gd name="textAreaBottom" fmla="*/ 194040 h 193680"/>
            </a:gdLst>
            <a:ahLst/>
            <a:rect l="textAreaLeft" t="textAreaTop" r="textAreaRight" b="textAreaBottom"/>
            <a:pathLst>
              <a:path w="21600" h="21600">
                <a:moveTo>
                  <a:pt x="17958" y="17505"/>
                </a:moveTo>
                <a:cubicBezTo>
                  <a:pt x="17372" y="16944"/>
                  <a:pt x="16242" y="15945"/>
                  <a:pt x="15117" y="15413"/>
                </a:cubicBezTo>
                <a:cubicBezTo>
                  <a:pt x="14189" y="14975"/>
                  <a:pt x="13657" y="14531"/>
                  <a:pt x="13491" y="14057"/>
                </a:cubicBezTo>
                <a:cubicBezTo>
                  <a:pt x="13377" y="13728"/>
                  <a:pt x="13428" y="13351"/>
                  <a:pt x="13649" y="12904"/>
                </a:cubicBezTo>
                <a:cubicBezTo>
                  <a:pt x="13815" y="12567"/>
                  <a:pt x="13972" y="12286"/>
                  <a:pt x="14117" y="12028"/>
                </a:cubicBezTo>
                <a:cubicBezTo>
                  <a:pt x="14730" y="10934"/>
                  <a:pt x="15203" y="10145"/>
                  <a:pt x="15203" y="7348"/>
                </a:cubicBezTo>
                <a:cubicBezTo>
                  <a:pt x="15203" y="3162"/>
                  <a:pt x="12787" y="2951"/>
                  <a:pt x="12309" y="2951"/>
                </a:cubicBezTo>
                <a:cubicBezTo>
                  <a:pt x="11917" y="2951"/>
                  <a:pt x="11672" y="3037"/>
                  <a:pt x="11435" y="3121"/>
                </a:cubicBezTo>
                <a:cubicBezTo>
                  <a:pt x="11175" y="3213"/>
                  <a:pt x="10907" y="3309"/>
                  <a:pt x="10296" y="3319"/>
                </a:cubicBezTo>
                <a:cubicBezTo>
                  <a:pt x="9190" y="3337"/>
                  <a:pt x="6873" y="3375"/>
                  <a:pt x="6873" y="7226"/>
                </a:cubicBezTo>
                <a:cubicBezTo>
                  <a:pt x="6873" y="9919"/>
                  <a:pt x="7574" y="11156"/>
                  <a:pt x="8125" y="12150"/>
                </a:cubicBezTo>
                <a:cubicBezTo>
                  <a:pt x="8266" y="12404"/>
                  <a:pt x="8399" y="12645"/>
                  <a:pt x="8505" y="12885"/>
                </a:cubicBezTo>
                <a:cubicBezTo>
                  <a:pt x="8973" y="13949"/>
                  <a:pt x="8631" y="14693"/>
                  <a:pt x="7426" y="15224"/>
                </a:cubicBezTo>
                <a:cubicBezTo>
                  <a:pt x="5905" y="15897"/>
                  <a:pt x="5188" y="16247"/>
                  <a:pt x="3693" y="17562"/>
                </a:cubicBezTo>
                <a:cubicBezTo>
                  <a:pt x="2017" y="15800"/>
                  <a:pt x="982" y="134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3395"/>
                  <a:pt x="19603" y="15749"/>
                  <a:pt x="17958" y="17505"/>
                </a:cubicBezTo>
                <a:moveTo>
                  <a:pt x="10800" y="20618"/>
                </a:moveTo>
                <a:cubicBezTo>
                  <a:pt x="8356" y="20618"/>
                  <a:pt x="6125" y="19720"/>
                  <a:pt x="4407" y="18242"/>
                </a:cubicBezTo>
                <a:cubicBezTo>
                  <a:pt x="5730" y="17084"/>
                  <a:pt x="6362" y="16767"/>
                  <a:pt x="7823" y="16122"/>
                </a:cubicBezTo>
                <a:cubicBezTo>
                  <a:pt x="9515" y="15375"/>
                  <a:pt x="10091" y="14051"/>
                  <a:pt x="9403" y="12489"/>
                </a:cubicBezTo>
                <a:cubicBezTo>
                  <a:pt x="9279" y="12208"/>
                  <a:pt x="9136" y="11949"/>
                  <a:pt x="8984" y="11674"/>
                </a:cubicBezTo>
                <a:cubicBezTo>
                  <a:pt x="8461" y="10732"/>
                  <a:pt x="7855" y="9665"/>
                  <a:pt x="7855" y="7226"/>
                </a:cubicBezTo>
                <a:cubicBezTo>
                  <a:pt x="7855" y="4341"/>
                  <a:pt x="9224" y="4318"/>
                  <a:pt x="10312" y="4300"/>
                </a:cubicBezTo>
                <a:cubicBezTo>
                  <a:pt x="11084" y="4287"/>
                  <a:pt x="11461" y="4154"/>
                  <a:pt x="11763" y="4047"/>
                </a:cubicBezTo>
                <a:cubicBezTo>
                  <a:pt x="11964" y="3975"/>
                  <a:pt x="12086" y="3933"/>
                  <a:pt x="12309" y="3933"/>
                </a:cubicBezTo>
                <a:cubicBezTo>
                  <a:pt x="13218" y="3933"/>
                  <a:pt x="14221" y="4830"/>
                  <a:pt x="14221" y="7348"/>
                </a:cubicBezTo>
                <a:cubicBezTo>
                  <a:pt x="14221" y="9888"/>
                  <a:pt x="13840" y="10513"/>
                  <a:pt x="13261" y="11548"/>
                </a:cubicBezTo>
                <a:cubicBezTo>
                  <a:pt x="13108" y="11820"/>
                  <a:pt x="12943" y="12115"/>
                  <a:pt x="12768" y="12470"/>
                </a:cubicBezTo>
                <a:cubicBezTo>
                  <a:pt x="12430" y="13155"/>
                  <a:pt x="12362" y="13798"/>
                  <a:pt x="12565" y="14380"/>
                </a:cubicBezTo>
                <a:cubicBezTo>
                  <a:pt x="12825" y="15126"/>
                  <a:pt x="13502" y="15737"/>
                  <a:pt x="14696" y="16302"/>
                </a:cubicBezTo>
                <a:cubicBezTo>
                  <a:pt x="15675" y="16764"/>
                  <a:pt x="16700" y="17667"/>
                  <a:pt x="17251" y="18189"/>
                </a:cubicBezTo>
                <a:cubicBezTo>
                  <a:pt x="15525" y="19697"/>
                  <a:pt x="13272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5" y="21600"/>
                  <a:pt x="21600" y="16764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440" rIns="28440" tIns="28440" bIns="28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0" name="Google Shape;144;p22"/>
          <p:cNvSpPr/>
          <p:nvPr/>
        </p:nvSpPr>
        <p:spPr>
          <a:xfrm>
            <a:off x="4880880" y="2923560"/>
            <a:ext cx="120600" cy="221760"/>
          </a:xfrm>
          <a:custGeom>
            <a:avLst/>
            <a:gdLst>
              <a:gd name="textAreaLeft" fmla="*/ 0 w 120600"/>
              <a:gd name="textAreaRight" fmla="*/ 120960 w 120600"/>
              <a:gd name="textAreaTop" fmla="*/ 0 h 221760"/>
              <a:gd name="textAreaBottom" fmla="*/ 222120 h 221760"/>
            </a:gdLst>
            <a:ahLst/>
            <a:rect l="textAreaLeft" t="textAreaTop" r="textAreaRight" b="textAreaBottom"/>
            <a:pathLst>
              <a:path w="21600" h="21600">
                <a:moveTo>
                  <a:pt x="11700" y="1473"/>
                </a:moveTo>
                <a:lnTo>
                  <a:pt x="9900" y="1473"/>
                </a:lnTo>
                <a:cubicBezTo>
                  <a:pt x="9403" y="1473"/>
                  <a:pt x="9000" y="1692"/>
                  <a:pt x="9000" y="1964"/>
                </a:cubicBezTo>
                <a:cubicBezTo>
                  <a:pt x="9000" y="2235"/>
                  <a:pt x="9403" y="2455"/>
                  <a:pt x="9900" y="2455"/>
                </a:cubicBezTo>
                <a:lnTo>
                  <a:pt x="11700" y="2455"/>
                </a:lnTo>
                <a:cubicBezTo>
                  <a:pt x="12197" y="2455"/>
                  <a:pt x="12600" y="2235"/>
                  <a:pt x="12600" y="1964"/>
                </a:cubicBezTo>
                <a:cubicBezTo>
                  <a:pt x="12600" y="1692"/>
                  <a:pt x="12197" y="1473"/>
                  <a:pt x="11700" y="1473"/>
                </a:cubicBezTo>
                <a:moveTo>
                  <a:pt x="19800" y="2945"/>
                </a:moveTo>
                <a:lnTo>
                  <a:pt x="1800" y="2945"/>
                </a:lnTo>
                <a:lnTo>
                  <a:pt x="1800" y="1964"/>
                </a:lnTo>
                <a:cubicBezTo>
                  <a:pt x="1800" y="1422"/>
                  <a:pt x="2605" y="982"/>
                  <a:pt x="3600" y="982"/>
                </a:cubicBezTo>
                <a:lnTo>
                  <a:pt x="18000" y="982"/>
                </a:lnTo>
                <a:cubicBezTo>
                  <a:pt x="18993" y="982"/>
                  <a:pt x="19800" y="1422"/>
                  <a:pt x="19800" y="1964"/>
                </a:cubicBezTo>
                <a:cubicBezTo>
                  <a:pt x="19800" y="1964"/>
                  <a:pt x="19800" y="2945"/>
                  <a:pt x="19800" y="2945"/>
                </a:cubicBezTo>
                <a:close/>
                <a:moveTo>
                  <a:pt x="19800" y="17673"/>
                </a:moveTo>
                <a:lnTo>
                  <a:pt x="1800" y="17673"/>
                </a:lnTo>
                <a:lnTo>
                  <a:pt x="1800" y="3927"/>
                </a:lnTo>
                <a:lnTo>
                  <a:pt x="19800" y="3927"/>
                </a:lnTo>
                <a:cubicBezTo>
                  <a:pt x="19800" y="3927"/>
                  <a:pt x="19800" y="17673"/>
                  <a:pt x="19800" y="17673"/>
                </a:cubicBezTo>
                <a:close/>
                <a:moveTo>
                  <a:pt x="19800" y="19636"/>
                </a:moveTo>
                <a:cubicBezTo>
                  <a:pt x="19800" y="20179"/>
                  <a:pt x="18993" y="20618"/>
                  <a:pt x="18000" y="20618"/>
                </a:cubicBezTo>
                <a:lnTo>
                  <a:pt x="3600" y="20618"/>
                </a:lnTo>
                <a:cubicBezTo>
                  <a:pt x="2605" y="20618"/>
                  <a:pt x="1800" y="20179"/>
                  <a:pt x="1800" y="19636"/>
                </a:cubicBezTo>
                <a:lnTo>
                  <a:pt x="1800" y="18655"/>
                </a:lnTo>
                <a:lnTo>
                  <a:pt x="19800" y="18655"/>
                </a:lnTo>
                <a:cubicBezTo>
                  <a:pt x="19800" y="18655"/>
                  <a:pt x="19800" y="19636"/>
                  <a:pt x="19800" y="19636"/>
                </a:cubicBezTo>
                <a:close/>
                <a:moveTo>
                  <a:pt x="18000" y="0"/>
                </a:moveTo>
                <a:lnTo>
                  <a:pt x="3600" y="0"/>
                </a:lnTo>
                <a:cubicBezTo>
                  <a:pt x="1612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612" y="21600"/>
                  <a:pt x="3600" y="21600"/>
                </a:cubicBezTo>
                <a:lnTo>
                  <a:pt x="18000" y="21600"/>
                </a:lnTo>
                <a:cubicBezTo>
                  <a:pt x="19988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19988" y="0"/>
                  <a:pt x="18000" y="0"/>
                </a:cubicBezTo>
                <a:moveTo>
                  <a:pt x="10800" y="20127"/>
                </a:moveTo>
                <a:cubicBezTo>
                  <a:pt x="11297" y="20127"/>
                  <a:pt x="11700" y="19908"/>
                  <a:pt x="11700" y="19636"/>
                </a:cubicBezTo>
                <a:cubicBezTo>
                  <a:pt x="11700" y="19366"/>
                  <a:pt x="11297" y="19145"/>
                  <a:pt x="10800" y="19145"/>
                </a:cubicBezTo>
                <a:cubicBezTo>
                  <a:pt x="10303" y="19145"/>
                  <a:pt x="9900" y="19366"/>
                  <a:pt x="9900" y="19636"/>
                </a:cubicBezTo>
                <a:cubicBezTo>
                  <a:pt x="9900" y="19908"/>
                  <a:pt x="10303" y="20127"/>
                  <a:pt x="10800" y="20127"/>
                </a:cubicBezTo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440" rIns="28440" tIns="28440" bIns="28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1" name="Google Shape;145;p22"/>
          <p:cNvSpPr/>
          <p:nvPr/>
        </p:nvSpPr>
        <p:spPr>
          <a:xfrm>
            <a:off x="4844160" y="3246120"/>
            <a:ext cx="193680" cy="140760"/>
          </a:xfrm>
          <a:custGeom>
            <a:avLst/>
            <a:gdLst>
              <a:gd name="textAreaLeft" fmla="*/ 0 w 193680"/>
              <a:gd name="textAreaRight" fmla="*/ 194040 w 193680"/>
              <a:gd name="textAreaTop" fmla="*/ 0 h 140760"/>
              <a:gd name="textAreaBottom" fmla="*/ 141120 h 140760"/>
            </a:gdLst>
            <a:ahLst/>
            <a:rect l="textAreaLeft" t="textAreaTop" r="textAreaRight" b="textAreaBottom"/>
            <a:pathLst>
              <a:path w="21600" h="21600">
                <a:moveTo>
                  <a:pt x="20618" y="18900"/>
                </a:moveTo>
                <a:cubicBezTo>
                  <a:pt x="20618" y="18980"/>
                  <a:pt x="20611" y="19058"/>
                  <a:pt x="20601" y="19135"/>
                </a:cubicBezTo>
                <a:lnTo>
                  <a:pt x="14539" y="10800"/>
                </a:lnTo>
                <a:lnTo>
                  <a:pt x="20601" y="2465"/>
                </a:lnTo>
                <a:cubicBezTo>
                  <a:pt x="20611" y="2542"/>
                  <a:pt x="20618" y="2620"/>
                  <a:pt x="20618" y="2700"/>
                </a:cubicBezTo>
                <a:cubicBezTo>
                  <a:pt x="20618" y="2700"/>
                  <a:pt x="20618" y="18900"/>
                  <a:pt x="20618" y="18900"/>
                </a:cubicBezTo>
                <a:close/>
                <a:moveTo>
                  <a:pt x="19636" y="20250"/>
                </a:moveTo>
                <a:lnTo>
                  <a:pt x="1964" y="20250"/>
                </a:lnTo>
                <a:cubicBezTo>
                  <a:pt x="1849" y="20250"/>
                  <a:pt x="1739" y="20218"/>
                  <a:pt x="1637" y="20168"/>
                </a:cubicBezTo>
                <a:lnTo>
                  <a:pt x="7755" y="11754"/>
                </a:lnTo>
                <a:lnTo>
                  <a:pt x="9440" y="14072"/>
                </a:lnTo>
                <a:cubicBezTo>
                  <a:pt x="9816" y="14589"/>
                  <a:pt x="10308" y="14847"/>
                  <a:pt x="10800" y="14847"/>
                </a:cubicBezTo>
                <a:cubicBezTo>
                  <a:pt x="11292" y="14847"/>
                  <a:pt x="11784" y="14589"/>
                  <a:pt x="12159" y="14072"/>
                </a:cubicBezTo>
                <a:lnTo>
                  <a:pt x="13845" y="11754"/>
                </a:lnTo>
                <a:lnTo>
                  <a:pt x="19964" y="20168"/>
                </a:lnTo>
                <a:cubicBezTo>
                  <a:pt x="19861" y="20218"/>
                  <a:pt x="19752" y="20250"/>
                  <a:pt x="19636" y="20250"/>
                </a:cubicBezTo>
                <a:moveTo>
                  <a:pt x="982" y="18900"/>
                </a:moveTo>
                <a:lnTo>
                  <a:pt x="982" y="2700"/>
                </a:lnTo>
                <a:cubicBezTo>
                  <a:pt x="982" y="2620"/>
                  <a:pt x="989" y="2542"/>
                  <a:pt x="999" y="2465"/>
                </a:cubicBezTo>
                <a:lnTo>
                  <a:pt x="7061" y="10800"/>
                </a:lnTo>
                <a:lnTo>
                  <a:pt x="999" y="19135"/>
                </a:lnTo>
                <a:cubicBezTo>
                  <a:pt x="989" y="19058"/>
                  <a:pt x="982" y="18980"/>
                  <a:pt x="982" y="18900"/>
                </a:cubicBezTo>
                <a:moveTo>
                  <a:pt x="1964" y="1350"/>
                </a:moveTo>
                <a:lnTo>
                  <a:pt x="19636" y="1350"/>
                </a:lnTo>
                <a:cubicBezTo>
                  <a:pt x="19752" y="1350"/>
                  <a:pt x="19861" y="1382"/>
                  <a:pt x="19964" y="1433"/>
                </a:cubicBezTo>
                <a:lnTo>
                  <a:pt x="11465" y="13118"/>
                </a:lnTo>
                <a:cubicBezTo>
                  <a:pt x="11288" y="13362"/>
                  <a:pt x="11051" y="13497"/>
                  <a:pt x="10800" y="13497"/>
                </a:cubicBezTo>
                <a:cubicBezTo>
                  <a:pt x="10549" y="13497"/>
                  <a:pt x="10312" y="13362"/>
                  <a:pt x="10134" y="13118"/>
                </a:cubicBezTo>
                <a:lnTo>
                  <a:pt x="1637" y="1433"/>
                </a:lnTo>
                <a:cubicBezTo>
                  <a:pt x="1739" y="1382"/>
                  <a:pt x="1849" y="1350"/>
                  <a:pt x="1964" y="1350"/>
                </a:cubicBezTo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209"/>
                  <a:pt x="0" y="2700"/>
                </a:cubicBezTo>
                <a:lnTo>
                  <a:pt x="0" y="18900"/>
                </a:lnTo>
                <a:cubicBezTo>
                  <a:pt x="0" y="2039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391"/>
                  <a:pt x="21600" y="18900"/>
                </a:cubicBezTo>
                <a:lnTo>
                  <a:pt x="21600" y="2700"/>
                </a:lnTo>
                <a:cubicBezTo>
                  <a:pt x="21600" y="1209"/>
                  <a:pt x="20721" y="0"/>
                  <a:pt x="19636" y="0"/>
                </a:cubicBezTo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440" rIns="28440" tIns="28440" bIns="28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2" name="Google Shape;146;p22"/>
          <p:cNvSpPr/>
          <p:nvPr/>
        </p:nvSpPr>
        <p:spPr>
          <a:xfrm>
            <a:off x="4853880" y="3487680"/>
            <a:ext cx="174600" cy="174600"/>
          </a:xfrm>
          <a:custGeom>
            <a:avLst/>
            <a:gdLst>
              <a:gd name="textAreaLeft" fmla="*/ 0 w 174600"/>
              <a:gd name="textAreaRight" fmla="*/ 174960 w 174600"/>
              <a:gd name="textAreaTop" fmla="*/ 0 h 174600"/>
              <a:gd name="textAreaBottom" fmla="*/ 174960 h 174600"/>
            </a:gdLst>
            <a:ahLst/>
            <a:rect l="textAreaLeft" t="textAreaTop" r="textAreaRight" b="textAreaBottom"/>
            <a:pathLst>
              <a:path w="21600" h="21600">
                <a:moveTo>
                  <a:pt x="17850" y="17620"/>
                </a:moveTo>
                <a:cubicBezTo>
                  <a:pt x="17270" y="17122"/>
                  <a:pt x="16604" y="16682"/>
                  <a:pt x="15855" y="16324"/>
                </a:cubicBezTo>
                <a:cubicBezTo>
                  <a:pt x="15868" y="16284"/>
                  <a:pt x="15882" y="16244"/>
                  <a:pt x="15896" y="16203"/>
                </a:cubicBezTo>
                <a:cubicBezTo>
                  <a:pt x="16131" y="15456"/>
                  <a:pt x="16320" y="14656"/>
                  <a:pt x="16454" y="13811"/>
                </a:cubicBezTo>
                <a:cubicBezTo>
                  <a:pt x="16471" y="13704"/>
                  <a:pt x="16484" y="13596"/>
                  <a:pt x="16499" y="13488"/>
                </a:cubicBezTo>
                <a:cubicBezTo>
                  <a:pt x="16544" y="13166"/>
                  <a:pt x="16581" y="12839"/>
                  <a:pt x="16610" y="12507"/>
                </a:cubicBezTo>
                <a:cubicBezTo>
                  <a:pt x="16621" y="12383"/>
                  <a:pt x="16632" y="12260"/>
                  <a:pt x="16641" y="12135"/>
                </a:cubicBezTo>
                <a:cubicBezTo>
                  <a:pt x="16660" y="11858"/>
                  <a:pt x="16664" y="11574"/>
                  <a:pt x="16673" y="11291"/>
                </a:cubicBezTo>
                <a:lnTo>
                  <a:pt x="20598" y="11291"/>
                </a:lnTo>
                <a:cubicBezTo>
                  <a:pt x="20476" y="13747"/>
                  <a:pt x="19450" y="15962"/>
                  <a:pt x="17850" y="17620"/>
                </a:cubicBezTo>
                <a:moveTo>
                  <a:pt x="13714" y="20178"/>
                </a:moveTo>
                <a:cubicBezTo>
                  <a:pt x="13925" y="19957"/>
                  <a:pt x="14127" y="19710"/>
                  <a:pt x="14321" y="19444"/>
                </a:cubicBezTo>
                <a:cubicBezTo>
                  <a:pt x="14339" y="19419"/>
                  <a:pt x="14357" y="19394"/>
                  <a:pt x="14375" y="19369"/>
                </a:cubicBezTo>
                <a:cubicBezTo>
                  <a:pt x="14764" y="18822"/>
                  <a:pt x="15116" y="18192"/>
                  <a:pt x="15420" y="17488"/>
                </a:cubicBezTo>
                <a:cubicBezTo>
                  <a:pt x="15436" y="17450"/>
                  <a:pt x="15451" y="17410"/>
                  <a:pt x="15467" y="17372"/>
                </a:cubicBezTo>
                <a:cubicBezTo>
                  <a:pt x="15485" y="17329"/>
                  <a:pt x="15499" y="17282"/>
                  <a:pt x="15517" y="17239"/>
                </a:cubicBezTo>
                <a:cubicBezTo>
                  <a:pt x="16123" y="17535"/>
                  <a:pt x="16665" y="17890"/>
                  <a:pt x="17142" y="18285"/>
                </a:cubicBezTo>
                <a:cubicBezTo>
                  <a:pt x="16149" y="19129"/>
                  <a:pt x="14989" y="19782"/>
                  <a:pt x="13714" y="20178"/>
                </a:cubicBezTo>
                <a:moveTo>
                  <a:pt x="11291" y="20569"/>
                </a:moveTo>
                <a:lnTo>
                  <a:pt x="11291" y="16221"/>
                </a:lnTo>
                <a:cubicBezTo>
                  <a:pt x="12498" y="16271"/>
                  <a:pt x="13638" y="16493"/>
                  <a:pt x="14652" y="16869"/>
                </a:cubicBezTo>
                <a:cubicBezTo>
                  <a:pt x="13850" y="18909"/>
                  <a:pt x="12654" y="20298"/>
                  <a:pt x="11291" y="20569"/>
                </a:cubicBezTo>
                <a:moveTo>
                  <a:pt x="11291" y="11291"/>
                </a:moveTo>
                <a:lnTo>
                  <a:pt x="15697" y="11291"/>
                </a:lnTo>
                <a:cubicBezTo>
                  <a:pt x="15655" y="12995"/>
                  <a:pt x="15392" y="14581"/>
                  <a:pt x="14971" y="15948"/>
                </a:cubicBezTo>
                <a:cubicBezTo>
                  <a:pt x="13855" y="15534"/>
                  <a:pt x="12608" y="15291"/>
                  <a:pt x="11291" y="15240"/>
                </a:cubicBezTo>
                <a:cubicBezTo>
                  <a:pt x="11291" y="15240"/>
                  <a:pt x="11291" y="11291"/>
                  <a:pt x="11291" y="11291"/>
                </a:cubicBezTo>
                <a:close/>
                <a:moveTo>
                  <a:pt x="11291" y="6360"/>
                </a:moveTo>
                <a:cubicBezTo>
                  <a:pt x="12608" y="6309"/>
                  <a:pt x="13855" y="6066"/>
                  <a:pt x="14971" y="5652"/>
                </a:cubicBezTo>
                <a:cubicBezTo>
                  <a:pt x="15392" y="7019"/>
                  <a:pt x="15655" y="8605"/>
                  <a:pt x="15697" y="10309"/>
                </a:cubicBezTo>
                <a:lnTo>
                  <a:pt x="11291" y="10309"/>
                </a:lnTo>
                <a:cubicBezTo>
                  <a:pt x="11291" y="10309"/>
                  <a:pt x="11291" y="6360"/>
                  <a:pt x="11291" y="6360"/>
                </a:cubicBezTo>
                <a:close/>
                <a:moveTo>
                  <a:pt x="11291" y="1031"/>
                </a:moveTo>
                <a:cubicBezTo>
                  <a:pt x="12654" y="1302"/>
                  <a:pt x="13850" y="2691"/>
                  <a:pt x="14652" y="4731"/>
                </a:cubicBezTo>
                <a:cubicBezTo>
                  <a:pt x="13638" y="5107"/>
                  <a:pt x="12498" y="5329"/>
                  <a:pt x="11291" y="5379"/>
                </a:cubicBezTo>
                <a:cubicBezTo>
                  <a:pt x="11291" y="5379"/>
                  <a:pt x="11291" y="1031"/>
                  <a:pt x="11291" y="1031"/>
                </a:cubicBezTo>
                <a:close/>
                <a:moveTo>
                  <a:pt x="17142" y="3315"/>
                </a:moveTo>
                <a:cubicBezTo>
                  <a:pt x="16665" y="3711"/>
                  <a:pt x="16123" y="4065"/>
                  <a:pt x="15517" y="4361"/>
                </a:cubicBezTo>
                <a:cubicBezTo>
                  <a:pt x="15499" y="4318"/>
                  <a:pt x="15485" y="4271"/>
                  <a:pt x="15467" y="4229"/>
                </a:cubicBezTo>
                <a:cubicBezTo>
                  <a:pt x="15451" y="4190"/>
                  <a:pt x="15436" y="4151"/>
                  <a:pt x="15420" y="4112"/>
                </a:cubicBezTo>
                <a:cubicBezTo>
                  <a:pt x="15116" y="3408"/>
                  <a:pt x="14764" y="2778"/>
                  <a:pt x="14375" y="2231"/>
                </a:cubicBezTo>
                <a:cubicBezTo>
                  <a:pt x="14357" y="2206"/>
                  <a:pt x="14339" y="2181"/>
                  <a:pt x="14321" y="2156"/>
                </a:cubicBezTo>
                <a:cubicBezTo>
                  <a:pt x="14127" y="1890"/>
                  <a:pt x="13925" y="1643"/>
                  <a:pt x="13714" y="1422"/>
                </a:cubicBezTo>
                <a:cubicBezTo>
                  <a:pt x="14989" y="1818"/>
                  <a:pt x="16149" y="2471"/>
                  <a:pt x="17142" y="3315"/>
                </a:cubicBezTo>
                <a:moveTo>
                  <a:pt x="20598" y="10309"/>
                </a:moveTo>
                <a:lnTo>
                  <a:pt x="16673" y="10309"/>
                </a:lnTo>
                <a:cubicBezTo>
                  <a:pt x="16664" y="10027"/>
                  <a:pt x="16660" y="9742"/>
                  <a:pt x="16641" y="9465"/>
                </a:cubicBezTo>
                <a:cubicBezTo>
                  <a:pt x="16632" y="9340"/>
                  <a:pt x="16621" y="9217"/>
                  <a:pt x="16610" y="9093"/>
                </a:cubicBezTo>
                <a:cubicBezTo>
                  <a:pt x="16581" y="8761"/>
                  <a:pt x="16544" y="8434"/>
                  <a:pt x="16499" y="8112"/>
                </a:cubicBezTo>
                <a:cubicBezTo>
                  <a:pt x="16484" y="8005"/>
                  <a:pt x="16471" y="7896"/>
                  <a:pt x="16454" y="7789"/>
                </a:cubicBezTo>
                <a:cubicBezTo>
                  <a:pt x="16320" y="6944"/>
                  <a:pt x="16131" y="6144"/>
                  <a:pt x="15896" y="5397"/>
                </a:cubicBezTo>
                <a:cubicBezTo>
                  <a:pt x="15882" y="5357"/>
                  <a:pt x="15868" y="5317"/>
                  <a:pt x="15855" y="5276"/>
                </a:cubicBezTo>
                <a:cubicBezTo>
                  <a:pt x="16604" y="4918"/>
                  <a:pt x="17270" y="4478"/>
                  <a:pt x="17850" y="3981"/>
                </a:cubicBezTo>
                <a:cubicBezTo>
                  <a:pt x="19450" y="5638"/>
                  <a:pt x="20476" y="7853"/>
                  <a:pt x="20598" y="10309"/>
                </a:cubicBezTo>
                <a:moveTo>
                  <a:pt x="10309" y="5379"/>
                </a:moveTo>
                <a:cubicBezTo>
                  <a:pt x="9101" y="5329"/>
                  <a:pt x="7961" y="5107"/>
                  <a:pt x="6947" y="4731"/>
                </a:cubicBezTo>
                <a:cubicBezTo>
                  <a:pt x="7749" y="2691"/>
                  <a:pt x="8945" y="1302"/>
                  <a:pt x="10309" y="1031"/>
                </a:cubicBezTo>
                <a:cubicBezTo>
                  <a:pt x="10309" y="1031"/>
                  <a:pt x="10309" y="5379"/>
                  <a:pt x="10309" y="5379"/>
                </a:cubicBezTo>
                <a:close/>
                <a:moveTo>
                  <a:pt x="10309" y="10309"/>
                </a:moveTo>
                <a:lnTo>
                  <a:pt x="5903" y="10309"/>
                </a:lnTo>
                <a:cubicBezTo>
                  <a:pt x="5945" y="8605"/>
                  <a:pt x="6207" y="7019"/>
                  <a:pt x="6629" y="5652"/>
                </a:cubicBezTo>
                <a:cubicBezTo>
                  <a:pt x="7745" y="6066"/>
                  <a:pt x="8991" y="6309"/>
                  <a:pt x="10309" y="6360"/>
                </a:cubicBezTo>
                <a:cubicBezTo>
                  <a:pt x="10309" y="6360"/>
                  <a:pt x="10309" y="10309"/>
                  <a:pt x="10309" y="10309"/>
                </a:cubicBezTo>
                <a:close/>
                <a:moveTo>
                  <a:pt x="10309" y="15240"/>
                </a:moveTo>
                <a:cubicBezTo>
                  <a:pt x="8991" y="15291"/>
                  <a:pt x="7745" y="15534"/>
                  <a:pt x="6629" y="15948"/>
                </a:cubicBezTo>
                <a:cubicBezTo>
                  <a:pt x="6207" y="14581"/>
                  <a:pt x="5945" y="12995"/>
                  <a:pt x="5903" y="11291"/>
                </a:cubicBezTo>
                <a:lnTo>
                  <a:pt x="10309" y="11291"/>
                </a:lnTo>
                <a:cubicBezTo>
                  <a:pt x="10309" y="11291"/>
                  <a:pt x="10309" y="15240"/>
                  <a:pt x="10309" y="15240"/>
                </a:cubicBezTo>
                <a:close/>
                <a:moveTo>
                  <a:pt x="10309" y="20569"/>
                </a:moveTo>
                <a:cubicBezTo>
                  <a:pt x="8945" y="20298"/>
                  <a:pt x="7749" y="18909"/>
                  <a:pt x="6947" y="16869"/>
                </a:cubicBezTo>
                <a:cubicBezTo>
                  <a:pt x="7961" y="16493"/>
                  <a:pt x="9101" y="16271"/>
                  <a:pt x="10309" y="16221"/>
                </a:cubicBezTo>
                <a:cubicBezTo>
                  <a:pt x="10309" y="16221"/>
                  <a:pt x="10309" y="20569"/>
                  <a:pt x="10309" y="20569"/>
                </a:cubicBezTo>
                <a:close/>
                <a:moveTo>
                  <a:pt x="4458" y="18285"/>
                </a:moveTo>
                <a:cubicBezTo>
                  <a:pt x="4934" y="17890"/>
                  <a:pt x="5476" y="17535"/>
                  <a:pt x="6083" y="17239"/>
                </a:cubicBezTo>
                <a:cubicBezTo>
                  <a:pt x="6100" y="17282"/>
                  <a:pt x="6115" y="17329"/>
                  <a:pt x="6132" y="17372"/>
                </a:cubicBezTo>
                <a:cubicBezTo>
                  <a:pt x="6149" y="17410"/>
                  <a:pt x="6163" y="17450"/>
                  <a:pt x="6180" y="17488"/>
                </a:cubicBezTo>
                <a:cubicBezTo>
                  <a:pt x="6484" y="18192"/>
                  <a:pt x="6835" y="18822"/>
                  <a:pt x="7224" y="19369"/>
                </a:cubicBezTo>
                <a:cubicBezTo>
                  <a:pt x="7242" y="19394"/>
                  <a:pt x="7261" y="19419"/>
                  <a:pt x="7279" y="19444"/>
                </a:cubicBezTo>
                <a:cubicBezTo>
                  <a:pt x="7472" y="19710"/>
                  <a:pt x="7674" y="19957"/>
                  <a:pt x="7886" y="20178"/>
                </a:cubicBezTo>
                <a:cubicBezTo>
                  <a:pt x="6610" y="19782"/>
                  <a:pt x="5451" y="19129"/>
                  <a:pt x="4458" y="18285"/>
                </a:cubicBezTo>
                <a:moveTo>
                  <a:pt x="1002" y="11291"/>
                </a:moveTo>
                <a:lnTo>
                  <a:pt x="4927" y="11291"/>
                </a:lnTo>
                <a:cubicBezTo>
                  <a:pt x="4935" y="11574"/>
                  <a:pt x="4940" y="11858"/>
                  <a:pt x="4958" y="12135"/>
                </a:cubicBezTo>
                <a:cubicBezTo>
                  <a:pt x="4967" y="12260"/>
                  <a:pt x="4979" y="12383"/>
                  <a:pt x="4989" y="12507"/>
                </a:cubicBezTo>
                <a:cubicBezTo>
                  <a:pt x="5018" y="12839"/>
                  <a:pt x="5055" y="13166"/>
                  <a:pt x="5100" y="13488"/>
                </a:cubicBezTo>
                <a:cubicBezTo>
                  <a:pt x="5116" y="13596"/>
                  <a:pt x="5129" y="13704"/>
                  <a:pt x="5146" y="13811"/>
                </a:cubicBezTo>
                <a:cubicBezTo>
                  <a:pt x="5280" y="14656"/>
                  <a:pt x="5468" y="15456"/>
                  <a:pt x="5704" y="16203"/>
                </a:cubicBezTo>
                <a:cubicBezTo>
                  <a:pt x="5718" y="16244"/>
                  <a:pt x="5731" y="16284"/>
                  <a:pt x="5744" y="16324"/>
                </a:cubicBezTo>
                <a:cubicBezTo>
                  <a:pt x="4996" y="16682"/>
                  <a:pt x="4330" y="17122"/>
                  <a:pt x="3749" y="17620"/>
                </a:cubicBezTo>
                <a:cubicBezTo>
                  <a:pt x="2150" y="15962"/>
                  <a:pt x="1123" y="13747"/>
                  <a:pt x="1002" y="11291"/>
                </a:cubicBezTo>
                <a:moveTo>
                  <a:pt x="3749" y="3981"/>
                </a:moveTo>
                <a:cubicBezTo>
                  <a:pt x="4330" y="4478"/>
                  <a:pt x="4996" y="4918"/>
                  <a:pt x="5744" y="5276"/>
                </a:cubicBezTo>
                <a:cubicBezTo>
                  <a:pt x="5731" y="5317"/>
                  <a:pt x="5718" y="5357"/>
                  <a:pt x="5704" y="5397"/>
                </a:cubicBezTo>
                <a:cubicBezTo>
                  <a:pt x="5469" y="6144"/>
                  <a:pt x="5280" y="6944"/>
                  <a:pt x="5146" y="7789"/>
                </a:cubicBezTo>
                <a:cubicBezTo>
                  <a:pt x="5129" y="7896"/>
                  <a:pt x="5116" y="8005"/>
                  <a:pt x="5100" y="8112"/>
                </a:cubicBezTo>
                <a:cubicBezTo>
                  <a:pt x="5055" y="8434"/>
                  <a:pt x="5018" y="8761"/>
                  <a:pt x="4989" y="9093"/>
                </a:cubicBezTo>
                <a:cubicBezTo>
                  <a:pt x="4979" y="9217"/>
                  <a:pt x="4967" y="9340"/>
                  <a:pt x="4958" y="9465"/>
                </a:cubicBezTo>
                <a:cubicBezTo>
                  <a:pt x="4940" y="9742"/>
                  <a:pt x="4935" y="10027"/>
                  <a:pt x="4927" y="10309"/>
                </a:cubicBezTo>
                <a:lnTo>
                  <a:pt x="1002" y="10309"/>
                </a:lnTo>
                <a:cubicBezTo>
                  <a:pt x="1123" y="7853"/>
                  <a:pt x="2150" y="5638"/>
                  <a:pt x="3749" y="3981"/>
                </a:cubicBezTo>
                <a:moveTo>
                  <a:pt x="7886" y="1422"/>
                </a:moveTo>
                <a:cubicBezTo>
                  <a:pt x="7674" y="1643"/>
                  <a:pt x="7472" y="1890"/>
                  <a:pt x="7279" y="2156"/>
                </a:cubicBezTo>
                <a:cubicBezTo>
                  <a:pt x="7261" y="2181"/>
                  <a:pt x="7242" y="2206"/>
                  <a:pt x="7224" y="2231"/>
                </a:cubicBezTo>
                <a:cubicBezTo>
                  <a:pt x="6835" y="2778"/>
                  <a:pt x="6484" y="3408"/>
                  <a:pt x="6180" y="4112"/>
                </a:cubicBezTo>
                <a:cubicBezTo>
                  <a:pt x="6163" y="4151"/>
                  <a:pt x="6149" y="4190"/>
                  <a:pt x="6132" y="4229"/>
                </a:cubicBezTo>
                <a:cubicBezTo>
                  <a:pt x="6115" y="4271"/>
                  <a:pt x="6100" y="4318"/>
                  <a:pt x="6083" y="4361"/>
                </a:cubicBezTo>
                <a:cubicBezTo>
                  <a:pt x="5476" y="4065"/>
                  <a:pt x="4934" y="3711"/>
                  <a:pt x="4458" y="3315"/>
                </a:cubicBezTo>
                <a:cubicBezTo>
                  <a:pt x="5451" y="2471"/>
                  <a:pt x="6610" y="1818"/>
                  <a:pt x="7886" y="1422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440" rIns="28440" tIns="28440" bIns="28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3" name="Google Shape;147;p22"/>
          <p:cNvSpPr/>
          <p:nvPr/>
        </p:nvSpPr>
        <p:spPr>
          <a:xfrm flipH="1" rot="10800000">
            <a:off x="-360" y="360"/>
            <a:ext cx="7968600" cy="4052880"/>
          </a:xfrm>
          <a:prstGeom prst="rtTriangl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cxnSp>
        <p:nvCxnSpPr>
          <p:cNvPr id="204" name="Google Shape;148;p22"/>
          <p:cNvCxnSpPr/>
          <p:nvPr/>
        </p:nvCxnSpPr>
        <p:spPr>
          <a:xfrm flipV="1">
            <a:off x="0" y="0"/>
            <a:ext cx="4523040" cy="2253600"/>
          </a:xfrm>
          <a:prstGeom prst="straightConnector1">
            <a:avLst/>
          </a:prstGeom>
          <a:ln w="9525">
            <a:solidFill>
              <a:srgbClr val="a5a5a5"/>
            </a:solidFill>
            <a:miter/>
          </a:ln>
        </p:spPr>
      </p:cxnSp>
      <p:cxnSp>
        <p:nvCxnSpPr>
          <p:cNvPr id="205" name="Google Shape;149;p22"/>
          <p:cNvCxnSpPr/>
          <p:nvPr/>
        </p:nvCxnSpPr>
        <p:spPr>
          <a:xfrm flipV="1">
            <a:off x="6752880" y="2943000"/>
            <a:ext cx="2391480" cy="1267200"/>
          </a:xfrm>
          <a:prstGeom prst="straightConnector1">
            <a:avLst/>
          </a:prstGeom>
          <a:ln w="9525">
            <a:solidFill>
              <a:srgbClr val="eab200"/>
            </a:solidFill>
            <a:miter/>
          </a:ln>
        </p:spPr>
      </p:cxnSp>
      <p:cxnSp>
        <p:nvCxnSpPr>
          <p:cNvPr id="206" name="Google Shape;150;p22"/>
          <p:cNvCxnSpPr/>
          <p:nvPr/>
        </p:nvCxnSpPr>
        <p:spPr>
          <a:xfrm flipV="1">
            <a:off x="-13320" y="3524760"/>
            <a:ext cx="1440000" cy="751320"/>
          </a:xfrm>
          <a:prstGeom prst="straightConnector1">
            <a:avLst/>
          </a:prstGeom>
          <a:ln w="9525">
            <a:solidFill>
              <a:srgbClr val="00194c"/>
            </a:solidFill>
            <a:miter/>
          </a:ln>
        </p:spPr>
      </p:cxnSp>
      <p:sp>
        <p:nvSpPr>
          <p:cNvPr id="207" name="PlaceHolder 5"/>
          <p:cNvSpPr>
            <a:spLocks noGrp="1"/>
          </p:cNvSpPr>
          <p:nvPr>
            <p:ph type="body"/>
          </p:nvPr>
        </p:nvSpPr>
        <p:spPr>
          <a:xfrm>
            <a:off x="1262520" y="645840"/>
            <a:ext cx="3321000" cy="3852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5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6"/>
          <p:cNvSpPr>
            <a:spLocks noGrp="1"/>
          </p:cNvSpPr>
          <p:nvPr>
            <p:ph type="title"/>
          </p:nvPr>
        </p:nvSpPr>
        <p:spPr>
          <a:xfrm>
            <a:off x="4781880" y="1365840"/>
            <a:ext cx="3639960" cy="1211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93740" lnSpcReduction="20000"/>
          </a:bodyPr>
          <a:p>
            <a:pPr indent="0"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iq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z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ur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é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di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fo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at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xt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e-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tit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slideLayout" Target="../slideLayouts/slideLayout24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4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4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4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slideLayout" Target="../slideLayouts/slideLayout24.xml"/><Relationship Id="rId7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5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26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53;p33" descr=""/>
          <p:cNvPicPr/>
          <p:nvPr/>
        </p:nvPicPr>
        <p:blipFill>
          <a:blip r:embed="rId1"/>
          <a:srcRect l="20780" t="0" r="20780" b="0"/>
          <a:stretch/>
        </p:blipFill>
        <p:spPr>
          <a:xfrm>
            <a:off x="1262520" y="645840"/>
            <a:ext cx="3321000" cy="3852360"/>
          </a:xfrm>
          <a:prstGeom prst="rect">
            <a:avLst/>
          </a:prstGeom>
          <a:ln w="0">
            <a:noFill/>
          </a:ln>
        </p:spPr>
      </p:pic>
      <p:sp>
        <p:nvSpPr>
          <p:cNvPr id="216" name="Google Shape;254;p33"/>
          <p:cNvSpPr/>
          <p:nvPr/>
        </p:nvSpPr>
        <p:spPr>
          <a:xfrm rot="16200000">
            <a:off x="2009520" y="1791720"/>
            <a:ext cx="1809360" cy="155988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781880" y="1504440"/>
            <a:ext cx="3639960" cy="1211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90616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fr" sz="3200" spc="-1" strike="noStrike">
                <a:solidFill>
                  <a:schemeClr val="accent1"/>
                </a:solidFill>
                <a:latin typeface="Calibri"/>
                <a:ea typeface="Calibri"/>
              </a:rPr>
              <a:t>Création et </a:t>
            </a:r>
            <a:r>
              <a:rPr b="1" lang="fr" sz="3200" spc="-1" strike="noStrike">
                <a:solidFill>
                  <a:schemeClr val="accent1"/>
                </a:solidFill>
                <a:latin typeface="Calibri"/>
                <a:ea typeface="Calibri"/>
              </a:rPr>
              <a:t>utilisation de </a:t>
            </a:r>
            <a:r>
              <a:rPr b="1" lang="fr" sz="3200" spc="-1" strike="noStrike">
                <a:solidFill>
                  <a:schemeClr val="accent1"/>
                </a:solidFill>
                <a:latin typeface="Calibri"/>
                <a:ea typeface="Calibri"/>
              </a:rPr>
              <a:t>la base de </a:t>
            </a:r>
            <a:r>
              <a:rPr b="1" lang="fr" sz="3200" spc="-1" strike="noStrike">
                <a:solidFill>
                  <a:schemeClr val="accent1"/>
                </a:solidFill>
                <a:latin typeface="Calibri"/>
                <a:ea typeface="Calibri"/>
              </a:rPr>
              <a:t>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 type="subTitle"/>
          </p:nvPr>
        </p:nvSpPr>
        <p:spPr>
          <a:xfrm>
            <a:off x="4781520" y="2730600"/>
            <a:ext cx="3640320" cy="94284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1800" spc="-1" strike="noStrike">
                <a:solidFill>
                  <a:schemeClr val="accent6"/>
                </a:solidFill>
                <a:latin typeface="Calibri"/>
                <a:ea typeface="Calibri"/>
              </a:rPr>
              <a:t>Zied Belhocine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9" name="Google Shape;257;p33" descr="https://lh5.googleusercontent.com/TcdnvzxQ7ulQo8GiFwfIKujloK6EfAJv7ikP-EvnfdTVQnROS3WXw6XSx9Cpd73e_l7GCUAnbxroB-qlzG2fvYdCyl-Y5QZ95MpiD-GfDN-4taJyHRqsr3vOZzc3ONTBu52b0HIdUOMeHvdHiA_5tD0"/>
          <p:cNvPicPr/>
          <p:nvPr/>
        </p:nvPicPr>
        <p:blipFill>
          <a:blip r:embed="rId2"/>
          <a:stretch/>
        </p:blipFill>
        <p:spPr>
          <a:xfrm>
            <a:off x="4840200" y="3713760"/>
            <a:ext cx="4303440" cy="1429560"/>
          </a:xfrm>
          <a:prstGeom prst="rect">
            <a:avLst/>
          </a:prstGeom>
          <a:ln w="0">
            <a:noFill/>
          </a:ln>
        </p:spPr>
      </p:pic>
      <p:pic>
        <p:nvPicPr>
          <p:cNvPr id="220" name="Google Shape;258;p33" descr="https://lh5.googleusercontent.com/TcdnvzxQ7ulQo8GiFwfIKujloK6EfAJv7ikP-EvnfdTVQnROS3WXw6XSx9Cpd73e_l7GCUAnbxroB-qlzG2fvYdCyl-Y5QZ95MpiD-GfDN-4taJyHRqsr3vOZzc3ONTBu52b0HIdUOMeHvdHiA_5tD0"/>
          <p:cNvPicPr/>
          <p:nvPr/>
        </p:nvPicPr>
        <p:blipFill>
          <a:blip r:embed="rId3"/>
          <a:srcRect l="11387" t="12668" r="63938" b="13980"/>
          <a:stretch/>
        </p:blipFill>
        <p:spPr>
          <a:xfrm>
            <a:off x="1979640" y="1607760"/>
            <a:ext cx="1801440" cy="177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Image 1" descr=""/>
          <p:cNvPicPr/>
          <p:nvPr/>
        </p:nvPicPr>
        <p:blipFill>
          <a:blip r:embed="rId1"/>
          <a:srcRect l="0" t="0" r="45647" b="0"/>
          <a:stretch/>
        </p:blipFill>
        <p:spPr>
          <a:xfrm>
            <a:off x="4952880" y="0"/>
            <a:ext cx="4190760" cy="5143320"/>
          </a:xfrm>
          <a:prstGeom prst="rect">
            <a:avLst/>
          </a:prstGeom>
          <a:ln w="0">
            <a:noFill/>
          </a:ln>
        </p:spPr>
      </p:pic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398520" y="981360"/>
            <a:ext cx="5506560" cy="9111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fr-FR" sz="4800" spc="-1" strike="noStrike">
                <a:solidFill>
                  <a:schemeClr val="accent1"/>
                </a:solidFill>
                <a:latin typeface="Calibri"/>
                <a:ea typeface="Calibri"/>
              </a:rPr>
              <a:t>DATAImmo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398520" y="1922760"/>
            <a:ext cx="4554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fr-FR" sz="1600" spc="-1" strike="noStrike">
                <a:solidFill>
                  <a:schemeClr val="accent1"/>
                </a:solidFill>
                <a:latin typeface="Calibri"/>
                <a:ea typeface="Calibri"/>
              </a:rPr>
              <a:t>Créer un modèle pour mieux prévoir le prix de ventes des biens immobiliers. 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/>
          </p:nvPr>
        </p:nvSpPr>
        <p:spPr>
          <a:xfrm>
            <a:off x="398520" y="2397600"/>
            <a:ext cx="3706920" cy="221832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 fontScale="87222" lnSpcReduction="20000"/>
          </a:bodyPr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eab200"/>
              </a:buClr>
              <a:buFont typeface="Arial"/>
              <a:buChar char="•"/>
            </a:pPr>
            <a:r>
              <a:rPr b="0" lang="fr-FR" sz="1800" spc="-1" strike="noStrike">
                <a:solidFill>
                  <a:schemeClr val="dk1"/>
                </a:solidFill>
                <a:latin typeface="Calibri"/>
                <a:ea typeface="Calibri"/>
              </a:rPr>
              <a:t>Améliorer la base de données permettant de collecter les transactions immobilières et foncières en France en l’enrichissant pour analyser le marché et aider les différentes agences régionales à mieux accompagner leurs clients.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799"/>
              </a:spcBef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14480" indent="0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chemeClr val="dk1"/>
                </a:solidFill>
                <a:latin typeface="Calibri"/>
                <a:ea typeface="Calibri"/>
              </a:rPr>
              <a:t>Cela en respectant la législation et notamment le RGPD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4"/>
          <p:cNvSpPr>
            <a:spLocks noGrp="1"/>
          </p:cNvSpPr>
          <p:nvPr>
            <p:ph type="sldNum" idx="35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F9B5E5-5E24-41E3-BB42-662424D8FE0D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2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468936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83648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La stratégie de sauvegarde et la conformité RGPD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sldNum" idx="36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2014BFE-96B0-4E9D-A357-76F123A45DD5}" type="slidenum"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3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ZoneTexte 2"/>
          <p:cNvSpPr/>
          <p:nvPr/>
        </p:nvSpPr>
        <p:spPr>
          <a:xfrm>
            <a:off x="515880" y="2004480"/>
            <a:ext cx="826560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fr-FR" sz="1800" spc="-1" strike="noStrike">
                <a:solidFill>
                  <a:srgbClr val="000000"/>
                </a:solidFill>
                <a:latin typeface="Arial"/>
                <a:ea typeface="Arial"/>
              </a:rPr>
              <a:t>La stratégie de sauvegarde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1800" spc="-1" strike="noStrike">
                <a:solidFill>
                  <a:srgbClr val="000000"/>
                </a:solidFill>
                <a:latin typeface="Arial"/>
                <a:ea typeface="Arial"/>
              </a:rPr>
              <a:t>Objectif :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  <a:ea typeface="Arial"/>
              </a:rPr>
              <a:t> Garantir la disponibilité, la sécurité et l’intégrité des données en cas d’incident.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1800" spc="-1" strike="noStrike">
                <a:solidFill>
                  <a:srgbClr val="000000"/>
                </a:solidFill>
                <a:latin typeface="Arial"/>
                <a:ea typeface="Arial"/>
              </a:rPr>
              <a:t>Comment ?</a:t>
            </a:r>
            <a:r>
              <a:rPr b="0" lang="fr-FR" sz="1800" spc="-1" strike="noStrike">
                <a:solidFill>
                  <a:srgbClr val="000000"/>
                </a:solidFill>
                <a:latin typeface="Arial"/>
                <a:ea typeface="Arial"/>
              </a:rPr>
              <a:t> : En faisant des sauvegardes automatiques régulières sur des supports physique et clouds sécurisés.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fr-FR" sz="1800" spc="-1" strike="noStrike">
                <a:solidFill>
                  <a:srgbClr val="000000"/>
                </a:solidFill>
                <a:latin typeface="Arial"/>
                <a:ea typeface="Arial"/>
              </a:rPr>
              <a:t>La conformité RGPD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  <a:ea typeface="Arial"/>
              </a:rPr>
              <a:t>Données concernées : Données personnelles des propriétaires à supprimer. (automatique sur Power Query).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14480">
              <a:lnSpc>
                <a:spcPct val="100000"/>
              </a:lnSpc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468936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Les données initiales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/>
          </p:nvPr>
        </p:nvSpPr>
        <p:spPr>
          <a:xfrm>
            <a:off x="1936800" y="1350720"/>
            <a:ext cx="6978240" cy="303552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chemeClr val="dk1"/>
                </a:solidFill>
                <a:latin typeface="Calibri"/>
                <a:ea typeface="Calibri"/>
              </a:rPr>
              <a:t>On dispose de trois fichiers pour créer notre BDD.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37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0E3893-A494-4062-9640-11360853179E}" type="slidenum"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4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32" name="Picture 2" descr="Investissement sur le marché immobilier. Argent de la maison - Photo de Bien immobilier libre de droits"/>
          <p:cNvPicPr/>
          <p:nvPr/>
        </p:nvPicPr>
        <p:blipFill>
          <a:blip r:embed="rId1"/>
          <a:stretch/>
        </p:blipFill>
        <p:spPr>
          <a:xfrm>
            <a:off x="389160" y="2293200"/>
            <a:ext cx="2386440" cy="1589400"/>
          </a:xfrm>
          <a:prstGeom prst="rect">
            <a:avLst/>
          </a:prstGeom>
          <a:ln w="0">
            <a:noFill/>
          </a:ln>
        </p:spPr>
      </p:pic>
      <p:pic>
        <p:nvPicPr>
          <p:cNvPr id="233" name="Picture 4" descr="Carte de la France faite de symbole de personnes sur fond blanc - clipart vectoriel de France libre de droits"/>
          <p:cNvPicPr/>
          <p:nvPr/>
        </p:nvPicPr>
        <p:blipFill>
          <a:blip r:embed="rId2"/>
          <a:stretch/>
        </p:blipFill>
        <p:spPr>
          <a:xfrm>
            <a:off x="3170880" y="1835640"/>
            <a:ext cx="2302920" cy="2302920"/>
          </a:xfrm>
          <a:prstGeom prst="rect">
            <a:avLst/>
          </a:prstGeom>
          <a:ln w="0">
            <a:noFill/>
          </a:ln>
        </p:spPr>
      </p:pic>
      <p:pic>
        <p:nvPicPr>
          <p:cNvPr id="234" name="Picture 6" descr="La France  - Photo de Carte libre de droits"/>
          <p:cNvPicPr/>
          <p:nvPr/>
        </p:nvPicPr>
        <p:blipFill>
          <a:blip r:embed="rId3"/>
          <a:stretch/>
        </p:blipFill>
        <p:spPr>
          <a:xfrm>
            <a:off x="6058440" y="2293200"/>
            <a:ext cx="2411280" cy="1608120"/>
          </a:xfrm>
          <a:prstGeom prst="rect">
            <a:avLst/>
          </a:prstGeom>
          <a:ln w="0">
            <a:noFill/>
          </a:ln>
        </p:spPr>
      </p:pic>
      <p:sp>
        <p:nvSpPr>
          <p:cNvPr id="235" name="ZoneTexte 2"/>
          <p:cNvSpPr/>
          <p:nvPr/>
        </p:nvSpPr>
        <p:spPr>
          <a:xfrm>
            <a:off x="389160" y="4021920"/>
            <a:ext cx="2386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Arial"/>
              </a:rPr>
              <a:t>Valeurs Foncières (DVF)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ZoneTexte 4"/>
          <p:cNvSpPr/>
          <p:nvPr/>
        </p:nvSpPr>
        <p:spPr>
          <a:xfrm>
            <a:off x="6070320" y="4021920"/>
            <a:ext cx="2386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Arial"/>
              </a:rPr>
              <a:t>Référentiel géographique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ZoneTexte 5"/>
          <p:cNvSpPr/>
          <p:nvPr/>
        </p:nvSpPr>
        <p:spPr>
          <a:xfrm>
            <a:off x="3230640" y="4021920"/>
            <a:ext cx="2386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fr-FR" sz="1200" spc="-1" strike="noStrike">
                <a:solidFill>
                  <a:srgbClr val="000000"/>
                </a:solidFill>
                <a:latin typeface="Arial"/>
                <a:ea typeface="Arial"/>
              </a:rPr>
              <a:t>Données communes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468936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90012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L’extrait du dictionnaire des données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390600" y="1552680"/>
            <a:ext cx="6978240" cy="303552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/>
          </a:bodyPr>
          <a:p>
            <a:pPr marL="177840" indent="-177840">
              <a:lnSpc>
                <a:spcPct val="90000"/>
              </a:lnSpc>
              <a:buClr>
                <a:srgbClr val="2e7a40"/>
              </a:buClr>
              <a:buFont typeface="Arial"/>
              <a:buChar char="•"/>
            </a:pPr>
            <a:r>
              <a:rPr b="0" lang="fr" sz="1800" spc="-1" strike="noStrike">
                <a:solidFill>
                  <a:schemeClr val="dk1"/>
                </a:solidFill>
                <a:latin typeface="Calibri"/>
                <a:ea typeface="Calibri"/>
              </a:rPr>
              <a:t>Lorem ipsum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ftr" idx="38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PlaceHolder 4"/>
          <p:cNvSpPr>
            <a:spLocks noGrp="1"/>
          </p:cNvSpPr>
          <p:nvPr>
            <p:ph type="sldNum" idx="39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28D8C8-82FA-4153-9446-789F71FA5F2B}" type="slidenum"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5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2" name="Image 2" descr=""/>
          <p:cNvPicPr/>
          <p:nvPr/>
        </p:nvPicPr>
        <p:blipFill>
          <a:blip r:embed="rId1"/>
          <a:stretch/>
        </p:blipFill>
        <p:spPr>
          <a:xfrm>
            <a:off x="0" y="1374120"/>
            <a:ext cx="9143640" cy="2724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468936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90012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Le schéma relationnel normalisé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ftr" idx="40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41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C38E70-1BF7-46CC-A14E-50AA9BB049D9}" type="slidenum"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6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ZoneTexte 1"/>
          <p:cNvSpPr/>
          <p:nvPr/>
        </p:nvSpPr>
        <p:spPr>
          <a:xfrm>
            <a:off x="5225760" y="1355760"/>
            <a:ext cx="3197880" cy="39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90000"/>
              </a:lnSpc>
            </a:pPr>
            <a:r>
              <a:rPr b="0" lang="fr-FR" sz="1800" spc="-1" strike="noStrike">
                <a:solidFill>
                  <a:schemeClr val="accent1"/>
                </a:solidFill>
                <a:latin typeface="Calibri"/>
                <a:ea typeface="Calibri"/>
              </a:rPr>
              <a:t>Rappel des formes normales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</a:pPr>
            <a:r>
              <a:rPr b="0" lang="fr-FR" sz="1800" spc="-1" strike="noStrike">
                <a:solidFill>
                  <a:schemeClr val="accent1"/>
                </a:solidFill>
                <a:latin typeface="Calibri"/>
                <a:ea typeface="Calibri"/>
              </a:rPr>
              <a:t>1NF : atomicité des attributs et clé primaire unique (pas de lignes en double sur clé primaire).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</a:pPr>
            <a:r>
              <a:rPr b="0" lang="fr-FR" sz="1800" spc="-1" strike="noStrike">
                <a:solidFill>
                  <a:schemeClr val="accent1"/>
                </a:solidFill>
                <a:latin typeface="Calibri"/>
                <a:ea typeface="Calibri"/>
              </a:rPr>
              <a:t>2NF : pas de dépendance partielle sur une clé composite.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</a:pPr>
            <a:r>
              <a:rPr b="0" lang="fr-FR" sz="1800" spc="-1" strike="noStrike">
                <a:solidFill>
                  <a:schemeClr val="accent1"/>
                </a:solidFill>
                <a:latin typeface="Calibri"/>
                <a:ea typeface="Calibri"/>
              </a:rPr>
              <a:t>3NF : pas de dépendance transitive entre attributs non‑clé.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Image 5" descr=""/>
          <p:cNvPicPr/>
          <p:nvPr/>
        </p:nvPicPr>
        <p:blipFill>
          <a:blip r:embed="rId1"/>
          <a:stretch/>
        </p:blipFill>
        <p:spPr>
          <a:xfrm>
            <a:off x="221400" y="1333080"/>
            <a:ext cx="4996800" cy="3193200"/>
          </a:xfrm>
          <a:prstGeom prst="rect">
            <a:avLst/>
          </a:prstGeom>
          <a:ln w="0">
            <a:noFill/>
          </a:ln>
        </p:spPr>
      </p:pic>
      <p:pic>
        <p:nvPicPr>
          <p:cNvPr id="248" name="Image 3" descr=""/>
          <p:cNvPicPr/>
          <p:nvPr/>
        </p:nvPicPr>
        <p:blipFill>
          <a:blip r:embed="rId2"/>
          <a:stretch/>
        </p:blipFill>
        <p:spPr>
          <a:xfrm>
            <a:off x="349560" y="1284120"/>
            <a:ext cx="4875840" cy="3193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390600" y="554760"/>
            <a:ext cx="468936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 fontScale="74556" lnSpcReduction="20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La base de données avec les tables créées et les données chargées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-97920" y="1535760"/>
            <a:ext cx="4553280" cy="277632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 fontScale="43333"/>
          </a:bodyPr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CREATE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TABLE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</a:t>
            </a:r>
            <a:r>
              <a:rPr b="0" lang="fr-FR" sz="1800" spc="-1" strike="noStrike">
                <a:solidFill>
                  <a:srgbClr val="dcdcaa"/>
                </a:solidFill>
                <a:latin typeface="Consolas"/>
                <a:ea typeface="Calibri"/>
              </a:rPr>
              <a:t>Bien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id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INTEGER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   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PRIMARY KEY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UNIQUE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NOT NULL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code_dep_code_com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TEXT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(</a:t>
            </a:r>
            <a:r>
              <a:rPr b="0" lang="fr-FR" sz="1800" spc="-1" strike="noStrike">
                <a:solidFill>
                  <a:srgbClr val="b5cea8"/>
                </a:solidFill>
                <a:latin typeface="Consolas"/>
                <a:ea typeface="Calibri"/>
              </a:rPr>
              <a:t>10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)  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REFERENCES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commune (code_dep_code_com)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ON DELETE RESTRICT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ON UPDATE CASCADE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NOT NULL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no_voie          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INTEGER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b_t_q            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TEXT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(</a:t>
            </a:r>
            <a:r>
              <a:rPr b="0" lang="fr-FR" sz="1800" spc="-1" strike="noStrike">
                <a:solidFill>
                  <a:srgbClr val="b5cea8"/>
                </a:solidFill>
                <a:latin typeface="Consolas"/>
                <a:ea typeface="Calibri"/>
              </a:rPr>
              <a:t>1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),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type_voie        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TEXT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(</a:t>
            </a:r>
            <a:r>
              <a:rPr b="0" lang="fr-FR" sz="1800" spc="-1" strike="noStrike">
                <a:solidFill>
                  <a:srgbClr val="b5cea8"/>
                </a:solidFill>
                <a:latin typeface="Consolas"/>
                <a:ea typeface="Calibri"/>
              </a:rPr>
              <a:t>5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),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voie              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TEXT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(</a:t>
            </a:r>
            <a:r>
              <a:rPr b="0" lang="fr-FR" sz="1800" spc="-1" strike="noStrike">
                <a:solidFill>
                  <a:srgbClr val="b5cea8"/>
                </a:solidFill>
                <a:latin typeface="Consolas"/>
                <a:ea typeface="Calibri"/>
              </a:rPr>
              <a:t>50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),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surface_carrez    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NUMERIC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(</a:t>
            </a:r>
            <a:r>
              <a:rPr b="0" lang="fr-FR" sz="1800" spc="-1" strike="noStrike">
                <a:solidFill>
                  <a:srgbClr val="b5cea8"/>
                </a:solidFill>
                <a:latin typeface="Consolas"/>
                <a:ea typeface="Calibri"/>
              </a:rPr>
              <a:t>6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)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surface_reelle    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INTEGER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nb_pieces        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INTEGER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   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NOT NULL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    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type_local        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TEXT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 (</a:t>
            </a:r>
            <a:r>
              <a:rPr b="0" lang="fr-FR" sz="1800" spc="-1" strike="noStrike">
                <a:solidFill>
                  <a:srgbClr val="b5cea8"/>
                </a:solidFill>
                <a:latin typeface="Consolas"/>
                <a:ea typeface="Calibri"/>
              </a:rPr>
              <a:t>50</a:t>
            </a: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)   </a:t>
            </a:r>
            <a:r>
              <a:rPr b="0" lang="fr-FR" sz="1800" spc="-1" strike="noStrike">
                <a:solidFill>
                  <a:srgbClr val="569cd6"/>
                </a:solidFill>
                <a:latin typeface="Consolas"/>
                <a:ea typeface="Calibri"/>
              </a:rPr>
              <a:t>NOT NULL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90000"/>
              </a:lnSpc>
              <a:spcBef>
                <a:spcPts val="799"/>
              </a:spcBef>
              <a:buClr>
                <a:srgbClr val="2e7a40"/>
              </a:buClr>
              <a:buFont typeface="Arial"/>
              <a:buChar char="•"/>
            </a:pPr>
            <a:r>
              <a:rPr b="0" lang="fr-FR" sz="1800" spc="-1" strike="noStrike">
                <a:solidFill>
                  <a:srgbClr val="cccccc"/>
                </a:solidFill>
                <a:latin typeface="Consolas"/>
                <a:ea typeface="Calibri"/>
              </a:rPr>
              <a:t>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ftr" idx="42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 type="sldNum" idx="43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B1FF63B-F429-400C-B55E-5EEDEE75C3D3}" type="slidenum"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7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53" name="Image 2" descr=""/>
          <p:cNvPicPr/>
          <p:nvPr/>
        </p:nvPicPr>
        <p:blipFill>
          <a:blip r:embed="rId1"/>
          <a:stretch/>
        </p:blipFill>
        <p:spPr>
          <a:xfrm>
            <a:off x="4298760" y="1241640"/>
            <a:ext cx="4689360" cy="3447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468936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2400" spc="-1" strike="noStrike">
                <a:solidFill>
                  <a:schemeClr val="accent1"/>
                </a:solidFill>
                <a:latin typeface="Calibri"/>
                <a:ea typeface="Calibri"/>
              </a:rPr>
              <a:t>Les requêtes ou screenshot qui permettent de démontrer le bon chargement des données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ftr" idx="44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45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rgbClr val="9e9e9e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9F40AE-4174-4052-862B-5C0B37DD7D7A}" type="slidenum">
              <a:rPr b="0" lang="fr" sz="900" spc="-1" strike="noStrike">
                <a:solidFill>
                  <a:srgbClr val="9e9e9e"/>
                </a:solidFill>
                <a:latin typeface="Calibri"/>
                <a:ea typeface="Calibri"/>
              </a:rPr>
              <a:t>7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57" name="Image 2" descr=""/>
          <p:cNvPicPr/>
          <p:nvPr/>
        </p:nvPicPr>
        <p:blipFill>
          <a:blip r:embed="rId1"/>
          <a:stretch/>
        </p:blipFill>
        <p:spPr>
          <a:xfrm>
            <a:off x="4044600" y="2370960"/>
            <a:ext cx="4514400" cy="1263240"/>
          </a:xfrm>
          <a:prstGeom prst="rect">
            <a:avLst/>
          </a:prstGeom>
          <a:ln w="0">
            <a:noFill/>
          </a:ln>
        </p:spPr>
      </p:pic>
      <p:pic>
        <p:nvPicPr>
          <p:cNvPr id="258" name="Image 6" descr=""/>
          <p:cNvPicPr/>
          <p:nvPr/>
        </p:nvPicPr>
        <p:blipFill>
          <a:blip r:embed="rId2"/>
          <a:stretch/>
        </p:blipFill>
        <p:spPr>
          <a:xfrm>
            <a:off x="253800" y="1337040"/>
            <a:ext cx="2880000" cy="1154520"/>
          </a:xfrm>
          <a:prstGeom prst="rect">
            <a:avLst/>
          </a:prstGeom>
          <a:ln w="0">
            <a:noFill/>
          </a:ln>
        </p:spPr>
      </p:pic>
      <p:pic>
        <p:nvPicPr>
          <p:cNvPr id="259" name="Image 8" descr=""/>
          <p:cNvPicPr/>
          <p:nvPr/>
        </p:nvPicPr>
        <p:blipFill>
          <a:blip r:embed="rId3"/>
          <a:stretch/>
        </p:blipFill>
        <p:spPr>
          <a:xfrm>
            <a:off x="253800" y="2651760"/>
            <a:ext cx="2917080" cy="1455120"/>
          </a:xfrm>
          <a:prstGeom prst="rect">
            <a:avLst/>
          </a:prstGeom>
          <a:ln w="0">
            <a:noFill/>
          </a:ln>
        </p:spPr>
      </p:pic>
      <p:pic>
        <p:nvPicPr>
          <p:cNvPr id="260" name="Image 10" descr=""/>
          <p:cNvPicPr/>
          <p:nvPr/>
        </p:nvPicPr>
        <p:blipFill>
          <a:blip r:embed="rId4"/>
          <a:stretch/>
        </p:blipFill>
        <p:spPr>
          <a:xfrm>
            <a:off x="4044600" y="853560"/>
            <a:ext cx="3503160" cy="1424880"/>
          </a:xfrm>
          <a:prstGeom prst="rect">
            <a:avLst/>
          </a:prstGeom>
          <a:ln w="0">
            <a:noFill/>
          </a:ln>
        </p:spPr>
      </p:pic>
      <p:pic>
        <p:nvPicPr>
          <p:cNvPr id="261" name="Image 12" descr=""/>
          <p:cNvPicPr/>
          <p:nvPr/>
        </p:nvPicPr>
        <p:blipFill>
          <a:blip r:embed="rId5"/>
          <a:stretch/>
        </p:blipFill>
        <p:spPr>
          <a:xfrm>
            <a:off x="4044600" y="3750120"/>
            <a:ext cx="2577240" cy="1260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330;p41" descr=""/>
          <p:cNvPicPr/>
          <p:nvPr/>
        </p:nvPicPr>
        <p:blipFill>
          <a:blip r:embed="rId1"/>
          <a:srcRect l="20782" t="0" r="20782" b="0"/>
          <a:stretch/>
        </p:blipFill>
        <p:spPr>
          <a:xfrm>
            <a:off x="1262520" y="645840"/>
            <a:ext cx="3321000" cy="3852360"/>
          </a:xfrm>
          <a:prstGeom prst="rect">
            <a:avLst/>
          </a:prstGeom>
          <a:ln w="0">
            <a:noFill/>
          </a:ln>
        </p:spPr>
      </p:pic>
      <p:sp>
        <p:nvSpPr>
          <p:cNvPr id="263" name="Google Shape;331;p41"/>
          <p:cNvSpPr/>
          <p:nvPr/>
        </p:nvSpPr>
        <p:spPr>
          <a:xfrm rot="16200000">
            <a:off x="2009520" y="1791720"/>
            <a:ext cx="1809360" cy="155988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712760" y="1490400"/>
            <a:ext cx="3683520" cy="13420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000" spc="-1" strike="noStrike">
                <a:solidFill>
                  <a:schemeClr val="accent1"/>
                </a:solidFill>
                <a:latin typeface="Calibri"/>
                <a:ea typeface="Calibri"/>
              </a:rPr>
              <a:t>Requêtes SQL et résultats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Google Shape;333;p41"/>
          <p:cNvSpPr/>
          <p:nvPr/>
        </p:nvSpPr>
        <p:spPr>
          <a:xfrm rot="16200000">
            <a:off x="2009520" y="1791720"/>
            <a:ext cx="1809360" cy="155988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712760" y="2844000"/>
            <a:ext cx="3683520" cy="6825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Sous-titre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7" name="Google Shape;335;p41" descr="https://lh5.googleusercontent.com/TcdnvzxQ7ulQo8GiFwfIKujloK6EfAJv7ikP-EvnfdTVQnROS3WXw6XSx9Cpd73e_l7GCUAnbxroB-qlzG2fvYdCyl-Y5QZ95MpiD-GfDN-4taJyHRqsr3vOZzc3ONTBu52b0HIdUOMeHvdHiA_5tD0"/>
          <p:cNvPicPr/>
          <p:nvPr/>
        </p:nvPicPr>
        <p:blipFill>
          <a:blip r:embed="rId2"/>
          <a:srcRect l="11387" t="12668" r="63938" b="13980"/>
          <a:stretch/>
        </p:blipFill>
        <p:spPr>
          <a:xfrm>
            <a:off x="1979640" y="1607760"/>
            <a:ext cx="1801440" cy="177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1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ftr" idx="46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47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CF5163-CA96-4DB8-AAB8-549A6F3B9A96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10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Nombre total d’appartements vendus au 1er semestre 2020.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2" name="Image 4" descr=""/>
          <p:cNvPicPr/>
          <p:nvPr/>
        </p:nvPicPr>
        <p:blipFill>
          <a:blip r:embed="rId1"/>
          <a:stretch/>
        </p:blipFill>
        <p:spPr>
          <a:xfrm>
            <a:off x="732240" y="3331080"/>
            <a:ext cx="2781360" cy="695160"/>
          </a:xfrm>
          <a:prstGeom prst="rect">
            <a:avLst/>
          </a:prstGeom>
          <a:ln w="0">
            <a:noFill/>
          </a:ln>
        </p:spPr>
      </p:pic>
      <p:sp>
        <p:nvSpPr>
          <p:cNvPr id="273" name="ZoneTexte 6"/>
          <p:cNvSpPr/>
          <p:nvPr/>
        </p:nvSpPr>
        <p:spPr>
          <a:xfrm>
            <a:off x="606240" y="1489320"/>
            <a:ext cx="60321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400" spc="-1" strike="noStrike">
                <a:solidFill>
                  <a:srgbClr val="000000"/>
                </a:solidFill>
                <a:latin typeface="Consolas"/>
                <a:ea typeface="Arial"/>
              </a:rPr>
              <a:t>SELECT 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400" spc="-1" strike="noStrike">
                <a:solidFill>
                  <a:srgbClr val="000000"/>
                </a:solidFill>
                <a:latin typeface="Consolas"/>
                <a:ea typeface="Arial"/>
              </a:rPr>
              <a:t>COUNT(vente.id) AS nb_ventes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400" spc="-1" strike="noStrike">
                <a:solidFill>
                  <a:srgbClr val="000000"/>
                </a:solidFill>
                <a:latin typeface="Consolas"/>
                <a:ea typeface="Arial"/>
              </a:rPr>
              <a:t>FROM vente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400" spc="-1" strike="noStrike">
                <a:solidFill>
                  <a:srgbClr val="000000"/>
                </a:solidFill>
                <a:latin typeface="Consolas"/>
                <a:ea typeface="Arial"/>
              </a:rPr>
              <a:t>JOIN bien ON vente.id_bien = bien.id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400" spc="-1" strike="noStrike">
                <a:solidFill>
                  <a:srgbClr val="000000"/>
                </a:solidFill>
                <a:latin typeface="Consolas"/>
                <a:ea typeface="Arial"/>
              </a:rPr>
              <a:t>WHERE date &gt;= '2020-01-01' AND date &lt;= '2020-06-30'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400" spc="-1" strike="noStrike">
                <a:solidFill>
                  <a:srgbClr val="000000"/>
                </a:solidFill>
                <a:latin typeface="Consolas"/>
                <a:ea typeface="Arial"/>
              </a:rPr>
              <a:t>AND bien.type_local = 'Appartement' 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2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 type="sldNum" idx="48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51D046-3DE1-40D1-948B-9D763C867DCA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11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Le nombre de ventes d’appartement par région pour le 1er semestre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2020.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ZoneTexte 6"/>
          <p:cNvSpPr/>
          <p:nvPr/>
        </p:nvSpPr>
        <p:spPr>
          <a:xfrm>
            <a:off x="253800" y="1738440"/>
            <a:ext cx="4575240" cy="24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SELECT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COUNT(vente.id) AS nb_ventes,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region.nom AS region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FROM vente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commune ON bien.code_dep_code_com = commune.code_dep_code_com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departement ON commune.id_dep = departement.id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region ON departement.id_region = region.id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WHERE date &gt;= '2020-01-01' AND date &lt;= '2020-06-30'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AND bien.type_local = 'Appartement'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GROUP BY region.nom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ORDER BY nb_ventes DESC;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8" name="Image 8" descr=""/>
          <p:cNvPicPr/>
          <p:nvPr/>
        </p:nvPicPr>
        <p:blipFill>
          <a:blip r:embed="rId1"/>
          <a:stretch/>
        </p:blipFill>
        <p:spPr>
          <a:xfrm>
            <a:off x="5091840" y="1573560"/>
            <a:ext cx="3390120" cy="313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3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ftr" idx="49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50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72031A-77DB-44B0-B42C-83D4B88DBA51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12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PlaceHolder 4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Proportion des ventes d’appartements par le nombre de pièces.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ZoneTexte 2"/>
          <p:cNvSpPr/>
          <p:nvPr/>
        </p:nvSpPr>
        <p:spPr>
          <a:xfrm>
            <a:off x="306000" y="1857240"/>
            <a:ext cx="46087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SELECT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bien.nb_pieces AS nb_pieces,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ROUND(COUNT(CASE WHEN bien.type_local = 'Appartement' THEN 1 END) *100.00 / COUNT(vente.id), 2) AS proportion_appartements_pourc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FROM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vente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GROUP BY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bien.nb_pieces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ORDER BY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bien.nb_pieces DESC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4" name="Image 3" descr=""/>
          <p:cNvPicPr/>
          <p:nvPr/>
        </p:nvPicPr>
        <p:blipFill>
          <a:blip r:embed="rId1"/>
          <a:stretch/>
        </p:blipFill>
        <p:spPr>
          <a:xfrm>
            <a:off x="5288400" y="1504440"/>
            <a:ext cx="3419640" cy="2762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4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ftr" idx="51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52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E621E2-4727-4DAF-853A-1DF7A7896F1D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13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4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Liste des 10 départements où le prix du mètre carré est le plus élevé.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ZoneTexte 4"/>
          <p:cNvSpPr/>
          <p:nvPr/>
        </p:nvSpPr>
        <p:spPr>
          <a:xfrm>
            <a:off x="464760" y="1558440"/>
            <a:ext cx="4575240" cy="24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SELECT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ROUND(AVG(vente.valeur/bien.surface_carrez), 2) AS prix_m2,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departement.nom AS departement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FROM vente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commune ON bien.code_dep_code_com = commune.code_dep_code_com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departement ON commune.id_dep = departement.id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WHERE vente.valeur != ''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AND bien.surface_carrez != 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GROUP BY departement.nom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ORDER BY prix_m2 DESC LIMIT 10;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0" name="Image 2" descr=""/>
          <p:cNvPicPr/>
          <p:nvPr/>
        </p:nvPicPr>
        <p:blipFill>
          <a:blip r:embed="rId1"/>
          <a:stretch/>
        </p:blipFill>
        <p:spPr>
          <a:xfrm>
            <a:off x="5493960" y="1767240"/>
            <a:ext cx="2057400" cy="2343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5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ftr" idx="53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54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9361FB-0A12-444D-8061-796047FEAFDA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14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Prix moyen du mètre carré d’une maison en Île-de-France.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ZoneTexte 4"/>
          <p:cNvSpPr/>
          <p:nvPr/>
        </p:nvSpPr>
        <p:spPr>
          <a:xfrm>
            <a:off x="389160" y="1504440"/>
            <a:ext cx="457524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SELECT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region.nom AS region,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ROUND(AVG(vente.valeur / bien.surface_carrez), 2) AS prix_moyen_m2_maison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FROM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vente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commune ON bien.code_dep_code_com = commune.code_dep_code_com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departement ON commune.id_dep = departement.id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region ON departement.id_region = region.id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WHERE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region.nom = 'Ile-de-France'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AND bien.type_local = 'Maison'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AND vente.valeur != ''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AND bien.surface_carrez != 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GROUP BY region.nom;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6" name="Image 2" descr=""/>
          <p:cNvPicPr/>
          <p:nvPr/>
        </p:nvPicPr>
        <p:blipFill>
          <a:blip r:embed="rId1"/>
          <a:stretch/>
        </p:blipFill>
        <p:spPr>
          <a:xfrm>
            <a:off x="5099400" y="2571840"/>
            <a:ext cx="2876760" cy="485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6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sldNum" idx="55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CEC1C4-6306-493E-B7A2-D6F0A36E72DD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15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Liste des 10 appartements les plus chers avec la région et le nombre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de mètres carrés.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ZoneTexte 2"/>
          <p:cNvSpPr/>
          <p:nvPr/>
        </p:nvSpPr>
        <p:spPr>
          <a:xfrm>
            <a:off x="360000" y="1793160"/>
            <a:ext cx="4575240" cy="25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SELECT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valeur,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bien.surface_carrez,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region.nom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FROM vente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commune ON bien.code_dep_code_com = commune.code_dep_code_com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departement ON commune.id_dep = departement.id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region ON departement.id_region = region.id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WHERE vente.valeur != ''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ORDER BY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valeur DESC LIMIT 10;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000"/>
            </a:b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1" name="Image 4" descr=""/>
          <p:cNvPicPr/>
          <p:nvPr/>
        </p:nvPicPr>
        <p:blipFill>
          <a:blip r:embed="rId1"/>
          <a:stretch/>
        </p:blipFill>
        <p:spPr>
          <a:xfrm>
            <a:off x="4789080" y="1672560"/>
            <a:ext cx="3848400" cy="2981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7 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 type="ftr" idx="56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57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C88C67-ED64-4B7A-A771-EDB3C7DBABEC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16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Taux d’évolution du nombre de ventes entre le premier et le second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trimestre de 2020.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ZoneTexte 2"/>
          <p:cNvSpPr/>
          <p:nvPr/>
        </p:nvSpPr>
        <p:spPr>
          <a:xfrm>
            <a:off x="389160" y="1726200"/>
            <a:ext cx="4575240" cy="27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SELECT 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ROUND((deuxieme_trimestre.nb_ventes - premier_trimestre.nb_ventes)*100.0 / premier_trimestre.nb_ventes, 2)  AS taux_evolution_en_pourcent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FROM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( SELECT 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    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COUNT(vente.id) AS nb_ventes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    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FROM vente 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    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WHERE date &lt; '2020-04-01')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AS premier_trimestre,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( SELECT 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    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COUNT(vente.id) AS nb_ventes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    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FROM vente 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    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WHERE date &gt;= '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2020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-04-01')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    </a:t>
            </a:r>
            <a:r>
              <a:rPr b="0" lang="fr-FR" sz="1100" spc="-1" strike="noStrike">
                <a:solidFill>
                  <a:srgbClr val="729fcf"/>
                </a:solidFill>
                <a:latin typeface="Consolas"/>
                <a:ea typeface="Arial"/>
              </a:rPr>
              <a:t>AS deuxieme_trimestre</a:t>
            </a:r>
            <a:endParaRPr b="0" lang="fr-FR" sz="1100" spc="-1" strike="noStrike">
              <a:solidFill>
                <a:srgbClr val="729fcf"/>
              </a:solidFill>
              <a:latin typeface="Arial"/>
            </a:endParaRPr>
          </a:p>
        </p:txBody>
      </p:sp>
      <p:pic>
        <p:nvPicPr>
          <p:cNvPr id="307" name="Image 4" descr=""/>
          <p:cNvPicPr/>
          <p:nvPr/>
        </p:nvPicPr>
        <p:blipFill>
          <a:blip r:embed="rId1"/>
          <a:stretch/>
        </p:blipFill>
        <p:spPr>
          <a:xfrm>
            <a:off x="4483080" y="2516400"/>
            <a:ext cx="3114720" cy="60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8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ftr" idx="58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59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66EA8C-8359-4919-8BAA-23A100C99145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17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PlaceHolder 4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Le classement des régions par rapport au prix au mètre carré des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appartement de plus de 4 pièces.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ZoneTexte 2"/>
          <p:cNvSpPr/>
          <p:nvPr/>
        </p:nvSpPr>
        <p:spPr>
          <a:xfrm>
            <a:off x="253800" y="1661400"/>
            <a:ext cx="4575240" cy="27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SELECT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region.nom AS region,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ROUND(AVG(vente.valeur / bien.surface_carrez), 2) AS prix_moyen_m2_appartement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FROM vente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commune ON bien.code_dep_code_com = commune.code_dep_code_com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departement ON commune.id_dep = departement.id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region ON departement.id_region = region.id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WHERE bien.nb_pieces &gt; 4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AND bien.type_local = 'Appartement'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AND vente.valeur != ''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AND bien.surface_carrez != 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GROUP BY region.nom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ORDER BY prix_moyen_m2_appartement DESC;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3" name="Image 3" descr=""/>
          <p:cNvPicPr/>
          <p:nvPr/>
        </p:nvPicPr>
        <p:blipFill>
          <a:blip r:embed="rId1"/>
          <a:stretch/>
        </p:blipFill>
        <p:spPr>
          <a:xfrm>
            <a:off x="4897080" y="1661400"/>
            <a:ext cx="3483000" cy="2800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9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 type="ftr" idx="60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61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661BE3-48E8-4956-9862-7E48899C0906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18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Liste des communes ayant eu au moins 50 ventes au 1er trimestre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ZoneTexte 2"/>
          <p:cNvSpPr/>
          <p:nvPr/>
        </p:nvSpPr>
        <p:spPr>
          <a:xfrm>
            <a:off x="253800" y="1530360"/>
            <a:ext cx="4575240" cy="21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SELECT 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commune.code_dep_code_com,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commune.nom,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COUNT(vente.id) AS nb_ventes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FROM vente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JOIN commune ON bien.code_dep_code_com = commune.code_dep_code_com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WHERE vente.date &lt; '2020-04-01'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GROUP BY commune.code_dep_code_com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HAVING COUNT(vente.id) &gt;= 50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100" spc="-1" strike="noStrike">
                <a:solidFill>
                  <a:srgbClr val="569cd6"/>
                </a:solidFill>
                <a:latin typeface="Consolas"/>
                <a:ea typeface="Arial"/>
              </a:rPr>
              <a:t>ORDER BY nb_ventes DESC;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9" name="Image 3" descr=""/>
          <p:cNvPicPr/>
          <p:nvPr/>
        </p:nvPicPr>
        <p:blipFill>
          <a:blip r:embed="rId1"/>
          <a:stretch/>
        </p:blipFill>
        <p:spPr>
          <a:xfrm>
            <a:off x="4947840" y="1416600"/>
            <a:ext cx="2481120" cy="2017080"/>
          </a:xfrm>
          <a:prstGeom prst="rect">
            <a:avLst/>
          </a:prstGeom>
          <a:ln w="0">
            <a:noFill/>
          </a:ln>
        </p:spPr>
      </p:pic>
      <p:pic>
        <p:nvPicPr>
          <p:cNvPr id="320" name="Image 5" descr=""/>
          <p:cNvPicPr/>
          <p:nvPr/>
        </p:nvPicPr>
        <p:blipFill>
          <a:blip r:embed="rId2"/>
          <a:stretch/>
        </p:blipFill>
        <p:spPr>
          <a:xfrm>
            <a:off x="4947840" y="3484800"/>
            <a:ext cx="2481120" cy="826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10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 type="ftr" idx="62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63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3609B1-D532-4BCF-A95E-9A5C416A4429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19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Différence en pourcentage du prix au mètre carré entre un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appartement de 2 pièces et un appartement de 3 pièces.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ZoneTexte 2"/>
          <p:cNvSpPr/>
          <p:nvPr/>
        </p:nvSpPr>
        <p:spPr>
          <a:xfrm>
            <a:off x="325800" y="1669320"/>
            <a:ext cx="4748400" cy="20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SELECT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ROUND(((t3.prix_moyen - t2.prix_moyen) / t2.prix_moyen) * 100, 2) AS difference_pourcentage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FROM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(SELECT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ROUND(AVG(vente.valeur / bien.surface_carrez), 2) AS prix_moyen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FROM vente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WHERE bien.type_local = 'Appartement'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AND bien.nb_pieces = 2) AS t2,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(SELECT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ROUND(AVG(vente.valeur / bien.surface_carrez), 2) AS prix_moyen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FROM vente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WHERE bien.type_local = 'Appartement'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800" spc="-1" strike="noStrike">
                <a:solidFill>
                  <a:srgbClr val="569cd6"/>
                </a:solidFill>
                <a:latin typeface="Consolas"/>
                <a:ea typeface="Arial"/>
              </a:rPr>
              <a:t>AND bien.nb_pieces = 3) AS t3;</a:t>
            </a:r>
            <a:endParaRPr b="0" lang="fr-FR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6" name="Image 3" descr=""/>
          <p:cNvPicPr/>
          <p:nvPr/>
        </p:nvPicPr>
        <p:blipFill>
          <a:blip r:embed="rId1"/>
          <a:stretch/>
        </p:blipFill>
        <p:spPr>
          <a:xfrm>
            <a:off x="5638680" y="2796120"/>
            <a:ext cx="2000160" cy="45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11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sldNum" idx="64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7F43AC-AB9D-42DE-8697-7C49B8CF0BF1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20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Les moyennes de valeurs foncières pour le top 3 des communes des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départements 6, 13, 33, 59 et 69.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ZoneTexte 4"/>
          <p:cNvSpPr/>
          <p:nvPr/>
        </p:nvSpPr>
        <p:spPr>
          <a:xfrm>
            <a:off x="389160" y="1672200"/>
            <a:ext cx="4265640" cy="24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SELECT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id,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departement,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commune,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moyenne_valeur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FROM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(SELECT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departement.id AS id,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departement.nom AS departement,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commune.nom AS commune,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ROUND(AVG(valeur), 2) AS moyenne_valeur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FROM vente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JOIN commune ON bien.code_dep_code_com = commune.code_dep_code_com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JOIN departement ON commune.id_dep = departement.id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WHERE departement.id = '6'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GROUP BY departement.id,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commune.nom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ORDER BY moyenne_valeur DESC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LIMIT 3)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UNION (même requête pour chaque département:13, 33, 59, 69)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ORDER BY moyenne_valeur</a:t>
            </a:r>
            <a:r>
              <a:rPr b="0" lang="fr-FR" sz="700" spc="-1" strike="noStrike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b="0" lang="fr-FR" sz="700" spc="-1" strike="noStrike">
                <a:solidFill>
                  <a:srgbClr val="569cd6"/>
                </a:solidFill>
                <a:latin typeface="Consolas"/>
                <a:ea typeface="Arial"/>
              </a:rPr>
              <a:t>DESC</a:t>
            </a:r>
            <a:endParaRPr b="0" lang="fr-FR" sz="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1" name="Image 3" descr=""/>
          <p:cNvPicPr/>
          <p:nvPr/>
        </p:nvPicPr>
        <p:blipFill>
          <a:blip r:embed="rId1"/>
          <a:stretch/>
        </p:blipFill>
        <p:spPr>
          <a:xfrm>
            <a:off x="4500000" y="1504440"/>
            <a:ext cx="4265640" cy="2927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389160" y="156600"/>
            <a:ext cx="6249600" cy="860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" sz="3300" spc="-1" strike="noStrike">
                <a:solidFill>
                  <a:schemeClr val="accent1"/>
                </a:solidFill>
                <a:latin typeface="Calibri"/>
                <a:ea typeface="Calibri"/>
              </a:rPr>
              <a:t>Requête 12</a:t>
            </a:r>
            <a:endParaRPr b="0" lang="fr-F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ftr" idx="65"/>
          </p:nvPr>
        </p:nvSpPr>
        <p:spPr>
          <a:xfrm>
            <a:off x="25380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Ajouter un pied de page</a:t>
            </a:r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66"/>
          </p:nvPr>
        </p:nvSpPr>
        <p:spPr>
          <a:xfrm>
            <a:off x="8360280" y="4767120"/>
            <a:ext cx="554760" cy="27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" sz="900" spc="-1" strike="noStrike">
                <a:solidFill>
                  <a:schemeClr val="lt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F1580F-F2A0-4E5E-A406-560C1C1C049B}" type="slidenum">
              <a:rPr b="0" lang="fr" sz="900" spc="-1" strike="noStrike">
                <a:solidFill>
                  <a:schemeClr val="lt2"/>
                </a:solidFill>
                <a:latin typeface="Calibri"/>
                <a:ea typeface="Calibri"/>
              </a:rPr>
              <a:t>21</a:t>
            </a:fld>
            <a:endParaRPr b="0" lang="fr-FR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PlaceHolder 4"/>
          <p:cNvSpPr>
            <a:spLocks noGrp="1"/>
          </p:cNvSpPr>
          <p:nvPr>
            <p:ph/>
          </p:nvPr>
        </p:nvSpPr>
        <p:spPr>
          <a:xfrm>
            <a:off x="390240" y="1032840"/>
            <a:ext cx="5526000" cy="4564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Les 20 communes avec le plus de transactions pour 1000 habitants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chemeClr val="accent6"/>
                </a:solidFill>
                <a:latin typeface="Calibri"/>
                <a:ea typeface="Calibri"/>
              </a:rPr>
              <a:t>pour les communes qui dépassent les 10 000 habitants.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ZoneTexte 2"/>
          <p:cNvSpPr/>
          <p:nvPr/>
        </p:nvSpPr>
        <p:spPr>
          <a:xfrm>
            <a:off x="389160" y="1771920"/>
            <a:ext cx="3226680" cy="23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SELECT 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commune.code_dep_code_com,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commune.nom as commune,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ROUND(COUNT(vente.id) / (commune.population/1000.00), 2) AS transactions_pour_1000_hab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FROM vente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JOIN bien ON vente.id_bien = bien.id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JOIN commune ON bien.code_dep_code_com = commune.code_dep_code_com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WHERE commune.population &gt;= 10000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GROUP BY commune.code_dep_code_com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fr-FR" sz="1050" spc="-1" strike="noStrike">
                <a:solidFill>
                  <a:srgbClr val="569cd6"/>
                </a:solidFill>
                <a:latin typeface="Consolas"/>
                <a:ea typeface="Arial"/>
              </a:rPr>
              <a:t>ORDER BY transactions_pour_1000_hab DESC LIMIT 20;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7" name="Image 4" descr=""/>
          <p:cNvPicPr/>
          <p:nvPr/>
        </p:nvPicPr>
        <p:blipFill>
          <a:blip r:embed="rId1"/>
          <a:stretch/>
        </p:blipFill>
        <p:spPr>
          <a:xfrm>
            <a:off x="4662000" y="1705320"/>
            <a:ext cx="4220280" cy="3305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51;p43" descr=""/>
          <p:cNvPicPr/>
          <p:nvPr/>
        </p:nvPicPr>
        <p:blipFill>
          <a:blip r:embed="rId1"/>
          <a:srcRect l="20780" t="0" r="20780" b="0"/>
          <a:stretch/>
        </p:blipFill>
        <p:spPr>
          <a:xfrm>
            <a:off x="1262520" y="645840"/>
            <a:ext cx="3321000" cy="3852360"/>
          </a:xfrm>
          <a:prstGeom prst="rect">
            <a:avLst/>
          </a:prstGeom>
          <a:ln w="0">
            <a:noFill/>
          </a:ln>
        </p:spPr>
      </p:pic>
      <p:sp>
        <p:nvSpPr>
          <p:cNvPr id="339" name="Google Shape;352;p43"/>
          <p:cNvSpPr/>
          <p:nvPr/>
        </p:nvSpPr>
        <p:spPr>
          <a:xfrm rot="16200000">
            <a:off x="2009520" y="1791720"/>
            <a:ext cx="1809360" cy="1559880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fr-FR" sz="14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781880" y="1504440"/>
            <a:ext cx="3639960" cy="121176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0" anchor="b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fr" sz="3200" spc="-1" strike="noStrike">
                <a:solidFill>
                  <a:schemeClr val="accent1"/>
                </a:solidFill>
                <a:latin typeface="Calibri"/>
                <a:ea typeface="Calibri"/>
              </a:rPr>
              <a:t>Merci !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1" name="Google Shape;354;p43" descr="https://lh5.googleusercontent.com/TcdnvzxQ7ulQo8GiFwfIKujloK6EfAJv7ikP-EvnfdTVQnROS3WXw6XSx9Cpd73e_l7GCUAnbxroB-qlzG2fvYdCyl-Y5QZ95MpiD-GfDN-4taJyHRqsr3vOZzc3ONTBu52b0HIdUOMeHvdHiA_5tD0"/>
          <p:cNvPicPr/>
          <p:nvPr/>
        </p:nvPicPr>
        <p:blipFill>
          <a:blip r:embed="rId2"/>
          <a:srcRect l="11387" t="12668" r="63938" b="13980"/>
          <a:stretch/>
        </p:blipFill>
        <p:spPr>
          <a:xfrm>
            <a:off x="1980000" y="1578240"/>
            <a:ext cx="1801440" cy="177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Thème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884</TotalTime>
  <Application>LibreOffice/24.2.7.2$Linux_X86_64 LibreOffice_project/420$Build-2</Application>
  <AppVersion>15.0000</AppVersion>
  <Words>2142</Words>
  <Paragraphs>348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fr-FR</dc:language>
  <cp:lastModifiedBy/>
  <dcterms:modified xsi:type="dcterms:W3CDTF">2026-03-02T21:16:11Z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22</vt:i4>
  </property>
  <property fmtid="{D5CDD505-2E9C-101B-9397-08002B2CF9AE}" pid="3" name="PresentationFormat">
    <vt:lpwstr>Affichage à l'écran (16:9)</vt:lpwstr>
  </property>
  <property fmtid="{D5CDD505-2E9C-101B-9397-08002B2CF9AE}" pid="4" name="Slides">
    <vt:i4>22</vt:i4>
  </property>
</Properties>
</file>