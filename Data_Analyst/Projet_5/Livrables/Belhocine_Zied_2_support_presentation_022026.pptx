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4.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29.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30.xml.rels" ContentType="application/vnd.openxmlformats-package.relationships+xml"/>
  <Override PartName="/ppt/slideMasters/_rels/slideMaster28.xml.rels" ContentType="application/vnd.openxmlformats-package.relationships+xml"/>
  <Override PartName="/ppt/slideMasters/_rels/slideMaster27.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7.xml.rels" ContentType="application/vnd.openxmlformats-package.relationships+xml"/>
  <Override PartName="/ppt/slideMasters/_rels/slideMaster25.xml.rels" ContentType="application/vnd.openxmlformats-package.relationships+xml"/>
  <Override PartName="/ppt/slideMasters/_rels/slideMaster10.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26.xml.rels" ContentType="application/vnd.openxmlformats-package.relationships+xml"/>
  <Override PartName="/ppt/slideMasters/_rels/slideMaster8.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9.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slideMaster25.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3.xml" ContentType="application/vnd.openxmlformats-officedocument.presentationml.slideMaster+xml"/>
  <Override PartName="/ppt/slideMasters/slideMaster28.xml" ContentType="application/vnd.openxmlformats-officedocument.presentationml.slideMaster+xml"/>
  <Override PartName="/ppt/slideMasters/slideMaster30.xml" ContentType="application/vnd.openxmlformats-officedocument.presentationml.slideMaster+xml"/>
  <Override PartName="/ppt/slideMasters/slideMaster29.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20.xml" ContentType="application/vnd.openxmlformats-officedocument.presentationml.slideMaster+xml"/>
  <Override PartName="/ppt/slideMasters/slideMaster19.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20.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slideLayouts/slideLayout22.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30.xml" ContentType="application/vnd.openxmlformats-officedocument.presentationml.slideLayout+xml"/>
  <Override PartName="/ppt/slideLayouts/slideLayout11.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_rels/slideLayout20.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30.xml.rels" ContentType="application/vnd.openxmlformats-package.relationships+xml"/>
  <Override PartName="/ppt/slideLayouts/_rels/slideLayout28.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22.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slideLayout2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7.jpeg" ContentType="image/jpeg"/>
  <Override PartName="/ppt/media/image13.png" ContentType="image/png"/>
  <Override PartName="/ppt/media/image4.png" ContentType="image/png"/>
  <Override PartName="/ppt/media/image9.png" ContentType="image/png"/>
  <Override PartName="/ppt/media/image20.png" ContentType="image/png"/>
  <Override PartName="/ppt/media/image11.png" ContentType="image/png"/>
  <Override PartName="/ppt/media/image2.png" ContentType="image/png"/>
  <Override PartName="/ppt/media/image17.png" ContentType="image/png"/>
  <Override PartName="/ppt/media/image8.png" ContentType="image/png"/>
  <Override PartName="/ppt/media/image12.png" ContentType="image/png"/>
  <Override PartName="/ppt/media/image3.png" ContentType="image/png"/>
  <Override PartName="/ppt/media/image30.png" ContentType="image/png"/>
  <Override PartName="/ppt/media/image31.png" ContentType="image/png"/>
  <Override PartName="/ppt/media/image32.png" ContentType="image/png"/>
  <Override PartName="/ppt/media/image18.png" ContentType="image/png"/>
  <Override PartName="/ppt/media/image6.jpeg" ContentType="image/jpeg"/>
  <Override PartName="/ppt/media/image1.jpeg" ContentType="image/jpeg"/>
  <Override PartName="/ppt/media/image10.png" ContentType="image/png"/>
  <Override PartName="/ppt/media/image5.jpeg" ContentType="image/jpeg"/>
  <Override PartName="/ppt/media/image14.png" ContentType="image/png"/>
  <Override PartName="/ppt/media/image15.png" ContentType="image/png"/>
  <Override PartName="/ppt/media/image16.png" ContentType="image/png"/>
  <Override PartName="/ppt/media/image19.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5.xml.rels" ContentType="application/vnd.openxmlformats-package.relationships+xml"/>
  <Override PartName="/ppt/notesSlides/_rels/notesSlide2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Lst>
  <p:notesMasterIdLst>
    <p:notesMasterId r:id="rId32"/>
  </p:notesMasterIdLst>
  <p:sldIdLst>
    <p:sldId id="256" r:id="rId33"/>
    <p:sldId id="257" r:id="rId34"/>
    <p:sldId id="258" r:id="rId35"/>
    <p:sldId id="259" r:id="rId36"/>
    <p:sldId id="260" r:id="rId37"/>
    <p:sldId id="261" r:id="rId38"/>
    <p:sldId id="262" r:id="rId39"/>
    <p:sldId id="263" r:id="rId40"/>
    <p:sldId id="264" r:id="rId41"/>
    <p:sldId id="265" r:id="rId42"/>
    <p:sldId id="266" r:id="rId43"/>
    <p:sldId id="267" r:id="rId44"/>
    <p:sldId id="268" r:id="rId45"/>
    <p:sldId id="269" r:id="rId46"/>
    <p:sldId id="270" r:id="rId47"/>
    <p:sldId id="271" r:id="rId48"/>
    <p:sldId id="272" r:id="rId49"/>
    <p:sldId id="273" r:id="rId50"/>
    <p:sldId id="274" r:id="rId51"/>
    <p:sldId id="275" r:id="rId52"/>
    <p:sldId id="276" r:id="rId53"/>
    <p:sldId id="277" r:id="rId54"/>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notesMaster" Target="notesMasters/notesMaster1.xml"/><Relationship Id="rId33" Type="http://schemas.openxmlformats.org/officeDocument/2006/relationships/slide" Target="slides/slide1.xml"/><Relationship Id="rId34" Type="http://schemas.openxmlformats.org/officeDocument/2006/relationships/slide" Target="slides/slide2.xml"/><Relationship Id="rId35" Type="http://schemas.openxmlformats.org/officeDocument/2006/relationships/slide" Target="slides/slide3.xml"/><Relationship Id="rId36" Type="http://schemas.openxmlformats.org/officeDocument/2006/relationships/slide" Target="slides/slide4.xml"/><Relationship Id="rId37" Type="http://schemas.openxmlformats.org/officeDocument/2006/relationships/slide" Target="slides/slide5.xml"/><Relationship Id="rId38" Type="http://schemas.openxmlformats.org/officeDocument/2006/relationships/slide" Target="slides/slide6.xml"/><Relationship Id="rId39" Type="http://schemas.openxmlformats.org/officeDocument/2006/relationships/slide" Target="slides/slide7.xml"/><Relationship Id="rId40" Type="http://schemas.openxmlformats.org/officeDocument/2006/relationships/slide" Target="slides/slide8.xml"/><Relationship Id="rId41" Type="http://schemas.openxmlformats.org/officeDocument/2006/relationships/slide" Target="slides/slide9.xml"/><Relationship Id="rId42" Type="http://schemas.openxmlformats.org/officeDocument/2006/relationships/slide" Target="slides/slide10.xml"/><Relationship Id="rId43" Type="http://schemas.openxmlformats.org/officeDocument/2006/relationships/slide" Target="slides/slide11.xml"/><Relationship Id="rId44" Type="http://schemas.openxmlformats.org/officeDocument/2006/relationships/slide" Target="slides/slide12.xml"/><Relationship Id="rId45" Type="http://schemas.openxmlformats.org/officeDocument/2006/relationships/slide" Target="slides/slide13.xml"/><Relationship Id="rId46" Type="http://schemas.openxmlformats.org/officeDocument/2006/relationships/slide" Target="slides/slide14.xml"/><Relationship Id="rId47" Type="http://schemas.openxmlformats.org/officeDocument/2006/relationships/slide" Target="slides/slide15.xml"/><Relationship Id="rId48" Type="http://schemas.openxmlformats.org/officeDocument/2006/relationships/slide" Target="slides/slide16.xml"/><Relationship Id="rId49" Type="http://schemas.openxmlformats.org/officeDocument/2006/relationships/slide" Target="slides/slide17.xml"/><Relationship Id="rId50" Type="http://schemas.openxmlformats.org/officeDocument/2006/relationships/slide" Target="slides/slide18.xml"/><Relationship Id="rId51" Type="http://schemas.openxmlformats.org/officeDocument/2006/relationships/slide" Target="slides/slide19.xml"/><Relationship Id="rId52" Type="http://schemas.openxmlformats.org/officeDocument/2006/relationships/slide" Target="slides/slide20.xml"/><Relationship Id="rId53" Type="http://schemas.openxmlformats.org/officeDocument/2006/relationships/slide" Target="slides/slide21.xml"/><Relationship Id="rId54" Type="http://schemas.openxmlformats.org/officeDocument/2006/relationships/slide" Target="slides/slide22.xml"/><Relationship Id="rId5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fr-FR" sz="4400" spc="-1" strike="noStrike">
                <a:solidFill>
                  <a:srgbClr val="000000"/>
                </a:solidFill>
                <a:latin typeface="Arial"/>
              </a:rPr>
              <a:t>Cliquez pour déplacer la diapo</a:t>
            </a:r>
            <a:endParaRPr b="0" lang="fr-FR" sz="4400" spc="-1" strike="noStrike">
              <a:solidFill>
                <a:srgbClr val="000000"/>
              </a:solidFill>
              <a:latin typeface="Arial"/>
            </a:endParaRPr>
          </a:p>
        </p:txBody>
      </p:sp>
      <p:sp>
        <p:nvSpPr>
          <p:cNvPr id="15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fr-FR" sz="2000" spc="-1" strike="noStrike">
                <a:solidFill>
                  <a:srgbClr val="000000"/>
                </a:solidFill>
                <a:latin typeface="Arial"/>
              </a:rPr>
              <a:t>Cliquez pour modifier le format des notes</a:t>
            </a:r>
            <a:endParaRPr b="0" lang="fr-FR" sz="2000" spc="-1" strike="noStrike">
              <a:solidFill>
                <a:srgbClr val="000000"/>
              </a:solidFill>
              <a:latin typeface="Arial"/>
            </a:endParaRPr>
          </a:p>
        </p:txBody>
      </p:sp>
      <p:sp>
        <p:nvSpPr>
          <p:cNvPr id="15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pc="-1" strike="noStrike">
                <a:solidFill>
                  <a:srgbClr val="000000"/>
                </a:solidFill>
                <a:latin typeface="Times New Roman"/>
              </a:rPr>
              <a:t>&lt;en-tête&gt;</a:t>
            </a:r>
            <a:endParaRPr b="0" lang="fr-FR" sz="1400" spc="-1" strike="noStrike">
              <a:solidFill>
                <a:srgbClr val="000000"/>
              </a:solidFill>
              <a:latin typeface="Times New Roman"/>
            </a:endParaRPr>
          </a:p>
        </p:txBody>
      </p:sp>
      <p:sp>
        <p:nvSpPr>
          <p:cNvPr id="158" name="PlaceHolder 4"/>
          <p:cNvSpPr>
            <a:spLocks noGrp="1"/>
          </p:cNvSpPr>
          <p:nvPr>
            <p:ph type="dt" idx="32"/>
          </p:nvPr>
        </p:nvSpPr>
        <p:spPr>
          <a:xfrm>
            <a:off x="4278960" y="0"/>
            <a:ext cx="3280680" cy="53424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Times New Roman"/>
              </a:defRPr>
            </a:lvl1pPr>
          </a:lstStyle>
          <a:p>
            <a:pPr indent="0" algn="r">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159" name="PlaceHolder 5"/>
          <p:cNvSpPr>
            <a:spLocks noGrp="1"/>
          </p:cNvSpPr>
          <p:nvPr>
            <p:ph type="ftr" idx="33"/>
          </p:nvPr>
        </p:nvSpPr>
        <p:spPr>
          <a:xfrm>
            <a:off x="0" y="10157400"/>
            <a:ext cx="3280680" cy="534240"/>
          </a:xfrm>
          <a:prstGeom prst="rect">
            <a:avLst/>
          </a:prstGeom>
          <a:noFill/>
          <a:ln w="0">
            <a:noFill/>
          </a:ln>
        </p:spPr>
        <p:txBody>
          <a:bodyPr lIns="0" rIns="0" tIns="0" bIns="0" anchor="b">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60" name="PlaceHolder 6"/>
          <p:cNvSpPr>
            <a:spLocks noGrp="1"/>
          </p:cNvSpPr>
          <p:nvPr>
            <p:ph type="sldNum" idx="34"/>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pc="-1" strike="noStrike">
                <a:solidFill>
                  <a:srgbClr val="000000"/>
                </a:solidFill>
                <a:latin typeface="Times New Roman"/>
              </a:defRPr>
            </a:lvl1pPr>
          </a:lstStyle>
          <a:p>
            <a:pPr indent="0" algn="r">
              <a:buNone/>
            </a:pPr>
            <a:fld id="{2EE7D091-9705-4E81-9A4E-406F0E02123C}"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685800" y="1143000"/>
            <a:ext cx="5484600" cy="3084480"/>
          </a:xfrm>
          <a:prstGeom prst="rect">
            <a:avLst/>
          </a:prstGeom>
          <a:ln w="0">
            <a:noFill/>
          </a:ln>
        </p:spPr>
      </p:sp>
      <p:sp>
        <p:nvSpPr>
          <p:cNvPr id="291"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292" name="PlaceHolder 3"/>
          <p:cNvSpPr>
            <a:spLocks noGrp="1"/>
          </p:cNvSpPr>
          <p:nvPr>
            <p:ph type="sldNum" idx="67"/>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993050FE-1775-4AFF-9AA8-414FD1684F29}"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4600" cy="3084480"/>
          </a:xfrm>
          <a:prstGeom prst="rect">
            <a:avLst/>
          </a:prstGeom>
          <a:ln w="0">
            <a:noFill/>
          </a:ln>
        </p:spPr>
      </p:sp>
      <p:sp>
        <p:nvSpPr>
          <p:cNvPr id="294"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1100" spc="-1" strike="noStrike">
                <a:solidFill>
                  <a:srgbClr val="000000"/>
                </a:solidFill>
                <a:latin typeface="Arial"/>
              </a:rPr>
              <a:t>Contexte du projet</a:t>
            </a:r>
            <a:endParaRPr b="0" lang="fr-FR" sz="1100" spc="-1" strike="noStrike">
              <a:solidFill>
                <a:srgbClr val="000000"/>
              </a:solidFill>
              <a:latin typeface="Arial"/>
            </a:endParaRPr>
          </a:p>
        </p:txBody>
      </p:sp>
      <p:sp>
        <p:nvSpPr>
          <p:cNvPr id="295" name="PlaceHolder 3"/>
          <p:cNvSpPr>
            <a:spLocks noGrp="1"/>
          </p:cNvSpPr>
          <p:nvPr>
            <p:ph type="sldNum" idx="68"/>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8CAE9E3B-D721-4D18-A1D0-98E68DFCA68E}"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685800" y="1143000"/>
            <a:ext cx="5484600" cy="3084480"/>
          </a:xfrm>
          <a:prstGeom prst="rect">
            <a:avLst/>
          </a:prstGeom>
          <a:ln w="0">
            <a:noFill/>
          </a:ln>
        </p:spPr>
      </p:sp>
      <p:sp>
        <p:nvSpPr>
          <p:cNvPr id="297"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457200" indent="-298440">
              <a:lnSpc>
                <a:spcPct val="100000"/>
              </a:lnSpc>
              <a:buClr>
                <a:srgbClr val="000000"/>
              </a:buClr>
              <a:buFont typeface="Wingdings" charset="2"/>
              <a:buChar char=""/>
            </a:pPr>
            <a:r>
              <a:rPr b="1" lang="fr-FR" sz="1200" spc="-1" strike="noStrike">
                <a:solidFill>
                  <a:srgbClr val="000000"/>
                </a:solidFill>
                <a:latin typeface="Arial"/>
              </a:rPr>
              <a:t>Méthodes mises en place :</a:t>
            </a:r>
            <a:r>
              <a:rPr b="0" lang="fr-FR" sz="1200" spc="-1" strike="noStrike">
                <a:solidFill>
                  <a:srgbClr val="000000"/>
                </a:solidFill>
                <a:latin typeface="Arial"/>
              </a:rPr>
              <a:t> </a:t>
            </a:r>
            <a:endParaRPr b="0" lang="fr-FR" sz="1200" spc="-1" strike="noStrike">
              <a:solidFill>
                <a:srgbClr val="000000"/>
              </a:solidFill>
              <a:latin typeface="Arial"/>
            </a:endParaRPr>
          </a:p>
          <a:p>
            <a:pPr lvl="1" marL="743040" indent="-285840">
              <a:lnSpc>
                <a:spcPct val="100000"/>
              </a:lnSpc>
              <a:buClr>
                <a:srgbClr val="000000"/>
              </a:buClr>
              <a:buFont typeface="Arial"/>
              <a:buChar char="•"/>
            </a:pPr>
            <a:r>
              <a:rPr b="0" lang="fr-FR" sz="1200" spc="-1" strike="noStrike">
                <a:solidFill>
                  <a:srgbClr val="000000"/>
                </a:solidFill>
                <a:latin typeface="Arial"/>
              </a:rPr>
              <a:t>Sauvegardes complètes quotidiennes et sauvegardes incrémentales toutes les heures.</a:t>
            </a:r>
            <a:endParaRPr b="0" lang="fr-FR" sz="1200" spc="-1" strike="noStrike">
              <a:solidFill>
                <a:srgbClr val="000000"/>
              </a:solidFill>
              <a:latin typeface="Arial"/>
            </a:endParaRPr>
          </a:p>
          <a:p>
            <a:pPr lvl="1" marL="743040" indent="-285840">
              <a:lnSpc>
                <a:spcPct val="100000"/>
              </a:lnSpc>
              <a:buClr>
                <a:srgbClr val="000000"/>
              </a:buClr>
              <a:buFont typeface="Arial"/>
              <a:buChar char="•"/>
            </a:pPr>
            <a:r>
              <a:rPr b="0" lang="fr-FR" sz="1200" spc="-1" strike="noStrike">
                <a:solidFill>
                  <a:srgbClr val="000000"/>
                </a:solidFill>
                <a:latin typeface="Arial"/>
              </a:rPr>
              <a:t>Stockage des sauvegardes sur un serveur externe sécurisé.</a:t>
            </a:r>
            <a:endParaRPr b="0" lang="fr-FR" sz="1200" spc="-1" strike="noStrike">
              <a:solidFill>
                <a:srgbClr val="000000"/>
              </a:solidFill>
              <a:latin typeface="Arial"/>
            </a:endParaRPr>
          </a:p>
          <a:p>
            <a:pPr lvl="1" marL="743040" indent="-285840">
              <a:lnSpc>
                <a:spcPct val="100000"/>
              </a:lnSpc>
              <a:buClr>
                <a:srgbClr val="000000"/>
              </a:buClr>
              <a:buFont typeface="Arial"/>
              <a:buChar char="•"/>
            </a:pPr>
            <a:r>
              <a:rPr b="0" lang="fr-FR" sz="1200" spc="-1" strike="noStrike">
                <a:solidFill>
                  <a:srgbClr val="000000"/>
                </a:solidFill>
                <a:latin typeface="Arial"/>
              </a:rPr>
              <a:t>Tests réguliers de restauration pour vérifier l’intégrité des sauvegardes.</a:t>
            </a:r>
            <a:endParaRPr b="0" lang="fr-FR" sz="1200" spc="-1" strike="noStrike">
              <a:solidFill>
                <a:srgbClr val="000000"/>
              </a:solidFill>
              <a:latin typeface="Arial"/>
            </a:endParaRPr>
          </a:p>
          <a:p>
            <a:pPr marL="457200" indent="-298440">
              <a:lnSpc>
                <a:spcPct val="100000"/>
              </a:lnSpc>
              <a:buClr>
                <a:srgbClr val="000000"/>
              </a:buClr>
              <a:buFont typeface="Wingdings" charset="2"/>
              <a:buChar char=""/>
            </a:pPr>
            <a:r>
              <a:rPr b="1" lang="fr-FR" sz="1200" spc="-1" strike="noStrike">
                <a:solidFill>
                  <a:srgbClr val="000000"/>
                </a:solidFill>
                <a:latin typeface="Arial"/>
              </a:rPr>
              <a:t>Bonnes pratiques :</a:t>
            </a:r>
            <a:r>
              <a:rPr b="0" lang="fr-FR" sz="1200" spc="-1" strike="noStrike">
                <a:solidFill>
                  <a:srgbClr val="000000"/>
                </a:solidFill>
                <a:latin typeface="Arial"/>
              </a:rPr>
              <a:t> </a:t>
            </a:r>
            <a:endParaRPr b="0" lang="fr-FR" sz="1200" spc="-1" strike="noStrike">
              <a:solidFill>
                <a:srgbClr val="000000"/>
              </a:solidFill>
              <a:latin typeface="Arial"/>
            </a:endParaRPr>
          </a:p>
          <a:p>
            <a:pPr lvl="1" marL="743040" indent="-285840">
              <a:lnSpc>
                <a:spcPct val="100000"/>
              </a:lnSpc>
              <a:buClr>
                <a:srgbClr val="000000"/>
              </a:buClr>
              <a:buFont typeface="Arial"/>
              <a:buChar char="•"/>
            </a:pPr>
            <a:r>
              <a:rPr b="0" lang="fr-FR" sz="1200" spc="-1" strike="noStrike">
                <a:solidFill>
                  <a:srgbClr val="000000"/>
                </a:solidFill>
                <a:latin typeface="Arial"/>
              </a:rPr>
              <a:t>Automatisation des sauvegardes pour éviter les oublis(toutes les semaines).</a:t>
            </a:r>
            <a:endParaRPr b="0" lang="fr-FR" sz="1200" spc="-1" strike="noStrike">
              <a:solidFill>
                <a:srgbClr val="000000"/>
              </a:solidFill>
              <a:latin typeface="Arial"/>
            </a:endParaRPr>
          </a:p>
          <a:p>
            <a:pPr lvl="1" marL="743040" indent="-285840">
              <a:lnSpc>
                <a:spcPct val="100000"/>
              </a:lnSpc>
              <a:buClr>
                <a:srgbClr val="000000"/>
              </a:buClr>
              <a:buFont typeface="Arial"/>
              <a:buChar char="•"/>
            </a:pPr>
            <a:r>
              <a:rPr b="0" lang="fr-FR" sz="1200" spc="-1" strike="noStrike">
                <a:solidFill>
                  <a:srgbClr val="000000"/>
                </a:solidFill>
                <a:latin typeface="Arial"/>
              </a:rPr>
              <a:t>Conservation des sauvegardes pendant une durée définie (ex. 1 mois).</a:t>
            </a:r>
            <a:endParaRPr b="0" lang="fr-FR" sz="1200" spc="-1" strike="noStrike">
              <a:solidFill>
                <a:srgbClr val="000000"/>
              </a:solidFill>
              <a:latin typeface="Arial"/>
            </a:endParaRPr>
          </a:p>
          <a:p>
            <a:pPr indent="0">
              <a:lnSpc>
                <a:spcPct val="100000"/>
              </a:lnSpc>
              <a:buNone/>
              <a:tabLst>
                <a:tab algn="l" pos="0"/>
              </a:tabLst>
            </a:pPr>
            <a:endParaRPr b="0" lang="fr-FR" sz="1100" spc="-1" strike="noStrike">
              <a:solidFill>
                <a:srgbClr val="000000"/>
              </a:solidFill>
              <a:latin typeface="Arial"/>
            </a:endParaRPr>
          </a:p>
          <a:p>
            <a:pPr indent="0">
              <a:lnSpc>
                <a:spcPct val="100000"/>
              </a:lnSpc>
              <a:buNone/>
              <a:tabLst>
                <a:tab algn="l" pos="0"/>
              </a:tabLst>
            </a:pPr>
            <a:endParaRPr b="0" lang="fr-FR" sz="1100" spc="-1" strike="noStrike">
              <a:solidFill>
                <a:srgbClr val="000000"/>
              </a:solidFill>
              <a:latin typeface="Arial"/>
            </a:endParaRPr>
          </a:p>
          <a:p>
            <a:pPr marL="114480" indent="0">
              <a:lnSpc>
                <a:spcPct val="100000"/>
              </a:lnSpc>
              <a:buNone/>
              <a:tabLst>
                <a:tab algn="l" pos="0"/>
              </a:tabLst>
            </a:pPr>
            <a:r>
              <a:rPr b="1" lang="fr-FR" sz="1200" spc="-1" strike="noStrike">
                <a:solidFill>
                  <a:srgbClr val="000000"/>
                </a:solidFill>
                <a:latin typeface="Arial"/>
              </a:rPr>
              <a:t>Mesures appliquées : </a:t>
            </a:r>
            <a:endParaRPr b="0" lang="fr-FR" sz="1200" spc="-1" strike="noStrike">
              <a:solidFill>
                <a:srgbClr val="000000"/>
              </a:solidFill>
              <a:latin typeface="Arial"/>
            </a:endParaRPr>
          </a:p>
          <a:p>
            <a:pPr lvl="1" marL="743040" indent="-285840">
              <a:lnSpc>
                <a:spcPct val="100000"/>
              </a:lnSpc>
              <a:buClr>
                <a:srgbClr val="000000"/>
              </a:buClr>
              <a:buFont typeface="Arial"/>
              <a:buChar char="○"/>
              <a:tabLst>
                <a:tab algn="l" pos="0"/>
              </a:tabLst>
            </a:pPr>
            <a:r>
              <a:rPr b="0" lang="fr-FR" sz="1200" spc="-1" strike="noStrike">
                <a:solidFill>
                  <a:srgbClr val="000000"/>
                </a:solidFill>
                <a:latin typeface="Arial"/>
              </a:rPr>
              <a:t>Limitation de l’accès aux données personnelles aux seules personnes habilitées.</a:t>
            </a:r>
            <a:endParaRPr b="0" lang="fr-FR" sz="1200" spc="-1" strike="noStrike">
              <a:solidFill>
                <a:srgbClr val="000000"/>
              </a:solidFill>
              <a:latin typeface="Arial"/>
            </a:endParaRPr>
          </a:p>
          <a:p>
            <a:pPr lvl="1" marL="743040" indent="-285840">
              <a:lnSpc>
                <a:spcPct val="100000"/>
              </a:lnSpc>
              <a:buClr>
                <a:srgbClr val="000000"/>
              </a:buClr>
              <a:buFont typeface="Arial"/>
              <a:buChar char="○"/>
              <a:tabLst>
                <a:tab algn="l" pos="0"/>
              </a:tabLst>
            </a:pPr>
            <a:r>
              <a:rPr b="0" lang="fr-FR" sz="1200" spc="-1" strike="noStrike">
                <a:solidFill>
                  <a:srgbClr val="000000"/>
                </a:solidFill>
                <a:latin typeface="Arial"/>
              </a:rPr>
              <a:t>Anonymisation des données sensibles.</a:t>
            </a:r>
            <a:endParaRPr b="0" lang="fr-FR" sz="1200" spc="-1" strike="noStrike">
              <a:solidFill>
                <a:srgbClr val="000000"/>
              </a:solidFill>
              <a:latin typeface="Arial"/>
            </a:endParaRPr>
          </a:p>
          <a:p>
            <a:pPr lvl="1" marL="743040" indent="-285840">
              <a:lnSpc>
                <a:spcPct val="100000"/>
              </a:lnSpc>
              <a:buClr>
                <a:srgbClr val="000000"/>
              </a:buClr>
              <a:buFont typeface="Arial"/>
              <a:buChar char="○"/>
              <a:tabLst>
                <a:tab algn="l" pos="0"/>
              </a:tabLst>
            </a:pPr>
            <a:r>
              <a:rPr b="0" lang="fr-FR" sz="1200" spc="-1" strike="noStrike">
                <a:solidFill>
                  <a:srgbClr val="000000"/>
                </a:solidFill>
                <a:latin typeface="Arial"/>
              </a:rPr>
              <a:t>Suppression régulière des données obsolètes selon une politique de conservation définie.</a:t>
            </a:r>
            <a:endParaRPr b="0" lang="fr-FR" sz="1200" spc="-1" strike="noStrike">
              <a:solidFill>
                <a:srgbClr val="000000"/>
              </a:solidFill>
              <a:latin typeface="Arial"/>
            </a:endParaRPr>
          </a:p>
          <a:p>
            <a:pPr lvl="1" marL="743040" indent="-285840">
              <a:lnSpc>
                <a:spcPct val="100000"/>
              </a:lnSpc>
              <a:buClr>
                <a:srgbClr val="000000"/>
              </a:buClr>
              <a:buFont typeface="Arial"/>
              <a:buChar char="○"/>
              <a:tabLst>
                <a:tab algn="l" pos="0"/>
              </a:tabLst>
            </a:pPr>
            <a:r>
              <a:rPr b="0" lang="fr-FR" sz="1200" spc="-1" strike="noStrike">
                <a:solidFill>
                  <a:srgbClr val="000000"/>
                </a:solidFill>
                <a:latin typeface="Arial"/>
              </a:rPr>
              <a:t>Traçabilité des accès et modifications dans la base.</a:t>
            </a:r>
            <a:endParaRPr b="0" lang="fr-FR" sz="1200" spc="-1" strike="noStrike">
              <a:solidFill>
                <a:srgbClr val="000000"/>
              </a:solidFill>
              <a:latin typeface="Arial"/>
            </a:endParaRPr>
          </a:p>
          <a:p>
            <a:pPr lvl="1" marL="743040" indent="-285840">
              <a:lnSpc>
                <a:spcPct val="100000"/>
              </a:lnSpc>
              <a:buClr>
                <a:srgbClr val="000000"/>
              </a:buClr>
              <a:buFont typeface="Arial"/>
              <a:buChar char="○"/>
              <a:tabLst>
                <a:tab algn="l" pos="0"/>
              </a:tabLst>
            </a:pPr>
            <a:r>
              <a:rPr b="0" lang="fr-FR" sz="1200" spc="-1" strike="noStrike">
                <a:solidFill>
                  <a:srgbClr val="000000"/>
                </a:solidFill>
                <a:latin typeface="Arial"/>
              </a:rPr>
              <a:t>Sécurisation des données par chiffrement et mots de passe robustes.</a:t>
            </a:r>
            <a:endParaRPr b="0" lang="fr-FR" sz="1200" spc="-1" strike="noStrike">
              <a:solidFill>
                <a:srgbClr val="000000"/>
              </a:solidFill>
              <a:latin typeface="Arial"/>
            </a:endParaRPr>
          </a:p>
          <a:p>
            <a:pPr marL="114480" indent="0">
              <a:lnSpc>
                <a:spcPct val="100000"/>
              </a:lnSpc>
              <a:buNone/>
              <a:tabLst>
                <a:tab algn="l" pos="0"/>
              </a:tabLst>
            </a:pPr>
            <a:r>
              <a:rPr b="1" lang="fr-FR" sz="1200" spc="-1" strike="noStrike">
                <a:solidFill>
                  <a:srgbClr val="000000"/>
                </a:solidFill>
                <a:latin typeface="Arial"/>
              </a:rPr>
              <a:t>Respect du droit des personnes : </a:t>
            </a:r>
            <a:r>
              <a:rPr b="0" lang="fr-FR" sz="1200" spc="-1" strike="noStrike">
                <a:solidFill>
                  <a:srgbClr val="000000"/>
                </a:solidFill>
                <a:latin typeface="Arial"/>
              </a:rPr>
              <a:t>Possibilité d’exercer droit d’accès, rectification, et suppression des données.</a:t>
            </a:r>
            <a:endParaRPr b="0" lang="fr-FR" sz="1200" spc="-1" strike="noStrike">
              <a:solidFill>
                <a:srgbClr val="000000"/>
              </a:solidFill>
              <a:latin typeface="Arial"/>
            </a:endParaRPr>
          </a:p>
          <a:p>
            <a:pPr marL="114480" indent="0">
              <a:lnSpc>
                <a:spcPct val="100000"/>
              </a:lnSpc>
              <a:buNone/>
              <a:tabLst>
                <a:tab algn="l" pos="0"/>
              </a:tabLst>
            </a:pPr>
            <a:endParaRPr b="0" lang="fr-FR" sz="1100" spc="-1" strike="noStrike">
              <a:solidFill>
                <a:srgbClr val="000000"/>
              </a:solidFill>
              <a:latin typeface="Arial"/>
            </a:endParaRPr>
          </a:p>
        </p:txBody>
      </p:sp>
      <p:sp>
        <p:nvSpPr>
          <p:cNvPr id="298" name="PlaceHolder 3"/>
          <p:cNvSpPr>
            <a:spLocks noGrp="1"/>
          </p:cNvSpPr>
          <p:nvPr>
            <p:ph type="sldNum" idx="69"/>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10AE8D76-8391-4A4F-91C3-8DD65EC9815C}"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685800" y="1143000"/>
            <a:ext cx="5484600" cy="3084480"/>
          </a:xfrm>
          <a:prstGeom prst="rect">
            <a:avLst/>
          </a:prstGeom>
          <a:ln w="0">
            <a:noFill/>
          </a:ln>
        </p:spPr>
      </p:sp>
      <p:sp>
        <p:nvSpPr>
          <p:cNvPr id="300"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01" name="PlaceHolder 3"/>
          <p:cNvSpPr>
            <a:spLocks noGrp="1"/>
          </p:cNvSpPr>
          <p:nvPr>
            <p:ph type="sldNum" idx="70"/>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D48A4309-3229-4A9A-8D62-520DF2AE2F29}"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685800" y="1143000"/>
            <a:ext cx="5484600" cy="3084480"/>
          </a:xfrm>
          <a:prstGeom prst="rect">
            <a:avLst/>
          </a:prstGeom>
          <a:ln w="0">
            <a:noFill/>
          </a:ln>
        </p:spPr>
      </p:sp>
      <p:sp>
        <p:nvSpPr>
          <p:cNvPr id="303"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04" name="PlaceHolder 3"/>
          <p:cNvSpPr>
            <a:spLocks noGrp="1"/>
          </p:cNvSpPr>
          <p:nvPr>
            <p:ph type="sldNum" idx="71"/>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F243297F-1BC3-4E40-90E3-FDD42F1137CE}"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685800" y="1143000"/>
            <a:ext cx="5484600" cy="3084480"/>
          </a:xfrm>
          <a:prstGeom prst="rect">
            <a:avLst/>
          </a:prstGeom>
          <a:ln w="0">
            <a:noFill/>
          </a:ln>
        </p:spPr>
      </p:sp>
      <p:sp>
        <p:nvSpPr>
          <p:cNvPr id="306"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07" name="PlaceHolder 3"/>
          <p:cNvSpPr>
            <a:spLocks noGrp="1"/>
          </p:cNvSpPr>
          <p:nvPr>
            <p:ph type="sldNum" idx="72"/>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A55EC730-ECA6-4E9E-8873-F8DC0044AF05}"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685800" y="1143000"/>
            <a:ext cx="5484600" cy="3084480"/>
          </a:xfrm>
          <a:prstGeom prst="rect">
            <a:avLst/>
          </a:prstGeom>
          <a:ln w="0">
            <a:noFill/>
          </a:ln>
        </p:spPr>
      </p:sp>
      <p:sp>
        <p:nvSpPr>
          <p:cNvPr id="309"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10" name="PlaceHolder 3"/>
          <p:cNvSpPr>
            <a:spLocks noGrp="1"/>
          </p:cNvSpPr>
          <p:nvPr>
            <p:ph type="sldNum" idx="73"/>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4EC5F790-3CF3-4069-ACDF-B5E216C3E111}"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Img"/>
          </p:nvPr>
        </p:nvSpPr>
        <p:spPr>
          <a:xfrm>
            <a:off x="685800" y="1143000"/>
            <a:ext cx="5484600" cy="3084480"/>
          </a:xfrm>
          <a:prstGeom prst="rect">
            <a:avLst/>
          </a:prstGeom>
          <a:ln w="0">
            <a:noFill/>
          </a:ln>
        </p:spPr>
      </p:sp>
      <p:sp>
        <p:nvSpPr>
          <p:cNvPr id="312"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13" name="PlaceHolder 3"/>
          <p:cNvSpPr>
            <a:spLocks noGrp="1"/>
          </p:cNvSpPr>
          <p:nvPr>
            <p:ph type="sldNum" idx="74"/>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88674BBC-50B3-4D50-8CBF-BD4334BFA72D}"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sldImg"/>
          </p:nvPr>
        </p:nvSpPr>
        <p:spPr>
          <a:xfrm>
            <a:off x="685800" y="1143000"/>
            <a:ext cx="5484600" cy="3084480"/>
          </a:xfrm>
          <a:prstGeom prst="rect">
            <a:avLst/>
          </a:prstGeom>
          <a:ln w="0">
            <a:noFill/>
          </a:ln>
        </p:spPr>
      </p:sp>
      <p:sp>
        <p:nvSpPr>
          <p:cNvPr id="315"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16" name="PlaceHolder 3"/>
          <p:cNvSpPr>
            <a:spLocks noGrp="1"/>
          </p:cNvSpPr>
          <p:nvPr>
            <p:ph type="sldNum" idx="75"/>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6E4F4623-D538-4A0D-8382-A2CD97E034A4}"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685800" y="1143000"/>
            <a:ext cx="5484600" cy="3084480"/>
          </a:xfrm>
          <a:prstGeom prst="rect">
            <a:avLst/>
          </a:prstGeom>
          <a:ln w="0">
            <a:noFill/>
          </a:ln>
        </p:spPr>
      </p:sp>
      <p:sp>
        <p:nvSpPr>
          <p:cNvPr id="318"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19" name="PlaceHolder 3"/>
          <p:cNvSpPr>
            <a:spLocks noGrp="1"/>
          </p:cNvSpPr>
          <p:nvPr>
            <p:ph type="sldNum" idx="76"/>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69DF88D3-3C22-4E79-BD56-0484FAA2692A}"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685800" y="1143000"/>
            <a:ext cx="5484600" cy="3084480"/>
          </a:xfrm>
          <a:prstGeom prst="rect">
            <a:avLst/>
          </a:prstGeom>
          <a:ln w="0">
            <a:noFill/>
          </a:ln>
        </p:spPr>
      </p:sp>
      <p:sp>
        <p:nvSpPr>
          <p:cNvPr id="321"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22" name="PlaceHolder 3"/>
          <p:cNvSpPr>
            <a:spLocks noGrp="1"/>
          </p:cNvSpPr>
          <p:nvPr>
            <p:ph type="sldNum" idx="77"/>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6472057D-DEB3-4621-8D0F-C24ECA88B058}"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Img"/>
          </p:nvPr>
        </p:nvSpPr>
        <p:spPr>
          <a:xfrm>
            <a:off x="685800" y="1143000"/>
            <a:ext cx="5484600" cy="3084480"/>
          </a:xfrm>
          <a:prstGeom prst="rect">
            <a:avLst/>
          </a:prstGeom>
          <a:ln w="0">
            <a:noFill/>
          </a:ln>
        </p:spPr>
      </p:sp>
      <p:sp>
        <p:nvSpPr>
          <p:cNvPr id="324"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25" name="PlaceHolder 3"/>
          <p:cNvSpPr>
            <a:spLocks noGrp="1"/>
          </p:cNvSpPr>
          <p:nvPr>
            <p:ph type="sldNum" idx="78"/>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A67DD903-2FC1-4D5A-9F01-E9DD1E6D5211}"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685800" y="1143000"/>
            <a:ext cx="5484600" cy="3084480"/>
          </a:xfrm>
          <a:prstGeom prst="rect">
            <a:avLst/>
          </a:prstGeom>
          <a:ln w="0">
            <a:noFill/>
          </a:ln>
        </p:spPr>
      </p:sp>
      <p:sp>
        <p:nvSpPr>
          <p:cNvPr id="327"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28" name="PlaceHolder 3"/>
          <p:cNvSpPr>
            <a:spLocks noGrp="1"/>
          </p:cNvSpPr>
          <p:nvPr>
            <p:ph type="sldNum" idx="79"/>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ED125B13-E3D2-4DED-BCAB-B2AD9E4BDBE2}"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Img"/>
          </p:nvPr>
        </p:nvSpPr>
        <p:spPr>
          <a:xfrm>
            <a:off x="685800" y="1143000"/>
            <a:ext cx="5484600" cy="3084480"/>
          </a:xfrm>
          <a:prstGeom prst="rect">
            <a:avLst/>
          </a:prstGeom>
          <a:ln w="0">
            <a:noFill/>
          </a:ln>
        </p:spPr>
      </p:sp>
      <p:sp>
        <p:nvSpPr>
          <p:cNvPr id="330"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31" name="PlaceHolder 3"/>
          <p:cNvSpPr>
            <a:spLocks noGrp="1"/>
          </p:cNvSpPr>
          <p:nvPr>
            <p:ph type="sldNum" idx="80"/>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3994DCF3-A75A-4E56-8410-EF64549A511D}"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685800" y="1143000"/>
            <a:ext cx="5484600" cy="3084480"/>
          </a:xfrm>
          <a:prstGeom prst="rect">
            <a:avLst/>
          </a:prstGeom>
          <a:ln w="0">
            <a:noFill/>
          </a:ln>
        </p:spPr>
      </p:sp>
      <p:sp>
        <p:nvSpPr>
          <p:cNvPr id="333"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34" name="PlaceHolder 3"/>
          <p:cNvSpPr>
            <a:spLocks noGrp="1"/>
          </p:cNvSpPr>
          <p:nvPr>
            <p:ph type="sldNum" idx="81"/>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B31CF6EF-79B3-4003-8DF5-5EF6BFB3390F}"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685800" y="1143000"/>
            <a:ext cx="5484600" cy="3084480"/>
          </a:xfrm>
          <a:prstGeom prst="rect">
            <a:avLst/>
          </a:prstGeom>
          <a:ln w="0">
            <a:noFill/>
          </a:ln>
        </p:spPr>
      </p:sp>
      <p:sp>
        <p:nvSpPr>
          <p:cNvPr id="336"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37" name="PlaceHolder 3"/>
          <p:cNvSpPr>
            <a:spLocks noGrp="1"/>
          </p:cNvSpPr>
          <p:nvPr>
            <p:ph type="sldNum" idx="82"/>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AAB5E2D9-8ED7-4888-9E5B-F78CE8EE0758}"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685800" y="1143000"/>
            <a:ext cx="5484600" cy="3084480"/>
          </a:xfrm>
          <a:prstGeom prst="rect">
            <a:avLst/>
          </a:prstGeom>
          <a:ln w="0">
            <a:noFill/>
          </a:ln>
        </p:spPr>
      </p:sp>
      <p:sp>
        <p:nvSpPr>
          <p:cNvPr id="339"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40" name="PlaceHolder 3"/>
          <p:cNvSpPr>
            <a:spLocks noGrp="1"/>
          </p:cNvSpPr>
          <p:nvPr>
            <p:ph type="sldNum" idx="83"/>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D7D36278-C57C-417B-8201-F68F0CCAE074}"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685800" y="1143000"/>
            <a:ext cx="5484600" cy="3084480"/>
          </a:xfrm>
          <a:prstGeom prst="rect">
            <a:avLst/>
          </a:prstGeom>
          <a:ln w="0">
            <a:noFill/>
          </a:ln>
        </p:spPr>
      </p:sp>
      <p:sp>
        <p:nvSpPr>
          <p:cNvPr id="342"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43" name="PlaceHolder 3"/>
          <p:cNvSpPr>
            <a:spLocks noGrp="1"/>
          </p:cNvSpPr>
          <p:nvPr>
            <p:ph type="sldNum" idx="84"/>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12E968AF-64C9-44BF-8E78-BD08CC9981E4}"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685800" y="1143000"/>
            <a:ext cx="5484600" cy="3084480"/>
          </a:xfrm>
          <a:prstGeom prst="rect">
            <a:avLst/>
          </a:prstGeom>
          <a:ln w="0">
            <a:noFill/>
          </a:ln>
        </p:spPr>
      </p:sp>
      <p:sp>
        <p:nvSpPr>
          <p:cNvPr id="345"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46" name="PlaceHolder 3"/>
          <p:cNvSpPr>
            <a:spLocks noGrp="1"/>
          </p:cNvSpPr>
          <p:nvPr>
            <p:ph type="sldNum" idx="85"/>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9B6C2D36-A336-4EB1-898A-4C85B46A593B}"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685800" y="1143000"/>
            <a:ext cx="5484600" cy="3084480"/>
          </a:xfrm>
          <a:prstGeom prst="rect">
            <a:avLst/>
          </a:prstGeom>
          <a:ln w="0">
            <a:noFill/>
          </a:ln>
        </p:spPr>
      </p:sp>
      <p:sp>
        <p:nvSpPr>
          <p:cNvPr id="348"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49" name="PlaceHolder 3"/>
          <p:cNvSpPr>
            <a:spLocks noGrp="1"/>
          </p:cNvSpPr>
          <p:nvPr>
            <p:ph type="sldNum" idx="86"/>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EA3377FD-FD22-46CA-B6AC-6BE7CE237922}"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685800" y="1143000"/>
            <a:ext cx="5484600" cy="3084480"/>
          </a:xfrm>
          <a:prstGeom prst="rect">
            <a:avLst/>
          </a:prstGeom>
          <a:ln w="0">
            <a:noFill/>
          </a:ln>
        </p:spPr>
      </p:sp>
      <p:sp>
        <p:nvSpPr>
          <p:cNvPr id="351"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52" name="PlaceHolder 3"/>
          <p:cNvSpPr>
            <a:spLocks noGrp="1"/>
          </p:cNvSpPr>
          <p:nvPr>
            <p:ph type="sldNum" idx="87"/>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85BC2650-3C6F-4E66-A17A-C8BB717383CC}"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685800" y="1143000"/>
            <a:ext cx="5484600" cy="3084480"/>
          </a:xfrm>
          <a:prstGeom prst="rect">
            <a:avLst/>
          </a:prstGeom>
          <a:ln w="0">
            <a:noFill/>
          </a:ln>
        </p:spPr>
      </p:sp>
      <p:sp>
        <p:nvSpPr>
          <p:cNvPr id="354"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355" name="PlaceHolder 3"/>
          <p:cNvSpPr>
            <a:spLocks noGrp="1"/>
          </p:cNvSpPr>
          <p:nvPr>
            <p:ph type="sldNum" idx="88"/>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 sz="1400" spc="-1" strike="noStrike">
                <a:solidFill>
                  <a:srgbClr val="000000"/>
                </a:solidFill>
                <a:latin typeface="Arial"/>
                <a:ea typeface="Arial"/>
              </a:defRPr>
            </a:lvl1pPr>
          </a:lstStyle>
          <a:p>
            <a:pPr indent="0" algn="r">
              <a:lnSpc>
                <a:spcPct val="100000"/>
              </a:lnSpc>
              <a:buNone/>
              <a:tabLst>
                <a:tab algn="l" pos="0"/>
              </a:tabLst>
            </a:pPr>
            <a:fld id="{A4E650CC-774F-4362-BBBB-ED6AF0079221}" type="slidenum">
              <a:rPr b="0" lang="fr" sz="1400" spc="-1" strike="noStrike">
                <a:solidFill>
                  <a:srgbClr val="000000"/>
                </a:solidFill>
                <a:latin typeface="Arial"/>
                <a:ea typeface="Arial"/>
              </a:rPr>
              <a:t>&lt;numéro&gt;</a:t>
            </a:fld>
            <a:endParaRPr b="0" lang="fr-FR"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fr-FR" sz="3200" spc="-1" strike="noStrike">
              <a:solidFill>
                <a:srgbClr val="000000"/>
              </a:solidFill>
              <a:latin typeface="Arial"/>
            </a:endParaRPr>
          </a:p>
        </p:txBody>
      </p:sp>
      <p:sp>
        <p:nvSpPr>
          <p:cNvPr id="4" name="PlaceHolder 3"/>
          <p:cNvSpPr>
            <a:spLocks noGrp="1"/>
          </p:cNvSpPr>
          <p:nvPr>
            <p:ph type="sldNum" idx="1"/>
          </p:nvPr>
        </p:nvSpPr>
        <p:spPr/>
        <p:txBody>
          <a:bodyPr/>
          <a:p>
            <a:fld id="{E594CC82-53E7-4ED9-ACB4-85AE36FBEA75}"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72F48F26-FC1A-4496-8DD7-CD748BFDE427}"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197FBA3B-AA3C-465B-B0B7-13D478197832}"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EF110CF5-39F7-4840-9225-BE14F5BEBD9B}"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1"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sldNum" idx="5"/>
          </p:nvPr>
        </p:nvSpPr>
        <p:spPr/>
        <p:txBody>
          <a:bodyPr/>
          <a:p>
            <a:fld id="{14542F21-E53F-4C8D-B1EE-FBCF13CA0943}"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sldNum" idx="6"/>
          </p:nvPr>
        </p:nvSpPr>
        <p:spPr/>
        <p:txBody>
          <a:bodyPr/>
          <a:p>
            <a:fld id="{44BEC28F-C2FD-447D-9421-BC8BC6646E77}"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 name="PlaceHolder 2"/>
          <p:cNvSpPr>
            <a:spLocks noGrp="1"/>
          </p:cNvSpPr>
          <p:nvPr>
            <p:ph type="sldNum" idx="7"/>
          </p:nvPr>
        </p:nvSpPr>
        <p:spPr/>
        <p:txBody>
          <a:bodyPr/>
          <a:p>
            <a:fld id="{166BB973-F4C3-44E0-AA01-CA2031659F6E}"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B6478693-22E2-4AB1-B942-D9A8E33C906D}"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CA985CC4-9E84-4091-B172-B3996E7B5FB5}"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9FF7F3E9-83E9-4158-88D9-D2ED662504CE}"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88E41D2F-F3E7-4CAA-B0E4-F053183508E6}"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apositive de titre avec image">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apositive de titr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tête de section">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et contenu">
    <p:spTree>
      <p:nvGrpSpPr>
        <p:cNvPr id="1" name=""/>
        <p:cNvGrpSpPr/>
        <p:nvPr/>
      </p:nvGrpSpPr>
      <p:grpSpPr>
        <a:xfrm>
          <a:off x="0" y="0"/>
          <a:ext cx="0" cy="0"/>
          <a:chOff x="0" y="0"/>
          <a:chExt cx="0" cy="0"/>
        </a:xfrm>
      </p:grpSpPr>
      <p:sp>
        <p:nvSpPr>
          <p:cNvPr id="2" name="PlaceHolder 1"/>
          <p:cNvSpPr>
            <a:spLocks noGrp="1"/>
          </p:cNvSpPr>
          <p:nvPr>
            <p:ph type="ftr" idx="12"/>
          </p:nvPr>
        </p:nvSpPr>
        <p:spPr/>
        <p:txBody>
          <a:bodyPr/>
          <a:p>
            <a:r>
              <a:t>Footer</a:t>
            </a:r>
          </a:p>
        </p:txBody>
      </p:sp>
      <p:sp>
        <p:nvSpPr>
          <p:cNvPr id="3" name="PlaceHolder 2"/>
          <p:cNvSpPr>
            <a:spLocks noGrp="1"/>
          </p:cNvSpPr>
          <p:nvPr>
            <p:ph type="sldNum" idx="13"/>
          </p:nvPr>
        </p:nvSpPr>
        <p:spPr/>
        <p:txBody>
          <a:bodyPr/>
          <a:p>
            <a:fld id="{90858BD8-75D1-4543-96B2-E5C9D5B86A45}"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ux contenus">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FD3B6514-934D-4A2E-B855-FE45D09D235E}"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ison">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72A42D2B-94A3-4F90-8217-56A027F738AD}"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 avec légende">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vec légende">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de">
    <p:spTree>
      <p:nvGrpSpPr>
        <p:cNvPr id="1" name=""/>
        <p:cNvGrpSpPr/>
        <p:nvPr/>
      </p:nvGrpSpPr>
      <p:grpSpPr>
        <a:xfrm>
          <a:off x="0" y="0"/>
          <a:ext cx="0" cy="0"/>
          <a:chOff x="0" y="0"/>
          <a:chExt cx="0" cy="0"/>
        </a:xfrm>
      </p:grpSpPr>
      <p:sp>
        <p:nvSpPr>
          <p:cNvPr id="2" name="PlaceHolder 1"/>
          <p:cNvSpPr>
            <a:spLocks noGrp="1"/>
          </p:cNvSpPr>
          <p:nvPr>
            <p:ph type="ftr" idx="18"/>
          </p:nvPr>
        </p:nvSpPr>
        <p:spPr/>
        <p:txBody>
          <a:bodyPr/>
          <a:p>
            <a:r>
              <a:t>Footer</a:t>
            </a:r>
          </a:p>
        </p:txBody>
      </p:sp>
      <p:sp>
        <p:nvSpPr>
          <p:cNvPr id="3" name="PlaceHolder 2"/>
          <p:cNvSpPr>
            <a:spLocks noGrp="1"/>
          </p:cNvSpPr>
          <p:nvPr>
            <p:ph type="sldNum" idx="19"/>
          </p:nvPr>
        </p:nvSpPr>
        <p:spPr/>
        <p:txBody>
          <a:bodyPr/>
          <a:p>
            <a:fld id="{37B9FD89-E781-4D43-87AC-0813F959C5BC}"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uniquemen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70C0A1E2-B5FC-452E-BEAA-87176B64CD0F}"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sposition personnalisée">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SPOSITION DU TEXTE 01">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13BC02DB-0B66-48A5-9D7A-589521F24557}"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ison avec sous-titre">
    <p:spTree>
      <p:nvGrpSpPr>
        <p:cNvPr id="1" name=""/>
        <p:cNvGrpSpPr/>
        <p:nvPr/>
      </p:nvGrpSpPr>
      <p:grpSpPr>
        <a:xfrm>
          <a:off x="0" y="0"/>
          <a:ext cx="0" cy="0"/>
          <a:chOff x="0" y="0"/>
          <a:chExt cx="0" cy="0"/>
        </a:xfrm>
      </p:grpSpPr>
      <p:sp>
        <p:nvSpPr>
          <p:cNvPr id="2" name="PlaceHolder 1"/>
          <p:cNvSpPr>
            <a:spLocks noGrp="1"/>
          </p:cNvSpPr>
          <p:nvPr>
            <p:ph type="ftr" idx="24"/>
          </p:nvPr>
        </p:nvSpPr>
        <p:spPr/>
        <p:txBody>
          <a:bodyPr/>
          <a:p>
            <a:r>
              <a:t>Footer</a:t>
            </a:r>
          </a:p>
        </p:txBody>
      </p:sp>
      <p:sp>
        <p:nvSpPr>
          <p:cNvPr id="3" name="PlaceHolder 2"/>
          <p:cNvSpPr>
            <a:spLocks noGrp="1"/>
          </p:cNvSpPr>
          <p:nvPr>
            <p:ph type="sldNum" idx="25"/>
          </p:nvPr>
        </p:nvSpPr>
        <p:spPr/>
        <p:txBody>
          <a:bodyPr/>
          <a:p>
            <a:fld id="{1C209C7C-A474-4B45-8579-F6B3BF7874B1}"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tête de section avec imag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Graphique">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098BAF14-97E9-4FAA-AFB8-A0E5FA1CEF2F}"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sposition du texte 02">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7BFFDF67-C48B-425D-85BE-26C3A873960B}"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leau">
    <p:spTree>
      <p:nvGrpSpPr>
        <p:cNvPr id="1" name=""/>
        <p:cNvGrpSpPr/>
        <p:nvPr/>
      </p:nvGrpSpPr>
      <p:grpSpPr>
        <a:xfrm>
          <a:off x="0" y="0"/>
          <a:ext cx="0" cy="0"/>
          <a:chOff x="0" y="0"/>
          <a:chExt cx="0" cy="0"/>
        </a:xfrm>
      </p:grpSpPr>
      <p:sp>
        <p:nvSpPr>
          <p:cNvPr id="2" name="PlaceHolder 1"/>
          <p:cNvSpPr>
            <a:spLocks noGrp="1"/>
          </p:cNvSpPr>
          <p:nvPr>
            <p:ph type="ftr" idx="30"/>
          </p:nvPr>
        </p:nvSpPr>
        <p:spPr/>
        <p:txBody>
          <a:bodyPr/>
          <a:p>
            <a:r>
              <a:t>Footer</a:t>
            </a:r>
          </a:p>
        </p:txBody>
      </p:sp>
      <p:sp>
        <p:nvSpPr>
          <p:cNvPr id="3" name="PlaceHolder 2"/>
          <p:cNvSpPr>
            <a:spLocks noGrp="1"/>
          </p:cNvSpPr>
          <p:nvPr>
            <p:ph type="sldNum" idx="31"/>
          </p:nvPr>
        </p:nvSpPr>
        <p:spPr/>
        <p:txBody>
          <a:bodyPr/>
          <a:p>
            <a:fld id="{8BA4648A-43A8-4C47-9E52-F91E907866C5}"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Grande photo">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erci">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a:t>
            </a:r>
            <a:r>
              <a:rPr b="0" lang="fr-FR" sz="1800" spc="-1" strike="noStrike">
                <a:solidFill>
                  <a:srgbClr val="000000"/>
                </a:solidFill>
                <a:latin typeface="Arial"/>
              </a:rPr>
              <a:t>uez </a:t>
            </a:r>
            <a:r>
              <a:rPr b="0" lang="fr-FR" sz="1800" spc="-1" strike="noStrike">
                <a:solidFill>
                  <a:srgbClr val="000000"/>
                </a:solidFill>
                <a:latin typeface="Arial"/>
              </a:rPr>
              <a:t>pou</a:t>
            </a:r>
            <a:r>
              <a:rPr b="0" lang="fr-FR" sz="1800" spc="-1" strike="noStrike">
                <a:solidFill>
                  <a:srgbClr val="000000"/>
                </a:solidFill>
                <a:latin typeface="Arial"/>
              </a:rPr>
              <a:t>r </a:t>
            </a:r>
            <a:r>
              <a:rPr b="0" lang="fr-FR" sz="1800" spc="-1" strike="noStrike">
                <a:solidFill>
                  <a:srgbClr val="000000"/>
                </a:solidFill>
                <a:latin typeface="Arial"/>
              </a:rPr>
              <a:t>édit</a:t>
            </a:r>
            <a:r>
              <a:rPr b="0" lang="fr-FR" sz="1800" spc="-1" strike="noStrike">
                <a:solidFill>
                  <a:srgbClr val="000000"/>
                </a:solidFill>
                <a:latin typeface="Arial"/>
              </a:rPr>
              <a:t>er </a:t>
            </a:r>
            <a:r>
              <a:rPr b="0" lang="fr-FR" sz="1800" spc="-1" strike="noStrike">
                <a:solidFill>
                  <a:srgbClr val="000000"/>
                </a:solidFill>
                <a:latin typeface="Arial"/>
              </a:rPr>
              <a:t>le </a:t>
            </a:r>
            <a:r>
              <a:rPr b="0" lang="fr-FR" sz="1800" spc="-1" strike="noStrike">
                <a:solidFill>
                  <a:srgbClr val="000000"/>
                </a:solidFill>
                <a:latin typeface="Arial"/>
              </a:rPr>
              <a:t>for</a:t>
            </a:r>
            <a:r>
              <a:rPr b="0" lang="fr-FR" sz="1800" spc="-1" strike="noStrike">
                <a:solidFill>
                  <a:srgbClr val="000000"/>
                </a:solidFill>
                <a:latin typeface="Arial"/>
              </a:rPr>
              <a:t>mat </a:t>
            </a:r>
            <a:r>
              <a:rPr b="0" lang="fr-FR" sz="1800" spc="-1" strike="noStrike">
                <a:solidFill>
                  <a:srgbClr val="000000"/>
                </a:solidFill>
                <a:latin typeface="Arial"/>
              </a:rPr>
              <a:t>du </a:t>
            </a:r>
            <a:r>
              <a:rPr b="0" lang="fr-FR" sz="1800" spc="-1" strike="noStrike">
                <a:solidFill>
                  <a:srgbClr val="000000"/>
                </a:solidFill>
                <a:latin typeface="Arial"/>
              </a:rPr>
              <a:t>text</a:t>
            </a:r>
            <a:r>
              <a:rPr b="0" lang="fr-FR" sz="1800" spc="-1" strike="noStrike">
                <a:solidFill>
                  <a:srgbClr val="000000"/>
                </a:solidFill>
                <a:latin typeface="Arial"/>
              </a:rPr>
              <a:t>e-</a:t>
            </a:r>
            <a:r>
              <a:rPr b="0" lang="fr-FR" sz="1800" spc="-1" strike="noStrike">
                <a:solidFill>
                  <a:srgbClr val="000000"/>
                </a:solidFill>
                <a:latin typeface="Arial"/>
              </a:rPr>
              <a:t>titre</a:t>
            </a:r>
            <a:endParaRPr b="0" lang="fr-FR" sz="1800" spc="-1" strike="noStrike">
              <a:solidFill>
                <a:srgbClr val="000000"/>
              </a:solidFill>
              <a:latin typeface="Arial"/>
            </a:endParaRPr>
          </a:p>
        </p:txBody>
      </p:sp>
      <p:sp>
        <p:nvSpPr>
          <p:cNvPr id="1" name="PlaceHolder 2"/>
          <p:cNvSpPr>
            <a:spLocks noGrp="1"/>
          </p:cNvSpPr>
          <p:nvPr>
            <p:ph type="sldNum" idx="1"/>
          </p:nvPr>
        </p:nvSpPr>
        <p:spPr>
          <a:xfrm>
            <a:off x="8472600" y="4663080"/>
            <a:ext cx="546840" cy="3916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fr" sz="1000" spc="-1" strike="noStrike">
                <a:solidFill>
                  <a:schemeClr val="dk2"/>
                </a:solidFill>
                <a:latin typeface="Arial"/>
                <a:ea typeface="Arial"/>
              </a:defRPr>
            </a:lvl1pPr>
          </a:lstStyle>
          <a:p>
            <a:pPr indent="0" algn="r">
              <a:lnSpc>
                <a:spcPct val="100000"/>
              </a:lnSpc>
              <a:buNone/>
              <a:tabLst>
                <a:tab algn="l" pos="0"/>
              </a:tabLst>
            </a:pPr>
            <a:fld id="{104B96C6-AA8A-4107-A428-001805531AB2}" type="slidenum">
              <a:rPr b="0" lang="fr" sz="1000" spc="-1" strike="noStrike">
                <a:solidFill>
                  <a:schemeClr val="dk2"/>
                </a:solidFill>
                <a:latin typeface="Arial"/>
                <a:ea typeface="Arial"/>
              </a:rPr>
              <a:t>22</a:t>
            </a:fld>
            <a:endParaRPr b="0" lang="fr-F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sldNum" idx="2"/>
          </p:nvPr>
        </p:nvSpPr>
        <p:spPr>
          <a:xfrm>
            <a:off x="8472600" y="4663080"/>
            <a:ext cx="546840" cy="3916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fr" sz="1000" spc="-1" strike="noStrike">
                <a:solidFill>
                  <a:schemeClr val="dk2"/>
                </a:solidFill>
                <a:latin typeface="Arial"/>
                <a:ea typeface="Arial"/>
              </a:defRPr>
            </a:lvl1pPr>
          </a:lstStyle>
          <a:p>
            <a:pPr indent="0" algn="r">
              <a:lnSpc>
                <a:spcPct val="100000"/>
              </a:lnSpc>
              <a:buNone/>
              <a:tabLst>
                <a:tab algn="l" pos="0"/>
              </a:tabLst>
            </a:pPr>
            <a:fld id="{E5AB9A24-769D-44E8-96D2-62CD0679E029}" type="slidenum">
              <a:rPr b="0" lang="fr" sz="1000" spc="-1" strike="noStrike">
                <a:solidFill>
                  <a:schemeClr val="dk2"/>
                </a:solidFill>
                <a:latin typeface="Arial"/>
                <a:ea typeface="Arial"/>
              </a:rPr>
              <a:t>&lt;numéro&gt;</a:t>
            </a:fld>
            <a:endParaRPr b="0" lang="fr-F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sldNum" idx="3"/>
          </p:nvPr>
        </p:nvSpPr>
        <p:spPr>
          <a:xfrm>
            <a:off x="8472600" y="4663080"/>
            <a:ext cx="546840" cy="3916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fr" sz="1000" spc="-1" strike="noStrike">
                <a:solidFill>
                  <a:schemeClr val="dk2"/>
                </a:solidFill>
                <a:latin typeface="Arial"/>
                <a:ea typeface="Arial"/>
              </a:defRPr>
            </a:lvl1pPr>
          </a:lstStyle>
          <a:p>
            <a:pPr indent="0" algn="r">
              <a:lnSpc>
                <a:spcPct val="100000"/>
              </a:lnSpc>
              <a:buNone/>
              <a:tabLst>
                <a:tab algn="l" pos="0"/>
              </a:tabLst>
            </a:pPr>
            <a:fld id="{C2B1E5A1-A2DA-4F01-8AEA-FE99FF204B10}" type="slidenum">
              <a:rPr b="0" lang="fr" sz="1000" spc="-1" strike="noStrike">
                <a:solidFill>
                  <a:schemeClr val="dk2"/>
                </a:solidFill>
                <a:latin typeface="Arial"/>
                <a:ea typeface="Arial"/>
              </a:rPr>
              <a:t>&lt;numéro&gt;</a:t>
            </a:fld>
            <a:endParaRPr b="0" lang="fr-F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 name="PlaceHolder 1"/>
          <p:cNvSpPr>
            <a:spLocks noGrp="1"/>
          </p:cNvSpPr>
          <p:nvPr>
            <p:ph type="sldNum" idx="4"/>
          </p:nvPr>
        </p:nvSpPr>
        <p:spPr>
          <a:xfrm>
            <a:off x="8472600" y="4663080"/>
            <a:ext cx="546840" cy="3916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fr" sz="1000" spc="-1" strike="noStrike">
                <a:solidFill>
                  <a:schemeClr val="dk2"/>
                </a:solidFill>
                <a:latin typeface="Arial"/>
                <a:ea typeface="Arial"/>
              </a:defRPr>
            </a:lvl1pPr>
          </a:lstStyle>
          <a:p>
            <a:pPr indent="0" algn="r">
              <a:lnSpc>
                <a:spcPct val="100000"/>
              </a:lnSpc>
              <a:buNone/>
              <a:tabLst>
                <a:tab algn="l" pos="0"/>
              </a:tabLst>
            </a:pPr>
            <a:fld id="{AFF29675-C545-49C4-8742-880DFD707111}" type="slidenum">
              <a:rPr b="0" lang="fr" sz="1000" spc="-1" strike="noStrike">
                <a:solidFill>
                  <a:schemeClr val="dk2"/>
                </a:solidFill>
                <a:latin typeface="Arial"/>
                <a:ea typeface="Arial"/>
              </a:rPr>
              <a:t>&lt;numéro&gt;</a:t>
            </a:fld>
            <a:endParaRPr b="0" lang="fr-F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a:t>
            </a:r>
            <a:r>
              <a:rPr b="0" lang="fr-FR" sz="1800" spc="-1" strike="noStrike">
                <a:solidFill>
                  <a:srgbClr val="000000"/>
                </a:solidFill>
                <a:latin typeface="Arial"/>
              </a:rPr>
              <a:t>uez </a:t>
            </a:r>
            <a:r>
              <a:rPr b="0" lang="fr-FR" sz="1800" spc="-1" strike="noStrike">
                <a:solidFill>
                  <a:srgbClr val="000000"/>
                </a:solidFill>
                <a:latin typeface="Arial"/>
              </a:rPr>
              <a:t>pou</a:t>
            </a:r>
            <a:r>
              <a:rPr b="0" lang="fr-FR" sz="1800" spc="-1" strike="noStrike">
                <a:solidFill>
                  <a:srgbClr val="000000"/>
                </a:solidFill>
                <a:latin typeface="Arial"/>
              </a:rPr>
              <a:t>r </a:t>
            </a:r>
            <a:r>
              <a:rPr b="0" lang="fr-FR" sz="1800" spc="-1" strike="noStrike">
                <a:solidFill>
                  <a:srgbClr val="000000"/>
                </a:solidFill>
                <a:latin typeface="Arial"/>
              </a:rPr>
              <a:t>édit</a:t>
            </a:r>
            <a:r>
              <a:rPr b="0" lang="fr-FR" sz="1800" spc="-1" strike="noStrike">
                <a:solidFill>
                  <a:srgbClr val="000000"/>
                </a:solidFill>
                <a:latin typeface="Arial"/>
              </a:rPr>
              <a:t>er </a:t>
            </a:r>
            <a:r>
              <a:rPr b="0" lang="fr-FR" sz="1800" spc="-1" strike="noStrike">
                <a:solidFill>
                  <a:srgbClr val="000000"/>
                </a:solidFill>
                <a:latin typeface="Arial"/>
              </a:rPr>
              <a:t>le </a:t>
            </a:r>
            <a:r>
              <a:rPr b="0" lang="fr-FR" sz="1800" spc="-1" strike="noStrike">
                <a:solidFill>
                  <a:srgbClr val="000000"/>
                </a:solidFill>
                <a:latin typeface="Arial"/>
              </a:rPr>
              <a:t>for</a:t>
            </a:r>
            <a:r>
              <a:rPr b="0" lang="fr-FR" sz="1800" spc="-1" strike="noStrike">
                <a:solidFill>
                  <a:srgbClr val="000000"/>
                </a:solidFill>
                <a:latin typeface="Arial"/>
              </a:rPr>
              <a:t>mat </a:t>
            </a:r>
            <a:r>
              <a:rPr b="0" lang="fr-FR" sz="1800" spc="-1" strike="noStrike">
                <a:solidFill>
                  <a:srgbClr val="000000"/>
                </a:solidFill>
                <a:latin typeface="Arial"/>
              </a:rPr>
              <a:t>du </a:t>
            </a:r>
            <a:r>
              <a:rPr b="0" lang="fr-FR" sz="1800" spc="-1" strike="noStrike">
                <a:solidFill>
                  <a:srgbClr val="000000"/>
                </a:solidFill>
                <a:latin typeface="Arial"/>
              </a:rPr>
              <a:t>text</a:t>
            </a:r>
            <a:r>
              <a:rPr b="0" lang="fr-FR" sz="1800" spc="-1" strike="noStrike">
                <a:solidFill>
                  <a:srgbClr val="000000"/>
                </a:solidFill>
                <a:latin typeface="Arial"/>
              </a:rPr>
              <a:t>e-</a:t>
            </a:r>
            <a:r>
              <a:rPr b="0" lang="fr-FR" sz="1800" spc="-1" strike="noStrike">
                <a:solidFill>
                  <a:srgbClr val="000000"/>
                </a:solidFill>
                <a:latin typeface="Arial"/>
              </a:rPr>
              <a:t>titre</a:t>
            </a:r>
            <a:endParaRPr b="0" lang="fr-FR" sz="1800" spc="-1" strike="noStrike">
              <a:solidFill>
                <a:srgbClr val="000000"/>
              </a:solidFill>
              <a:latin typeface="Arial"/>
            </a:endParaRPr>
          </a:p>
        </p:txBody>
      </p:sp>
      <p:sp>
        <p:nvSpPr>
          <p:cNvPr id="8"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a:t>
            </a:r>
            <a:r>
              <a:rPr b="0" lang="fr-FR" sz="1800" spc="-1" strike="noStrike">
                <a:solidFill>
                  <a:srgbClr val="000000"/>
                </a:solidFill>
                <a:latin typeface="Arial"/>
              </a:rPr>
              <a:t>plan</a:t>
            </a:r>
            <a:endParaRPr b="0" lang="fr-FR" sz="1800" spc="-1" strike="noStrike">
              <a:solidFill>
                <a:srgbClr val="000000"/>
              </a:solidFill>
              <a:latin typeface="Arial"/>
            </a:endParaRPr>
          </a:p>
        </p:txBody>
      </p:sp>
      <p:sp>
        <p:nvSpPr>
          <p:cNvPr id="9" name="PlaceHolder 3"/>
          <p:cNvSpPr>
            <a:spLocks noGrp="1"/>
          </p:cNvSpPr>
          <p:nvPr>
            <p:ph type="sldNum" idx="5"/>
          </p:nvPr>
        </p:nvSpPr>
        <p:spPr>
          <a:xfrm>
            <a:off x="8472600" y="4663080"/>
            <a:ext cx="546840" cy="3916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fr" sz="1000" spc="-1" strike="noStrike">
                <a:solidFill>
                  <a:schemeClr val="dk2"/>
                </a:solidFill>
                <a:latin typeface="Arial"/>
                <a:ea typeface="Arial"/>
              </a:defRPr>
            </a:lvl1pPr>
          </a:lstStyle>
          <a:p>
            <a:pPr indent="0" algn="r">
              <a:lnSpc>
                <a:spcPct val="100000"/>
              </a:lnSpc>
              <a:buNone/>
              <a:tabLst>
                <a:tab algn="l" pos="0"/>
              </a:tabLst>
            </a:pPr>
            <a:fld id="{72CC308B-EEF1-4849-8EE0-DAE6E270E82A}" type="slidenum">
              <a:rPr b="0" lang="fr" sz="1000" spc="-1" strike="noStrike">
                <a:solidFill>
                  <a:schemeClr val="dk2"/>
                </a:solidFill>
                <a:latin typeface="Arial"/>
                <a:ea typeface="Arial"/>
              </a:rPr>
              <a:t>&lt;numéro&gt;</a:t>
            </a:fld>
            <a:endParaRPr b="0" lang="fr-F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13"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fontScale="87222" lnSpcReduction="2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14"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fontScale="87222" lnSpcReduction="2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15" name="PlaceHolder 4"/>
          <p:cNvSpPr>
            <a:spLocks noGrp="1"/>
          </p:cNvSpPr>
          <p:nvPr>
            <p:ph type="sldNum" idx="6"/>
          </p:nvPr>
        </p:nvSpPr>
        <p:spPr>
          <a:xfrm>
            <a:off x="8472600" y="4663080"/>
            <a:ext cx="546840" cy="3916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fr" sz="1000" spc="-1" strike="noStrike">
                <a:solidFill>
                  <a:schemeClr val="dk2"/>
                </a:solidFill>
                <a:latin typeface="Arial"/>
                <a:ea typeface="Arial"/>
              </a:defRPr>
            </a:lvl1pPr>
          </a:lstStyle>
          <a:p>
            <a:pPr indent="0" algn="r">
              <a:lnSpc>
                <a:spcPct val="100000"/>
              </a:lnSpc>
              <a:buNone/>
              <a:tabLst>
                <a:tab algn="l" pos="0"/>
              </a:tabLst>
            </a:pPr>
            <a:fld id="{C4328C0F-E12B-40E8-ACC1-7DFC5E077451}" type="slidenum">
              <a:rPr b="0" lang="fr" sz="1000" spc="-1" strike="noStrike">
                <a:solidFill>
                  <a:schemeClr val="dk2"/>
                </a:solidFill>
                <a:latin typeface="Arial"/>
                <a:ea typeface="Arial"/>
              </a:rPr>
              <a:t>&lt;numéro&gt;</a:t>
            </a:fld>
            <a:endParaRPr b="0" lang="fr-F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20" name="PlaceHolder 2"/>
          <p:cNvSpPr>
            <a:spLocks noGrp="1"/>
          </p:cNvSpPr>
          <p:nvPr>
            <p:ph type="sldNum" idx="7"/>
          </p:nvPr>
        </p:nvSpPr>
        <p:spPr>
          <a:xfrm>
            <a:off x="8472600" y="4663080"/>
            <a:ext cx="546840" cy="3916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fr" sz="1000" spc="-1" strike="noStrike">
                <a:solidFill>
                  <a:schemeClr val="dk2"/>
                </a:solidFill>
                <a:latin typeface="Arial"/>
                <a:ea typeface="Arial"/>
              </a:defRPr>
            </a:lvl1pPr>
          </a:lstStyle>
          <a:p>
            <a:pPr indent="0" algn="r">
              <a:lnSpc>
                <a:spcPct val="100000"/>
              </a:lnSpc>
              <a:buNone/>
              <a:tabLst>
                <a:tab algn="l" pos="0"/>
              </a:tabLst>
            </a:pPr>
            <a:fld id="{259326ED-9CCB-4139-9955-7F170ADD7DC8}" type="slidenum">
              <a:rPr b="0" lang="fr" sz="1000" spc="-1" strike="noStrike">
                <a:solidFill>
                  <a:schemeClr val="dk2"/>
                </a:solidFill>
                <a:latin typeface="Arial"/>
                <a:ea typeface="Arial"/>
              </a:rPr>
              <a:t>&lt;numéro&gt;</a:t>
            </a:fld>
            <a:endParaRPr b="0" lang="fr-F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sldNum" idx="8"/>
          </p:nvPr>
        </p:nvSpPr>
        <p:spPr>
          <a:xfrm>
            <a:off x="8472600" y="4663080"/>
            <a:ext cx="546840" cy="3916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fr" sz="1000" spc="-1" strike="noStrike">
                <a:solidFill>
                  <a:schemeClr val="dk2"/>
                </a:solidFill>
                <a:latin typeface="Arial"/>
                <a:ea typeface="Arial"/>
              </a:defRPr>
            </a:lvl1pPr>
          </a:lstStyle>
          <a:p>
            <a:pPr indent="0" algn="r">
              <a:lnSpc>
                <a:spcPct val="100000"/>
              </a:lnSpc>
              <a:buNone/>
              <a:tabLst>
                <a:tab algn="l" pos="0"/>
              </a:tabLst>
            </a:pPr>
            <a:fld id="{CF8D7024-9D4B-4235-96B7-55EEE42203DD}" type="slidenum">
              <a:rPr b="0" lang="fr" sz="1000" spc="-1" strike="noStrike">
                <a:solidFill>
                  <a:schemeClr val="dk2"/>
                </a:solidFill>
                <a:latin typeface="Arial"/>
                <a:ea typeface="Arial"/>
              </a:rPr>
              <a:t>&lt;numéro&gt;</a:t>
            </a:fld>
            <a:endParaRPr b="0" lang="fr-F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sldNum" idx="9"/>
          </p:nvPr>
        </p:nvSpPr>
        <p:spPr>
          <a:xfrm>
            <a:off x="8472600" y="4663080"/>
            <a:ext cx="546840" cy="3916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fr" sz="1000" spc="-1" strike="noStrike">
                <a:solidFill>
                  <a:schemeClr val="dk2"/>
                </a:solidFill>
                <a:latin typeface="Arial"/>
                <a:ea typeface="Arial"/>
              </a:defRPr>
            </a:lvl1pPr>
          </a:lstStyle>
          <a:p>
            <a:pPr indent="0" algn="r">
              <a:lnSpc>
                <a:spcPct val="100000"/>
              </a:lnSpc>
              <a:buNone/>
              <a:tabLst>
                <a:tab algn="l" pos="0"/>
              </a:tabLst>
            </a:pPr>
            <a:fld id="{E8E4E69B-524D-4FA8-8666-DEB458424D5D}" type="slidenum">
              <a:rPr b="0" lang="fr" sz="1000" spc="-1" strike="noStrike">
                <a:solidFill>
                  <a:schemeClr val="dk2"/>
                </a:solidFill>
                <a:latin typeface="Arial"/>
                <a:ea typeface="Arial"/>
              </a:rPr>
              <a:t>&lt;numéro&gt;</a:t>
            </a:fld>
            <a:endParaRPr b="0" lang="fr-F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 name="Google Shape;36;p9"/>
          <p:cNvSpPr/>
          <p:nvPr/>
        </p:nvSpPr>
        <p:spPr>
          <a:xfrm>
            <a:off x="4572000" y="0"/>
            <a:ext cx="4570200" cy="5141880"/>
          </a:xfrm>
          <a:prstGeom prst="rect">
            <a:avLst/>
          </a:prstGeom>
          <a:solidFill>
            <a:schemeClr val="lt2"/>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fr-FR" sz="1400" spc="-1" strike="noStrike">
              <a:solidFill>
                <a:srgbClr val="000000"/>
              </a:solidFill>
              <a:latin typeface="Arial"/>
              <a:ea typeface="Arial"/>
            </a:endParaRPr>
          </a:p>
        </p:txBody>
      </p:sp>
      <p:sp>
        <p:nvSpPr>
          <p:cNvPr id="25" name="PlaceHolder 1"/>
          <p:cNvSpPr>
            <a:spLocks noGrp="1"/>
          </p:cNvSpPr>
          <p:nvPr>
            <p:ph type="sldNum" idx="10"/>
          </p:nvPr>
        </p:nvSpPr>
        <p:spPr>
          <a:xfrm>
            <a:off x="8472600" y="4663080"/>
            <a:ext cx="546840" cy="3916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fr" sz="1000" spc="-1" strike="noStrike">
                <a:solidFill>
                  <a:schemeClr val="dk2"/>
                </a:solidFill>
                <a:latin typeface="Arial"/>
                <a:ea typeface="Arial"/>
              </a:defRPr>
            </a:lvl1pPr>
          </a:lstStyle>
          <a:p>
            <a:pPr indent="0" algn="r">
              <a:lnSpc>
                <a:spcPct val="100000"/>
              </a:lnSpc>
              <a:buNone/>
              <a:tabLst>
                <a:tab algn="l" pos="0"/>
              </a:tabLst>
            </a:pPr>
            <a:fld id="{16BDEA24-80F7-42A2-8621-BA283323B182}" type="slidenum">
              <a:rPr b="0" lang="fr" sz="1000" spc="-1" strike="noStrike">
                <a:solidFill>
                  <a:schemeClr val="dk2"/>
                </a:solidFill>
                <a:latin typeface="Arial"/>
                <a:ea typeface="Arial"/>
              </a:rPr>
              <a:t>&lt;numéro&gt;</a:t>
            </a:fld>
            <a:endParaRPr b="0" lang="fr-F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PlaceHolder 1"/>
          <p:cNvSpPr>
            <a:spLocks noGrp="1"/>
          </p:cNvSpPr>
          <p:nvPr>
            <p:ph type="sldNum" idx="11"/>
          </p:nvPr>
        </p:nvSpPr>
        <p:spPr>
          <a:xfrm>
            <a:off x="8472600" y="4663080"/>
            <a:ext cx="546840" cy="3916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fr" sz="1000" spc="-1" strike="noStrike">
                <a:solidFill>
                  <a:schemeClr val="dk2"/>
                </a:solidFill>
                <a:latin typeface="Arial"/>
                <a:ea typeface="Arial"/>
              </a:defRPr>
            </a:lvl1pPr>
          </a:lstStyle>
          <a:p>
            <a:pPr indent="0" algn="r">
              <a:lnSpc>
                <a:spcPct val="100000"/>
              </a:lnSpc>
              <a:buNone/>
              <a:tabLst>
                <a:tab algn="l" pos="0"/>
              </a:tabLst>
            </a:pPr>
            <a:fld id="{86C84F26-5662-47BD-9AB1-ED0BD7FC72ED}" type="slidenum">
              <a:rPr b="0" lang="fr" sz="1000" spc="-1" strike="noStrike">
                <a:solidFill>
                  <a:schemeClr val="dk2"/>
                </a:solidFill>
                <a:latin typeface="Arial"/>
                <a:ea typeface="Arial"/>
              </a:rPr>
              <a:t>&lt;numéro&gt;</a:t>
            </a:fld>
            <a:endParaRPr b="0" lang="fr-FR"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 name="Google Shape;55;p14"/>
          <p:cNvSpPr/>
          <p:nvPr/>
        </p:nvSpPr>
        <p:spPr>
          <a:xfrm flipH="1" rot="10800000">
            <a:off x="-360" y="1800"/>
            <a:ext cx="7967160" cy="4051440"/>
          </a:xfrm>
          <a:prstGeom prst="rtTriangle">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cxnSp>
        <p:nvCxnSpPr>
          <p:cNvPr id="28" name="Google Shape;56;p14"/>
          <p:cNvCxnSpPr/>
          <p:nvPr/>
        </p:nvCxnSpPr>
        <p:spPr>
          <a:xfrm flipV="1">
            <a:off x="0" y="0"/>
            <a:ext cx="4524480" cy="2255040"/>
          </a:xfrm>
          <a:prstGeom prst="straightConnector1">
            <a:avLst/>
          </a:prstGeom>
          <a:ln w="9525">
            <a:solidFill>
              <a:srgbClr val="a5a5a5"/>
            </a:solidFill>
            <a:miter/>
          </a:ln>
        </p:spPr>
      </p:cxnSp>
      <p:cxnSp>
        <p:nvCxnSpPr>
          <p:cNvPr id="29" name="Google Shape;58;p14"/>
          <p:cNvCxnSpPr/>
          <p:nvPr/>
        </p:nvCxnSpPr>
        <p:spPr>
          <a:xfrm flipV="1">
            <a:off x="6752880" y="2943000"/>
            <a:ext cx="2392920" cy="1268640"/>
          </a:xfrm>
          <a:prstGeom prst="straightConnector1">
            <a:avLst/>
          </a:prstGeom>
          <a:ln w="9525">
            <a:solidFill>
              <a:srgbClr val="ee9571"/>
            </a:solidFill>
            <a:miter/>
          </a:ln>
        </p:spPr>
      </p:cxnSp>
      <p:cxnSp>
        <p:nvCxnSpPr>
          <p:cNvPr id="30" name="Google Shape;61;p14"/>
          <p:cNvCxnSpPr/>
          <p:nvPr/>
        </p:nvCxnSpPr>
        <p:spPr>
          <a:xfrm flipV="1">
            <a:off x="-13320" y="3524760"/>
            <a:ext cx="1441440" cy="752760"/>
          </a:xfrm>
          <a:prstGeom prst="straightConnector1">
            <a:avLst/>
          </a:prstGeom>
          <a:ln w="9525">
            <a:solidFill>
              <a:srgbClr val="e26064"/>
            </a:solidFill>
            <a:miter/>
          </a:ln>
        </p:spPr>
      </p:cxnSp>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3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6865" lnSpcReduction="10000"/>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3" name="Google Shape;154;p23"/>
          <p:cNvSpPr/>
          <p:nvPr/>
        </p:nvSpPr>
        <p:spPr>
          <a:xfrm flipH="1" rot="10800000">
            <a:off x="-360" y="1800"/>
            <a:ext cx="7967160" cy="4051440"/>
          </a:xfrm>
          <a:prstGeom prst="rtTriangle">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cxnSp>
        <p:nvCxnSpPr>
          <p:cNvPr id="34" name="Google Shape;155;p23"/>
          <p:cNvCxnSpPr/>
          <p:nvPr/>
        </p:nvCxnSpPr>
        <p:spPr>
          <a:xfrm flipV="1">
            <a:off x="0" y="0"/>
            <a:ext cx="4524480" cy="2255040"/>
          </a:xfrm>
          <a:prstGeom prst="straightConnector1">
            <a:avLst/>
          </a:prstGeom>
          <a:ln w="9525">
            <a:solidFill>
              <a:srgbClr val="a5a5a5"/>
            </a:solidFill>
            <a:miter/>
          </a:ln>
        </p:spPr>
      </p:cxnSp>
      <p:cxnSp>
        <p:nvCxnSpPr>
          <p:cNvPr id="35" name="Google Shape;156;p23"/>
          <p:cNvCxnSpPr/>
          <p:nvPr/>
        </p:nvCxnSpPr>
        <p:spPr>
          <a:xfrm flipV="1">
            <a:off x="6752880" y="2943000"/>
            <a:ext cx="2392920" cy="1268640"/>
          </a:xfrm>
          <a:prstGeom prst="straightConnector1">
            <a:avLst/>
          </a:prstGeom>
          <a:ln w="9525">
            <a:solidFill>
              <a:srgbClr val="eab200"/>
            </a:solidFill>
            <a:miter/>
          </a:ln>
        </p:spPr>
      </p:cxnSp>
      <p:cxnSp>
        <p:nvCxnSpPr>
          <p:cNvPr id="36" name="Google Shape;159;p23"/>
          <p:cNvCxnSpPr/>
          <p:nvPr/>
        </p:nvCxnSpPr>
        <p:spPr>
          <a:xfrm flipV="1">
            <a:off x="-13320" y="3524760"/>
            <a:ext cx="1441440" cy="752760"/>
          </a:xfrm>
          <a:prstGeom prst="straightConnector1">
            <a:avLst/>
          </a:prstGeom>
          <a:ln w="9525">
            <a:solidFill>
              <a:srgbClr val="00194c"/>
            </a:solidFill>
            <a:miter/>
          </a:ln>
        </p:spPr>
      </p:cxn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7" name="Google Shape;161;p24"/>
          <p:cNvSpPr/>
          <p:nvPr/>
        </p:nvSpPr>
        <p:spPr>
          <a:xfrm flipH="1" rot="10800000">
            <a:off x="-360" y="1800"/>
            <a:ext cx="7967160" cy="4051440"/>
          </a:xfrm>
          <a:prstGeom prst="rtTriangle">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38" name="Google Shape;162;p24"/>
          <p:cNvSpPr/>
          <p:nvPr/>
        </p:nvSpPr>
        <p:spPr>
          <a:xfrm rot="19959000">
            <a:off x="-477360" y="2690640"/>
            <a:ext cx="2893320" cy="1308240"/>
          </a:xfrm>
          <a:prstGeom prst="parallelogram">
            <a:avLst>
              <a:gd name="adj" fmla="val 53218"/>
            </a:avLst>
          </a:prstGeom>
          <a:solidFill>
            <a:schemeClr val="accent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cxnSp>
        <p:nvCxnSpPr>
          <p:cNvPr id="39" name="Google Shape;163;p24"/>
          <p:cNvCxnSpPr/>
          <p:nvPr/>
        </p:nvCxnSpPr>
        <p:spPr>
          <a:xfrm flipV="1">
            <a:off x="0" y="757440"/>
            <a:ext cx="1340640" cy="682200"/>
          </a:xfrm>
          <a:prstGeom prst="straightConnector1">
            <a:avLst/>
          </a:prstGeom>
          <a:ln w="9525">
            <a:solidFill>
              <a:srgbClr val="a5a5a5"/>
            </a:solidFill>
            <a:miter/>
          </a:ln>
        </p:spPr>
      </p:cxnSp>
      <p:cxnSp>
        <p:nvCxnSpPr>
          <p:cNvPr id="40" name="Google Shape;166;p24"/>
          <p:cNvCxnSpPr/>
          <p:nvPr/>
        </p:nvCxnSpPr>
        <p:spPr>
          <a:xfrm flipV="1">
            <a:off x="6752880" y="2943000"/>
            <a:ext cx="2392920" cy="1268640"/>
          </a:xfrm>
          <a:prstGeom prst="straightConnector1">
            <a:avLst/>
          </a:prstGeom>
          <a:ln w="9525">
            <a:solidFill>
              <a:srgbClr val="eab200"/>
            </a:solidFill>
            <a:miter/>
          </a:ln>
        </p:spPr>
      </p:cxnSp>
      <p:sp>
        <p:nvSpPr>
          <p:cNvPr id="41" name="Google Shape;167;p24"/>
          <p:cNvSpPr/>
          <p:nvPr/>
        </p:nvSpPr>
        <p:spPr>
          <a:xfrm>
            <a:off x="5815440" y="0"/>
            <a:ext cx="1692000" cy="555480"/>
          </a:xfrm>
          <a:prstGeom prst="parallelogram">
            <a:avLst>
              <a:gd name="adj" fmla="val 195850"/>
            </a:avLst>
          </a:prstGeom>
          <a:solidFill>
            <a:schemeClr val="accent6"/>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cxnSp>
        <p:nvCxnSpPr>
          <p:cNvPr id="42" name="Google Shape;168;p24"/>
          <p:cNvCxnSpPr/>
          <p:nvPr/>
        </p:nvCxnSpPr>
        <p:spPr>
          <a:xfrm flipV="1">
            <a:off x="0" y="306360"/>
            <a:ext cx="4948200" cy="2554200"/>
          </a:xfrm>
          <a:prstGeom prst="straightConnector1">
            <a:avLst/>
          </a:prstGeom>
          <a:ln w="9525">
            <a:solidFill>
              <a:srgbClr val="a5a5a5"/>
            </a:solidFill>
            <a:miter/>
          </a:ln>
        </p:spPr>
      </p:cxnSp>
      <p:cxnSp>
        <p:nvCxnSpPr>
          <p:cNvPr id="43" name="Google Shape;169;p24"/>
          <p:cNvCxnSpPr/>
          <p:nvPr/>
        </p:nvCxnSpPr>
        <p:spPr>
          <a:xfrm flipV="1">
            <a:off x="-13320" y="3949920"/>
            <a:ext cx="1441440" cy="752760"/>
          </a:xfrm>
          <a:prstGeom prst="straightConnector1">
            <a:avLst/>
          </a:prstGeom>
          <a:ln w="9525">
            <a:solidFill>
              <a:srgbClr val="00194c"/>
            </a:solidFill>
            <a:miter/>
          </a:ln>
        </p:spPr>
      </p:cxnSp>
      <p:sp>
        <p:nvSpPr>
          <p:cNvPr id="44" name="Google Shape;170;p24"/>
          <p:cNvSpPr/>
          <p:nvPr/>
        </p:nvSpPr>
        <p:spPr>
          <a:xfrm rot="19959000">
            <a:off x="-103320" y="2554920"/>
            <a:ext cx="1077120" cy="175680"/>
          </a:xfrm>
          <a:prstGeom prst="parallelogram">
            <a:avLst>
              <a:gd name="adj" fmla="val 53218"/>
            </a:avLst>
          </a:prstGeom>
          <a:solidFill>
            <a:schemeClr val="lt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45" name="Google Shape;172;p25"/>
          <p:cNvCxnSpPr/>
          <p:nvPr/>
        </p:nvCxnSpPr>
        <p:spPr>
          <a:xfrm flipH="1" flipV="1">
            <a:off x="-6840" y="2725200"/>
            <a:ext cx="1436040" cy="1181520"/>
          </a:xfrm>
          <a:prstGeom prst="straightConnector1">
            <a:avLst/>
          </a:prstGeom>
          <a:ln w="9525">
            <a:solidFill>
              <a:srgbClr val="eab200"/>
            </a:solidFill>
            <a:miter/>
          </a:ln>
        </p:spPr>
      </p:cxnSp>
      <p:grpSp>
        <p:nvGrpSpPr>
          <p:cNvPr id="46" name="Google Shape;173;p25"/>
          <p:cNvGrpSpPr/>
          <p:nvPr/>
        </p:nvGrpSpPr>
        <p:grpSpPr>
          <a:xfrm>
            <a:off x="5669280" y="0"/>
            <a:ext cx="3572280" cy="2653920"/>
            <a:chOff x="5669280" y="0"/>
            <a:chExt cx="3572280" cy="2653920"/>
          </a:xfrm>
        </p:grpSpPr>
        <p:sp>
          <p:nvSpPr>
            <p:cNvPr id="47" name="Google Shape;174;p25"/>
            <p:cNvSpPr/>
            <p:nvPr/>
          </p:nvSpPr>
          <p:spPr>
            <a:xfrm flipH="1">
              <a:off x="5668920" y="0"/>
              <a:ext cx="3477960" cy="2653920"/>
            </a:xfrm>
            <a:prstGeom prst="diagStripe">
              <a:avLst>
                <a:gd name="adj" fmla="val 51202"/>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dk1"/>
                </a:solidFill>
                <a:latin typeface="Calibri"/>
                <a:ea typeface="Calibri"/>
              </a:endParaRPr>
            </a:p>
          </p:txBody>
        </p:sp>
        <p:cxnSp>
          <p:nvCxnSpPr>
            <p:cNvPr id="48" name="Google Shape;175;p25"/>
            <p:cNvCxnSpPr/>
            <p:nvPr/>
          </p:nvCxnSpPr>
          <p:spPr>
            <a:xfrm flipH="1" flipV="1">
              <a:off x="7144560" y="0"/>
              <a:ext cx="932760" cy="724680"/>
            </a:xfrm>
            <a:prstGeom prst="straightConnector1">
              <a:avLst/>
            </a:prstGeom>
            <a:ln w="9525">
              <a:solidFill>
                <a:srgbClr val="bfbfbf"/>
              </a:solidFill>
              <a:miter/>
            </a:ln>
          </p:spPr>
        </p:cxnSp>
        <p:sp>
          <p:nvSpPr>
            <p:cNvPr id="49" name="Google Shape;176;p25"/>
            <p:cNvSpPr/>
            <p:nvPr/>
          </p:nvSpPr>
          <p:spPr>
            <a:xfrm flipH="1" rot="2178600">
              <a:off x="8276040" y="900000"/>
              <a:ext cx="1014120" cy="167760"/>
            </a:xfrm>
            <a:prstGeom prst="parallelogram">
              <a:avLst>
                <a:gd name="adj" fmla="val 72003"/>
              </a:avLst>
            </a:prstGeom>
            <a:solidFill>
              <a:schemeClr val="accent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grpSp>
      <p:sp>
        <p:nvSpPr>
          <p:cNvPr id="50" name="Google Shape;177;p25"/>
          <p:cNvSpPr/>
          <p:nvPr/>
        </p:nvSpPr>
        <p:spPr>
          <a:xfrm>
            <a:off x="8304120" y="176760"/>
            <a:ext cx="609120" cy="46404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fr" sz="2600" spc="-1" strike="noStrike">
                <a:solidFill>
                  <a:schemeClr val="accent6"/>
                </a:solidFill>
                <a:latin typeface="Arial Black"/>
                <a:ea typeface="Arial Black"/>
              </a:rPr>
              <a:t>FR</a:t>
            </a:r>
            <a:endParaRPr b="0" lang="fr-FR" sz="2600" spc="-1" strike="noStrike">
              <a:solidFill>
                <a:srgbClr val="000000"/>
              </a:solidFill>
              <a:latin typeface="Arial"/>
            </a:endParaRPr>
          </a:p>
        </p:txBody>
      </p:sp>
      <p:sp>
        <p:nvSpPr>
          <p:cNvPr id="51" name="Google Shape;178;p25"/>
          <p:cNvSpPr/>
          <p:nvPr/>
        </p:nvSpPr>
        <p:spPr>
          <a:xfrm flipH="1">
            <a:off x="5007600" y="0"/>
            <a:ext cx="1083960" cy="477360"/>
          </a:xfrm>
          <a:prstGeom prst="parallelogram">
            <a:avLst>
              <a:gd name="adj" fmla="val 135617"/>
            </a:avLst>
          </a:prstGeom>
          <a:solidFill>
            <a:schemeClr val="accent6"/>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52" name="PlaceHolder 1"/>
          <p:cNvSpPr>
            <a:spLocks noGrp="1"/>
          </p:cNvSpPr>
          <p:nvPr>
            <p:ph type="ftr" idx="12"/>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53" name="PlaceHolder 2"/>
          <p:cNvSpPr>
            <a:spLocks noGrp="1"/>
          </p:cNvSpPr>
          <p:nvPr>
            <p:ph type="sldNum" idx="13"/>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291454B0-C028-40A0-B326-0A8F73EBD97A}"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54" name="Google Shape;184;p26"/>
          <p:cNvCxnSpPr/>
          <p:nvPr/>
        </p:nvCxnSpPr>
        <p:spPr>
          <a:xfrm flipH="1" flipV="1">
            <a:off x="-6840" y="2725200"/>
            <a:ext cx="1436040" cy="1181520"/>
          </a:xfrm>
          <a:prstGeom prst="straightConnector1">
            <a:avLst/>
          </a:prstGeom>
          <a:ln w="9525">
            <a:solidFill>
              <a:srgbClr val="eab200"/>
            </a:solidFill>
            <a:miter/>
          </a:ln>
        </p:spPr>
      </p:cxnSp>
      <p:grpSp>
        <p:nvGrpSpPr>
          <p:cNvPr id="55" name="Google Shape;185;p26"/>
          <p:cNvGrpSpPr/>
          <p:nvPr/>
        </p:nvGrpSpPr>
        <p:grpSpPr>
          <a:xfrm>
            <a:off x="5669280" y="0"/>
            <a:ext cx="3572280" cy="2653920"/>
            <a:chOff x="5669280" y="0"/>
            <a:chExt cx="3572280" cy="2653920"/>
          </a:xfrm>
        </p:grpSpPr>
        <p:sp>
          <p:nvSpPr>
            <p:cNvPr id="56" name="Google Shape;186;p26"/>
            <p:cNvSpPr/>
            <p:nvPr/>
          </p:nvSpPr>
          <p:spPr>
            <a:xfrm flipH="1">
              <a:off x="5668920" y="0"/>
              <a:ext cx="3477960" cy="2653920"/>
            </a:xfrm>
            <a:prstGeom prst="diagStripe">
              <a:avLst>
                <a:gd name="adj" fmla="val 51202"/>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dk1"/>
                </a:solidFill>
                <a:latin typeface="Calibri"/>
                <a:ea typeface="Calibri"/>
              </a:endParaRPr>
            </a:p>
          </p:txBody>
        </p:sp>
        <p:cxnSp>
          <p:nvCxnSpPr>
            <p:cNvPr id="57" name="Google Shape;187;p26"/>
            <p:cNvCxnSpPr/>
            <p:nvPr/>
          </p:nvCxnSpPr>
          <p:spPr>
            <a:xfrm flipH="1" flipV="1">
              <a:off x="7144560" y="0"/>
              <a:ext cx="932760" cy="724680"/>
            </a:xfrm>
            <a:prstGeom prst="straightConnector1">
              <a:avLst/>
            </a:prstGeom>
            <a:ln w="9525">
              <a:solidFill>
                <a:srgbClr val="bfbfbf"/>
              </a:solidFill>
              <a:miter/>
            </a:ln>
          </p:spPr>
        </p:cxnSp>
        <p:sp>
          <p:nvSpPr>
            <p:cNvPr id="58" name="Google Shape;188;p26"/>
            <p:cNvSpPr/>
            <p:nvPr/>
          </p:nvSpPr>
          <p:spPr>
            <a:xfrm flipH="1" rot="2178600">
              <a:off x="8276040" y="900000"/>
              <a:ext cx="1014120" cy="167760"/>
            </a:xfrm>
            <a:prstGeom prst="parallelogram">
              <a:avLst>
                <a:gd name="adj" fmla="val 72003"/>
              </a:avLst>
            </a:prstGeom>
            <a:solidFill>
              <a:schemeClr val="accent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grpSp>
      <p:sp>
        <p:nvSpPr>
          <p:cNvPr id="59" name="Google Shape;189;p26"/>
          <p:cNvSpPr/>
          <p:nvPr/>
        </p:nvSpPr>
        <p:spPr>
          <a:xfrm>
            <a:off x="8304120" y="176760"/>
            <a:ext cx="609120" cy="46404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fr" sz="2600" spc="-1" strike="noStrike">
                <a:solidFill>
                  <a:schemeClr val="accent6"/>
                </a:solidFill>
                <a:latin typeface="Arial Black"/>
                <a:ea typeface="Arial Black"/>
              </a:rPr>
              <a:t>FR</a:t>
            </a:r>
            <a:endParaRPr b="0" lang="fr-FR" sz="2600" spc="-1" strike="noStrike">
              <a:solidFill>
                <a:srgbClr val="000000"/>
              </a:solidFill>
              <a:latin typeface="Arial"/>
            </a:endParaRPr>
          </a:p>
        </p:txBody>
      </p:sp>
      <p:sp>
        <p:nvSpPr>
          <p:cNvPr id="60" name="Google Shape;190;p26"/>
          <p:cNvSpPr/>
          <p:nvPr/>
        </p:nvSpPr>
        <p:spPr>
          <a:xfrm flipH="1">
            <a:off x="5007600" y="0"/>
            <a:ext cx="1083960" cy="477360"/>
          </a:xfrm>
          <a:prstGeom prst="parallelogram">
            <a:avLst>
              <a:gd name="adj" fmla="val 135617"/>
            </a:avLst>
          </a:prstGeom>
          <a:solidFill>
            <a:schemeClr val="accent6"/>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61" name="PlaceHolder 1"/>
          <p:cNvSpPr>
            <a:spLocks noGrp="1"/>
          </p:cNvSpPr>
          <p:nvPr>
            <p:ph type="ftr" idx="14"/>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62" name="PlaceHolder 2"/>
          <p:cNvSpPr>
            <a:spLocks noGrp="1"/>
          </p:cNvSpPr>
          <p:nvPr>
            <p:ph type="sldNum" idx="15"/>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CBB23D9C-C97F-46D3-8A07-BCCD7606E471}"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63" name="Google Shape;197;p27"/>
          <p:cNvCxnSpPr/>
          <p:nvPr/>
        </p:nvCxnSpPr>
        <p:spPr>
          <a:xfrm flipH="1" flipV="1">
            <a:off x="-6840" y="2725200"/>
            <a:ext cx="1436040" cy="1181520"/>
          </a:xfrm>
          <a:prstGeom prst="straightConnector1">
            <a:avLst/>
          </a:prstGeom>
          <a:ln w="9525">
            <a:solidFill>
              <a:srgbClr val="eab200"/>
            </a:solidFill>
            <a:miter/>
          </a:ln>
        </p:spPr>
      </p:cxnSp>
      <p:grpSp>
        <p:nvGrpSpPr>
          <p:cNvPr id="64" name="Google Shape;198;p27"/>
          <p:cNvGrpSpPr/>
          <p:nvPr/>
        </p:nvGrpSpPr>
        <p:grpSpPr>
          <a:xfrm>
            <a:off x="5669280" y="0"/>
            <a:ext cx="3572280" cy="2653920"/>
            <a:chOff x="5669280" y="0"/>
            <a:chExt cx="3572280" cy="2653920"/>
          </a:xfrm>
        </p:grpSpPr>
        <p:sp>
          <p:nvSpPr>
            <p:cNvPr id="65" name="Google Shape;199;p27"/>
            <p:cNvSpPr/>
            <p:nvPr/>
          </p:nvSpPr>
          <p:spPr>
            <a:xfrm flipH="1">
              <a:off x="5668920" y="0"/>
              <a:ext cx="3477960" cy="2653920"/>
            </a:xfrm>
            <a:prstGeom prst="diagStripe">
              <a:avLst>
                <a:gd name="adj" fmla="val 51202"/>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dk1"/>
                </a:solidFill>
                <a:latin typeface="Calibri"/>
                <a:ea typeface="Calibri"/>
              </a:endParaRPr>
            </a:p>
          </p:txBody>
        </p:sp>
        <p:cxnSp>
          <p:nvCxnSpPr>
            <p:cNvPr id="66" name="Google Shape;200;p27"/>
            <p:cNvCxnSpPr/>
            <p:nvPr/>
          </p:nvCxnSpPr>
          <p:spPr>
            <a:xfrm flipH="1" flipV="1">
              <a:off x="7144560" y="0"/>
              <a:ext cx="932760" cy="724680"/>
            </a:xfrm>
            <a:prstGeom prst="straightConnector1">
              <a:avLst/>
            </a:prstGeom>
            <a:ln w="9525">
              <a:solidFill>
                <a:srgbClr val="bfbfbf"/>
              </a:solidFill>
              <a:miter/>
            </a:ln>
          </p:spPr>
        </p:cxnSp>
        <p:sp>
          <p:nvSpPr>
            <p:cNvPr id="67" name="Google Shape;201;p27"/>
            <p:cNvSpPr/>
            <p:nvPr/>
          </p:nvSpPr>
          <p:spPr>
            <a:xfrm flipH="1" rot="2178600">
              <a:off x="8276040" y="900000"/>
              <a:ext cx="1014120" cy="167760"/>
            </a:xfrm>
            <a:prstGeom prst="parallelogram">
              <a:avLst>
                <a:gd name="adj" fmla="val 72003"/>
              </a:avLst>
            </a:prstGeom>
            <a:solidFill>
              <a:schemeClr val="accent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grpSp>
      <p:sp>
        <p:nvSpPr>
          <p:cNvPr id="68" name="Google Shape;202;p27"/>
          <p:cNvSpPr/>
          <p:nvPr/>
        </p:nvSpPr>
        <p:spPr>
          <a:xfrm>
            <a:off x="8304120" y="176760"/>
            <a:ext cx="609120" cy="46404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fr" sz="2600" spc="-1" strike="noStrike">
                <a:solidFill>
                  <a:schemeClr val="accent6"/>
                </a:solidFill>
                <a:latin typeface="Arial Black"/>
                <a:ea typeface="Arial Black"/>
              </a:rPr>
              <a:t>FR</a:t>
            </a:r>
            <a:endParaRPr b="0" lang="fr-FR" sz="2600" spc="-1" strike="noStrike">
              <a:solidFill>
                <a:srgbClr val="000000"/>
              </a:solidFill>
              <a:latin typeface="Arial"/>
            </a:endParaRPr>
          </a:p>
        </p:txBody>
      </p:sp>
      <p:sp>
        <p:nvSpPr>
          <p:cNvPr id="69" name="Google Shape;203;p27"/>
          <p:cNvSpPr/>
          <p:nvPr/>
        </p:nvSpPr>
        <p:spPr>
          <a:xfrm flipH="1">
            <a:off x="5007600" y="0"/>
            <a:ext cx="1083960" cy="477360"/>
          </a:xfrm>
          <a:prstGeom prst="parallelogram">
            <a:avLst>
              <a:gd name="adj" fmla="val 135617"/>
            </a:avLst>
          </a:prstGeom>
          <a:solidFill>
            <a:schemeClr val="accent6"/>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70" name="PlaceHolder 1"/>
          <p:cNvSpPr>
            <a:spLocks noGrp="1"/>
          </p:cNvSpPr>
          <p:nvPr>
            <p:ph type="ftr" idx="16"/>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71" name="PlaceHolder 2"/>
          <p:cNvSpPr>
            <a:spLocks noGrp="1"/>
          </p:cNvSpPr>
          <p:nvPr>
            <p:ph type="sldNum" idx="17"/>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4478BAA4-A4EB-4639-AAB1-501A901035E6}"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2" name="Google Shape;212;p28"/>
          <p:cNvSpPr/>
          <p:nvPr/>
        </p:nvSpPr>
        <p:spPr>
          <a:xfrm flipH="1" rot="10800000">
            <a:off x="-360" y="1800"/>
            <a:ext cx="7967160" cy="4051440"/>
          </a:xfrm>
          <a:prstGeom prst="rtTriangle">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cxnSp>
        <p:nvCxnSpPr>
          <p:cNvPr id="73" name="Google Shape;213;p28"/>
          <p:cNvCxnSpPr/>
          <p:nvPr/>
        </p:nvCxnSpPr>
        <p:spPr>
          <a:xfrm flipV="1">
            <a:off x="0" y="0"/>
            <a:ext cx="4524480" cy="2255040"/>
          </a:xfrm>
          <a:prstGeom prst="straightConnector1">
            <a:avLst/>
          </a:prstGeom>
          <a:ln w="9525">
            <a:solidFill>
              <a:srgbClr val="a5a5a5"/>
            </a:solidFill>
            <a:miter/>
          </a:ln>
        </p:spPr>
      </p:cxnSp>
      <p:cxnSp>
        <p:nvCxnSpPr>
          <p:cNvPr id="74" name="Google Shape;214;p28"/>
          <p:cNvCxnSpPr/>
          <p:nvPr/>
        </p:nvCxnSpPr>
        <p:spPr>
          <a:xfrm flipV="1">
            <a:off x="6752880" y="2943000"/>
            <a:ext cx="2392920" cy="1268640"/>
          </a:xfrm>
          <a:prstGeom prst="straightConnector1">
            <a:avLst/>
          </a:prstGeom>
          <a:ln w="9525">
            <a:solidFill>
              <a:srgbClr val="eab200"/>
            </a:solidFill>
            <a:miter/>
          </a:ln>
        </p:spPr>
      </p:cxnSp>
      <p:cxnSp>
        <p:nvCxnSpPr>
          <p:cNvPr id="75" name="Google Shape;216;p28"/>
          <p:cNvCxnSpPr/>
          <p:nvPr/>
        </p:nvCxnSpPr>
        <p:spPr>
          <a:xfrm flipV="1">
            <a:off x="-13320" y="3524760"/>
            <a:ext cx="1441440" cy="752760"/>
          </a:xfrm>
          <a:prstGeom prst="straightConnector1">
            <a:avLst/>
          </a:prstGeom>
          <a:ln w="9525">
            <a:solidFill>
              <a:srgbClr val="00194c"/>
            </a:solidFill>
            <a:miter/>
          </a:ln>
        </p:spPr>
      </p:cxn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6" name="Google Shape;220;p29"/>
          <p:cNvSpPr/>
          <p:nvPr/>
        </p:nvSpPr>
        <p:spPr>
          <a:xfrm flipH="1" rot="10800000">
            <a:off x="-360" y="1800"/>
            <a:ext cx="7967160" cy="4051440"/>
          </a:xfrm>
          <a:prstGeom prst="rtTriangle">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cxnSp>
        <p:nvCxnSpPr>
          <p:cNvPr id="77" name="Google Shape;221;p29"/>
          <p:cNvCxnSpPr/>
          <p:nvPr/>
        </p:nvCxnSpPr>
        <p:spPr>
          <a:xfrm flipV="1">
            <a:off x="0" y="0"/>
            <a:ext cx="4524480" cy="2255040"/>
          </a:xfrm>
          <a:prstGeom prst="straightConnector1">
            <a:avLst/>
          </a:prstGeom>
          <a:ln w="9525">
            <a:solidFill>
              <a:srgbClr val="a5a5a5"/>
            </a:solidFill>
            <a:miter/>
          </a:ln>
        </p:spPr>
      </p:cxnSp>
      <p:cxnSp>
        <p:nvCxnSpPr>
          <p:cNvPr id="78" name="Google Shape;222;p29"/>
          <p:cNvCxnSpPr/>
          <p:nvPr/>
        </p:nvCxnSpPr>
        <p:spPr>
          <a:xfrm flipV="1">
            <a:off x="6752880" y="2943000"/>
            <a:ext cx="2392920" cy="1268640"/>
          </a:xfrm>
          <a:prstGeom prst="straightConnector1">
            <a:avLst/>
          </a:prstGeom>
          <a:ln w="9525">
            <a:solidFill>
              <a:srgbClr val="eab200"/>
            </a:solidFill>
            <a:miter/>
          </a:ln>
        </p:spPr>
      </p:cxnSp>
      <p:cxnSp>
        <p:nvCxnSpPr>
          <p:cNvPr id="79" name="Google Shape;224;p29"/>
          <p:cNvCxnSpPr/>
          <p:nvPr/>
        </p:nvCxnSpPr>
        <p:spPr>
          <a:xfrm flipV="1">
            <a:off x="-13320" y="3524760"/>
            <a:ext cx="1441440" cy="752760"/>
          </a:xfrm>
          <a:prstGeom prst="straightConnector1">
            <a:avLst/>
          </a:prstGeom>
          <a:ln w="9525">
            <a:solidFill>
              <a:srgbClr val="00194c"/>
            </a:solidFill>
            <a:miter/>
          </a:ln>
        </p:spPr>
      </p:cxn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0" name="Google Shape;228;p30"/>
          <p:cNvSpPr/>
          <p:nvPr/>
        </p:nvSpPr>
        <p:spPr>
          <a:xfrm>
            <a:off x="8304120" y="176760"/>
            <a:ext cx="609120" cy="46404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fr" sz="2600" spc="-1" strike="noStrike">
                <a:solidFill>
                  <a:schemeClr val="accent1"/>
                </a:solidFill>
                <a:latin typeface="Arial Black"/>
                <a:ea typeface="Arial Black"/>
              </a:rPr>
              <a:t>FR</a:t>
            </a:r>
            <a:endParaRPr b="0" lang="fr-FR" sz="2600" spc="-1" strike="noStrike">
              <a:solidFill>
                <a:srgbClr val="000000"/>
              </a:solidFill>
              <a:latin typeface="Arial"/>
            </a:endParaRPr>
          </a:p>
        </p:txBody>
      </p:sp>
      <p:grpSp>
        <p:nvGrpSpPr>
          <p:cNvPr id="81" name="Google Shape;229;p30"/>
          <p:cNvGrpSpPr/>
          <p:nvPr/>
        </p:nvGrpSpPr>
        <p:grpSpPr>
          <a:xfrm>
            <a:off x="5669280" y="0"/>
            <a:ext cx="3572280" cy="2653920"/>
            <a:chOff x="5669280" y="0"/>
            <a:chExt cx="3572280" cy="2653920"/>
          </a:xfrm>
        </p:grpSpPr>
        <p:sp>
          <p:nvSpPr>
            <p:cNvPr id="82" name="Google Shape;230;p30"/>
            <p:cNvSpPr/>
            <p:nvPr/>
          </p:nvSpPr>
          <p:spPr>
            <a:xfrm flipH="1">
              <a:off x="5668920" y="0"/>
              <a:ext cx="3477960" cy="2653920"/>
            </a:xfrm>
            <a:prstGeom prst="diagStripe">
              <a:avLst>
                <a:gd name="adj" fmla="val 51202"/>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dk1"/>
                </a:solidFill>
                <a:latin typeface="Calibri"/>
                <a:ea typeface="Calibri"/>
              </a:endParaRPr>
            </a:p>
          </p:txBody>
        </p:sp>
        <p:cxnSp>
          <p:nvCxnSpPr>
            <p:cNvPr id="83" name="Google Shape;231;p30"/>
            <p:cNvCxnSpPr/>
            <p:nvPr/>
          </p:nvCxnSpPr>
          <p:spPr>
            <a:xfrm flipH="1" flipV="1">
              <a:off x="7144560" y="0"/>
              <a:ext cx="932760" cy="724680"/>
            </a:xfrm>
            <a:prstGeom prst="straightConnector1">
              <a:avLst/>
            </a:prstGeom>
            <a:ln w="9525">
              <a:solidFill>
                <a:srgbClr val="bfbfbf"/>
              </a:solidFill>
              <a:miter/>
            </a:ln>
          </p:spPr>
        </p:cxnSp>
        <p:sp>
          <p:nvSpPr>
            <p:cNvPr id="84" name="Google Shape;232;p30"/>
            <p:cNvSpPr/>
            <p:nvPr/>
          </p:nvSpPr>
          <p:spPr>
            <a:xfrm flipH="1" rot="2178600">
              <a:off x="8276040" y="900000"/>
              <a:ext cx="1014120" cy="167760"/>
            </a:xfrm>
            <a:prstGeom prst="parallelogram">
              <a:avLst>
                <a:gd name="adj" fmla="val 72003"/>
              </a:avLst>
            </a:prstGeom>
            <a:solidFill>
              <a:schemeClr val="accent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grpSp>
      <p:sp>
        <p:nvSpPr>
          <p:cNvPr id="85" name="Google Shape;233;p30"/>
          <p:cNvSpPr/>
          <p:nvPr/>
        </p:nvSpPr>
        <p:spPr>
          <a:xfrm flipH="1">
            <a:off x="5007600" y="0"/>
            <a:ext cx="1083960" cy="477360"/>
          </a:xfrm>
          <a:prstGeom prst="parallelogram">
            <a:avLst>
              <a:gd name="adj" fmla="val 135617"/>
            </a:avLst>
          </a:prstGeom>
          <a:solidFill>
            <a:schemeClr val="accent6"/>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86" name="PlaceHolder 1"/>
          <p:cNvSpPr>
            <a:spLocks noGrp="1"/>
          </p:cNvSpPr>
          <p:nvPr>
            <p:ph type="ftr" idx="18"/>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87" name="PlaceHolder 2"/>
          <p:cNvSpPr>
            <a:spLocks noGrp="1"/>
          </p:cNvSpPr>
          <p:nvPr>
            <p:ph type="sldNum" idx="19"/>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606D02BF-5008-43A6-8296-40D013C7A6FA}"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8" name="Google Shape;237;p31"/>
          <p:cNvSpPr/>
          <p:nvPr/>
        </p:nvSpPr>
        <p:spPr>
          <a:xfrm>
            <a:off x="8304120" y="176760"/>
            <a:ext cx="609120" cy="46404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fr" sz="2600" spc="-1" strike="noStrike">
                <a:solidFill>
                  <a:schemeClr val="accent1"/>
                </a:solidFill>
                <a:latin typeface="Arial Black"/>
                <a:ea typeface="Arial Black"/>
              </a:rPr>
              <a:t>FR</a:t>
            </a:r>
            <a:endParaRPr b="0" lang="fr-FR" sz="2600" spc="-1" strike="noStrike">
              <a:solidFill>
                <a:srgbClr val="000000"/>
              </a:solidFill>
              <a:latin typeface="Arial"/>
            </a:endParaRPr>
          </a:p>
        </p:txBody>
      </p:sp>
      <p:grpSp>
        <p:nvGrpSpPr>
          <p:cNvPr id="89" name="Google Shape;238;p31"/>
          <p:cNvGrpSpPr/>
          <p:nvPr/>
        </p:nvGrpSpPr>
        <p:grpSpPr>
          <a:xfrm>
            <a:off x="5669280" y="0"/>
            <a:ext cx="3572280" cy="2653920"/>
            <a:chOff x="5669280" y="0"/>
            <a:chExt cx="3572280" cy="2653920"/>
          </a:xfrm>
        </p:grpSpPr>
        <p:sp>
          <p:nvSpPr>
            <p:cNvPr id="90" name="Google Shape;239;p31"/>
            <p:cNvSpPr/>
            <p:nvPr/>
          </p:nvSpPr>
          <p:spPr>
            <a:xfrm flipH="1">
              <a:off x="5668920" y="0"/>
              <a:ext cx="3477960" cy="2653920"/>
            </a:xfrm>
            <a:prstGeom prst="diagStripe">
              <a:avLst>
                <a:gd name="adj" fmla="val 51202"/>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dk1"/>
                </a:solidFill>
                <a:latin typeface="Calibri"/>
                <a:ea typeface="Calibri"/>
              </a:endParaRPr>
            </a:p>
          </p:txBody>
        </p:sp>
        <p:cxnSp>
          <p:nvCxnSpPr>
            <p:cNvPr id="91" name="Google Shape;240;p31"/>
            <p:cNvCxnSpPr/>
            <p:nvPr/>
          </p:nvCxnSpPr>
          <p:spPr>
            <a:xfrm flipH="1" flipV="1">
              <a:off x="7144560" y="0"/>
              <a:ext cx="932760" cy="724680"/>
            </a:xfrm>
            <a:prstGeom prst="straightConnector1">
              <a:avLst/>
            </a:prstGeom>
            <a:ln w="9525">
              <a:solidFill>
                <a:srgbClr val="bfbfbf"/>
              </a:solidFill>
              <a:miter/>
            </a:ln>
          </p:spPr>
        </p:cxnSp>
        <p:sp>
          <p:nvSpPr>
            <p:cNvPr id="92" name="Google Shape;241;p31"/>
            <p:cNvSpPr/>
            <p:nvPr/>
          </p:nvSpPr>
          <p:spPr>
            <a:xfrm flipH="1" rot="2178600">
              <a:off x="8276040" y="900000"/>
              <a:ext cx="1014120" cy="167760"/>
            </a:xfrm>
            <a:prstGeom prst="parallelogram">
              <a:avLst>
                <a:gd name="adj" fmla="val 72003"/>
              </a:avLst>
            </a:prstGeom>
            <a:solidFill>
              <a:schemeClr val="accent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grpSp>
      <p:sp>
        <p:nvSpPr>
          <p:cNvPr id="93" name="Google Shape;242;p31"/>
          <p:cNvSpPr/>
          <p:nvPr/>
        </p:nvSpPr>
        <p:spPr>
          <a:xfrm flipH="1">
            <a:off x="5007600" y="0"/>
            <a:ext cx="1083960" cy="477360"/>
          </a:xfrm>
          <a:prstGeom prst="parallelogram">
            <a:avLst>
              <a:gd name="adj" fmla="val 135617"/>
            </a:avLst>
          </a:prstGeom>
          <a:solidFill>
            <a:schemeClr val="accent6"/>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94" name="PlaceHolder 1"/>
          <p:cNvSpPr>
            <a:spLocks noGrp="1"/>
          </p:cNvSpPr>
          <p:nvPr>
            <p:ph type="ftr" idx="20"/>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95" name="PlaceHolder 2"/>
          <p:cNvSpPr>
            <a:spLocks noGrp="1"/>
          </p:cNvSpPr>
          <p:nvPr>
            <p:ph type="sldNum" idx="21"/>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32A54C68-C40A-4D6B-9592-827EFFBE09AC}"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6" name="Google Shape;64;p15"/>
          <p:cNvSpPr/>
          <p:nvPr/>
        </p:nvSpPr>
        <p:spPr>
          <a:xfrm rot="10800000">
            <a:off x="1381680" y="0"/>
            <a:ext cx="7762320" cy="4227480"/>
          </a:xfrm>
          <a:prstGeom prst="rtTriangle">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97" name="Google Shape;65;p15"/>
          <p:cNvSpPr/>
          <p:nvPr/>
        </p:nvSpPr>
        <p:spPr>
          <a:xfrm flipH="1">
            <a:off x="2231280" y="0"/>
            <a:ext cx="3089160" cy="979200"/>
          </a:xfrm>
          <a:prstGeom prst="parallelogram">
            <a:avLst>
              <a:gd name="adj" fmla="val 186380"/>
            </a:avLst>
          </a:prstGeom>
          <a:solidFill>
            <a:srgbClr val="e26064"/>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cxnSp>
        <p:nvCxnSpPr>
          <p:cNvPr id="98" name="Google Shape;66;p15"/>
          <p:cNvCxnSpPr/>
          <p:nvPr/>
        </p:nvCxnSpPr>
        <p:spPr>
          <a:xfrm flipV="1">
            <a:off x="4781520" y="3785040"/>
            <a:ext cx="1145160" cy="1354320"/>
          </a:xfrm>
          <a:prstGeom prst="straightConnector1">
            <a:avLst/>
          </a:prstGeom>
          <a:ln w="9525">
            <a:solidFill>
              <a:srgbClr val="ee9571"/>
            </a:solidFill>
            <a:miter/>
          </a:ln>
        </p:spPr>
      </p:cxnSp>
      <p:sp>
        <p:nvSpPr>
          <p:cNvPr id="99" name="PlaceHolder 1"/>
          <p:cNvSpPr>
            <a:spLocks noGrp="1"/>
          </p:cNvSpPr>
          <p:nvPr>
            <p:ph type="ftr" idx="22"/>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00" name="PlaceHolder 2"/>
          <p:cNvSpPr>
            <a:spLocks noGrp="1"/>
          </p:cNvSpPr>
          <p:nvPr>
            <p:ph type="sldNum" idx="23"/>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B08918BE-36B1-4526-9726-F24386E8FD91}"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101" name="PlaceHolder 3"/>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102" name="PlaceHolder 4"/>
          <p:cNvSpPr>
            <a:spLocks noGrp="1"/>
          </p:cNvSpPr>
          <p:nvPr>
            <p:ph type="body"/>
          </p:nvPr>
        </p:nvSpPr>
        <p:spPr>
          <a:xfrm>
            <a:off x="457200" y="1203480"/>
            <a:ext cx="8229240" cy="2982960"/>
          </a:xfrm>
          <a:prstGeom prst="rect">
            <a:avLst/>
          </a:prstGeom>
          <a:noFill/>
          <a:ln w="0">
            <a:noFill/>
          </a:ln>
        </p:spPr>
        <p:txBody>
          <a:bodyPr lIns="0" rIns="0" tIns="0" bIns="0" anchor="t">
            <a:normAutofit fontScale="96865" lnSpcReduction="10000"/>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103" name="Google Shape;73;p16"/>
          <p:cNvCxnSpPr/>
          <p:nvPr/>
        </p:nvCxnSpPr>
        <p:spPr>
          <a:xfrm flipH="1" flipV="1">
            <a:off x="-6840" y="2725200"/>
            <a:ext cx="1436040" cy="1181520"/>
          </a:xfrm>
          <a:prstGeom prst="straightConnector1">
            <a:avLst/>
          </a:prstGeom>
          <a:ln w="9525">
            <a:solidFill>
              <a:srgbClr val="ee9571"/>
            </a:solidFill>
            <a:miter/>
          </a:ln>
        </p:spPr>
      </p:cxnSp>
      <p:grpSp>
        <p:nvGrpSpPr>
          <p:cNvPr id="104" name="Google Shape;74;p16"/>
          <p:cNvGrpSpPr/>
          <p:nvPr/>
        </p:nvGrpSpPr>
        <p:grpSpPr>
          <a:xfrm>
            <a:off x="5669280" y="0"/>
            <a:ext cx="3572280" cy="2653920"/>
            <a:chOff x="5669280" y="0"/>
            <a:chExt cx="3572280" cy="2653920"/>
          </a:xfrm>
        </p:grpSpPr>
        <p:sp>
          <p:nvSpPr>
            <p:cNvPr id="105" name="Google Shape;75;p16"/>
            <p:cNvSpPr/>
            <p:nvPr/>
          </p:nvSpPr>
          <p:spPr>
            <a:xfrm flipH="1">
              <a:off x="5668920" y="0"/>
              <a:ext cx="3477960" cy="2653920"/>
            </a:xfrm>
            <a:prstGeom prst="diagStripe">
              <a:avLst>
                <a:gd name="adj" fmla="val 51202"/>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dk1"/>
                </a:solidFill>
                <a:latin typeface="Calibri"/>
                <a:ea typeface="Calibri"/>
              </a:endParaRPr>
            </a:p>
          </p:txBody>
        </p:sp>
        <p:cxnSp>
          <p:nvCxnSpPr>
            <p:cNvPr id="106" name="Google Shape;76;p16"/>
            <p:cNvCxnSpPr/>
            <p:nvPr/>
          </p:nvCxnSpPr>
          <p:spPr>
            <a:xfrm flipH="1" flipV="1">
              <a:off x="7144560" y="0"/>
              <a:ext cx="932760" cy="724680"/>
            </a:xfrm>
            <a:prstGeom prst="straightConnector1">
              <a:avLst/>
            </a:prstGeom>
            <a:ln w="9525">
              <a:solidFill>
                <a:srgbClr val="bfbfbf"/>
              </a:solidFill>
              <a:miter/>
            </a:ln>
          </p:spPr>
        </p:cxnSp>
        <p:sp>
          <p:nvSpPr>
            <p:cNvPr id="107" name="Google Shape;77;p16"/>
            <p:cNvSpPr/>
            <p:nvPr/>
          </p:nvSpPr>
          <p:spPr>
            <a:xfrm flipH="1" rot="2178600">
              <a:off x="8276040" y="900000"/>
              <a:ext cx="1014120" cy="167760"/>
            </a:xfrm>
            <a:prstGeom prst="parallelogram">
              <a:avLst>
                <a:gd name="adj" fmla="val 72003"/>
              </a:avLst>
            </a:prstGeom>
            <a:solidFill>
              <a:srgbClr val="ee957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grpSp>
      <p:sp>
        <p:nvSpPr>
          <p:cNvPr id="108" name="Google Shape;83;p16"/>
          <p:cNvSpPr/>
          <p:nvPr/>
        </p:nvSpPr>
        <p:spPr>
          <a:xfrm flipH="1">
            <a:off x="5007600" y="0"/>
            <a:ext cx="1083960" cy="477360"/>
          </a:xfrm>
          <a:prstGeom prst="parallelogram">
            <a:avLst>
              <a:gd name="adj" fmla="val 135617"/>
            </a:avLst>
          </a:prstGeom>
          <a:solidFill>
            <a:srgbClr val="e26064"/>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109" name="PlaceHolder 1"/>
          <p:cNvSpPr>
            <a:spLocks noGrp="1"/>
          </p:cNvSpPr>
          <p:nvPr>
            <p:ph type="ftr" idx="24"/>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10" name="PlaceHolder 2"/>
          <p:cNvSpPr>
            <a:spLocks noGrp="1"/>
          </p:cNvSpPr>
          <p:nvPr>
            <p:ph type="sldNum" idx="25"/>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A22A0C45-C54A-49F0-8D48-58BE484B0F04}"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111" name="PlaceHolder 3"/>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112" name="PlaceHolder 4"/>
          <p:cNvSpPr>
            <a:spLocks noGrp="1"/>
          </p:cNvSpPr>
          <p:nvPr>
            <p:ph type="body"/>
          </p:nvPr>
        </p:nvSpPr>
        <p:spPr>
          <a:xfrm>
            <a:off x="457200" y="1203480"/>
            <a:ext cx="8229240" cy="2982960"/>
          </a:xfrm>
          <a:prstGeom prst="rect">
            <a:avLst/>
          </a:prstGeom>
          <a:noFill/>
          <a:ln w="0">
            <a:noFill/>
          </a:ln>
        </p:spPr>
        <p:txBody>
          <a:bodyPr lIns="0" rIns="0" tIns="0" bIns="0" anchor="t">
            <a:normAutofit fontScale="96865" lnSpcReduction="10000"/>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3" name="Google Shape;88;p17"/>
          <p:cNvSpPr/>
          <p:nvPr/>
        </p:nvSpPr>
        <p:spPr>
          <a:xfrm flipH="1" rot="10800000">
            <a:off x="-360" y="1800"/>
            <a:ext cx="7967160" cy="4051440"/>
          </a:xfrm>
          <a:prstGeom prst="rtTriangle">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114" name="Google Shape;89;p17"/>
          <p:cNvSpPr/>
          <p:nvPr/>
        </p:nvSpPr>
        <p:spPr>
          <a:xfrm rot="19959000">
            <a:off x="-477360" y="2690640"/>
            <a:ext cx="2893320" cy="1308240"/>
          </a:xfrm>
          <a:prstGeom prst="parallelogram">
            <a:avLst>
              <a:gd name="adj" fmla="val 53218"/>
            </a:avLst>
          </a:prstGeom>
          <a:solidFill>
            <a:srgbClr val="ee957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cxnSp>
        <p:nvCxnSpPr>
          <p:cNvPr id="115" name="Google Shape;90;p17"/>
          <p:cNvCxnSpPr/>
          <p:nvPr/>
        </p:nvCxnSpPr>
        <p:spPr>
          <a:xfrm flipV="1">
            <a:off x="0" y="757440"/>
            <a:ext cx="1340640" cy="682200"/>
          </a:xfrm>
          <a:prstGeom prst="straightConnector1">
            <a:avLst/>
          </a:prstGeom>
          <a:ln w="9525">
            <a:solidFill>
              <a:srgbClr val="a5a5a5"/>
            </a:solidFill>
            <a:miter/>
          </a:ln>
        </p:spPr>
      </p:cxnSp>
      <p:cxnSp>
        <p:nvCxnSpPr>
          <p:cNvPr id="116" name="Google Shape;93;p17"/>
          <p:cNvCxnSpPr/>
          <p:nvPr/>
        </p:nvCxnSpPr>
        <p:spPr>
          <a:xfrm flipV="1">
            <a:off x="6752880" y="2943000"/>
            <a:ext cx="2392920" cy="1268640"/>
          </a:xfrm>
          <a:prstGeom prst="straightConnector1">
            <a:avLst/>
          </a:prstGeom>
          <a:ln w="9525">
            <a:solidFill>
              <a:srgbClr val="eab200"/>
            </a:solidFill>
            <a:miter/>
          </a:ln>
        </p:spPr>
      </p:cxnSp>
      <p:sp>
        <p:nvSpPr>
          <p:cNvPr id="117" name="Google Shape;94;p17"/>
          <p:cNvSpPr/>
          <p:nvPr/>
        </p:nvSpPr>
        <p:spPr>
          <a:xfrm>
            <a:off x="5815440" y="0"/>
            <a:ext cx="1692000" cy="555480"/>
          </a:xfrm>
          <a:prstGeom prst="parallelogram">
            <a:avLst>
              <a:gd name="adj" fmla="val 195850"/>
            </a:avLst>
          </a:prstGeom>
          <a:solidFill>
            <a:srgbClr val="e26064"/>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cxnSp>
        <p:nvCxnSpPr>
          <p:cNvPr id="118" name="Google Shape;95;p17"/>
          <p:cNvCxnSpPr/>
          <p:nvPr/>
        </p:nvCxnSpPr>
        <p:spPr>
          <a:xfrm flipV="1">
            <a:off x="0" y="306360"/>
            <a:ext cx="4948200" cy="2554200"/>
          </a:xfrm>
          <a:prstGeom prst="straightConnector1">
            <a:avLst/>
          </a:prstGeom>
          <a:ln w="9525">
            <a:solidFill>
              <a:srgbClr val="a5a5a5"/>
            </a:solidFill>
            <a:miter/>
          </a:ln>
        </p:spPr>
      </p:cxnSp>
      <p:cxnSp>
        <p:nvCxnSpPr>
          <p:cNvPr id="119" name="Google Shape;97;p17"/>
          <p:cNvCxnSpPr/>
          <p:nvPr/>
        </p:nvCxnSpPr>
        <p:spPr>
          <a:xfrm flipV="1">
            <a:off x="-13320" y="3949920"/>
            <a:ext cx="1441440" cy="752760"/>
          </a:xfrm>
          <a:prstGeom prst="straightConnector1">
            <a:avLst/>
          </a:prstGeom>
          <a:ln w="9525">
            <a:solidFill>
              <a:srgbClr val="00194c"/>
            </a:solidFill>
            <a:miter/>
          </a:ln>
        </p:spPr>
      </p:cxnSp>
      <p:sp>
        <p:nvSpPr>
          <p:cNvPr id="120" name="Google Shape;98;p17"/>
          <p:cNvSpPr/>
          <p:nvPr/>
        </p:nvSpPr>
        <p:spPr>
          <a:xfrm rot="19959000">
            <a:off x="-103320" y="2554920"/>
            <a:ext cx="1077120" cy="175680"/>
          </a:xfrm>
          <a:prstGeom prst="parallelogram">
            <a:avLst>
              <a:gd name="adj" fmla="val 53218"/>
            </a:avLst>
          </a:prstGeom>
          <a:solidFill>
            <a:srgbClr val="a5a5a5"/>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1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12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6865" lnSpcReduction="10000"/>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23" name="Google Shape;100;p18"/>
          <p:cNvGrpSpPr/>
          <p:nvPr/>
        </p:nvGrpSpPr>
        <p:grpSpPr>
          <a:xfrm>
            <a:off x="5669280" y="0"/>
            <a:ext cx="3572280" cy="2653920"/>
            <a:chOff x="5669280" y="0"/>
            <a:chExt cx="3572280" cy="2653920"/>
          </a:xfrm>
        </p:grpSpPr>
        <p:sp>
          <p:nvSpPr>
            <p:cNvPr id="124" name="Google Shape;101;p18"/>
            <p:cNvSpPr/>
            <p:nvPr/>
          </p:nvSpPr>
          <p:spPr>
            <a:xfrm flipH="1">
              <a:off x="5668920" y="0"/>
              <a:ext cx="3477960" cy="2653920"/>
            </a:xfrm>
            <a:prstGeom prst="diagStripe">
              <a:avLst>
                <a:gd name="adj" fmla="val 51202"/>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dk1"/>
                </a:solidFill>
                <a:latin typeface="Calibri"/>
                <a:ea typeface="Calibri"/>
              </a:endParaRPr>
            </a:p>
          </p:txBody>
        </p:sp>
        <p:cxnSp>
          <p:nvCxnSpPr>
            <p:cNvPr id="125" name="Google Shape;102;p18"/>
            <p:cNvCxnSpPr/>
            <p:nvPr/>
          </p:nvCxnSpPr>
          <p:spPr>
            <a:xfrm flipH="1" flipV="1">
              <a:off x="7144560" y="0"/>
              <a:ext cx="932760" cy="724680"/>
            </a:xfrm>
            <a:prstGeom prst="straightConnector1">
              <a:avLst/>
            </a:prstGeom>
            <a:ln w="9525">
              <a:solidFill>
                <a:srgbClr val="bfbfbf"/>
              </a:solidFill>
              <a:miter/>
            </a:ln>
          </p:spPr>
        </p:cxnSp>
        <p:sp>
          <p:nvSpPr>
            <p:cNvPr id="126" name="Google Shape;103;p18"/>
            <p:cNvSpPr/>
            <p:nvPr/>
          </p:nvSpPr>
          <p:spPr>
            <a:xfrm flipH="1" rot="2178600">
              <a:off x="8276040" y="900000"/>
              <a:ext cx="1014120" cy="167760"/>
            </a:xfrm>
            <a:prstGeom prst="parallelogram">
              <a:avLst>
                <a:gd name="adj" fmla="val 72003"/>
              </a:avLst>
            </a:prstGeom>
            <a:solidFill>
              <a:srgbClr val="ee957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grpSp>
      <p:sp>
        <p:nvSpPr>
          <p:cNvPr id="127" name="Google Shape;104;p18"/>
          <p:cNvSpPr/>
          <p:nvPr/>
        </p:nvSpPr>
        <p:spPr>
          <a:xfrm flipH="1">
            <a:off x="5007600" y="0"/>
            <a:ext cx="1083960" cy="477360"/>
          </a:xfrm>
          <a:prstGeom prst="parallelogram">
            <a:avLst>
              <a:gd name="adj" fmla="val 135617"/>
            </a:avLst>
          </a:prstGeom>
          <a:solidFill>
            <a:srgbClr val="e26064"/>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128" name="PlaceHolder 1"/>
          <p:cNvSpPr>
            <a:spLocks noGrp="1"/>
          </p:cNvSpPr>
          <p:nvPr>
            <p:ph type="ftr" idx="26"/>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29" name="PlaceHolder 2"/>
          <p:cNvSpPr>
            <a:spLocks noGrp="1"/>
          </p:cNvSpPr>
          <p:nvPr>
            <p:ph type="sldNum" idx="27"/>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82CB1F8A-8787-4296-A77F-AFD00AFD5DF5}"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130" name="PlaceHolder 3"/>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131" name="PlaceHolder 4"/>
          <p:cNvSpPr>
            <a:spLocks noGrp="1"/>
          </p:cNvSpPr>
          <p:nvPr>
            <p:ph type="body"/>
          </p:nvPr>
        </p:nvSpPr>
        <p:spPr>
          <a:xfrm>
            <a:off x="457200" y="1203480"/>
            <a:ext cx="8229240" cy="2982960"/>
          </a:xfrm>
          <a:prstGeom prst="rect">
            <a:avLst/>
          </a:prstGeom>
          <a:noFill/>
          <a:ln w="0">
            <a:noFill/>
          </a:ln>
        </p:spPr>
        <p:txBody>
          <a:bodyPr lIns="0" rIns="0" tIns="0" bIns="0" anchor="t">
            <a:normAutofit fontScale="96865" lnSpcReduction="10000"/>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2" name="Google Shape;112;p19"/>
          <p:cNvSpPr/>
          <p:nvPr/>
        </p:nvSpPr>
        <p:spPr>
          <a:xfrm rot="10800000">
            <a:off x="1381680" y="0"/>
            <a:ext cx="7762320" cy="4227480"/>
          </a:xfrm>
          <a:prstGeom prst="rtTriangle">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133" name="Google Shape;115;p19"/>
          <p:cNvSpPr/>
          <p:nvPr/>
        </p:nvSpPr>
        <p:spPr>
          <a:xfrm flipH="1">
            <a:off x="2231280" y="0"/>
            <a:ext cx="3089160" cy="979200"/>
          </a:xfrm>
          <a:prstGeom prst="parallelogram">
            <a:avLst>
              <a:gd name="adj" fmla="val 186380"/>
            </a:avLst>
          </a:prstGeom>
          <a:solidFill>
            <a:srgbClr val="e26064"/>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cxnSp>
        <p:nvCxnSpPr>
          <p:cNvPr id="134" name="Google Shape;116;p19"/>
          <p:cNvCxnSpPr/>
          <p:nvPr/>
        </p:nvCxnSpPr>
        <p:spPr>
          <a:xfrm flipV="1">
            <a:off x="7764120" y="888840"/>
            <a:ext cx="1381680" cy="1227240"/>
          </a:xfrm>
          <a:prstGeom prst="straightConnector1">
            <a:avLst/>
          </a:prstGeom>
          <a:ln w="9525">
            <a:solidFill>
              <a:srgbClr val="eab200"/>
            </a:solidFill>
            <a:miter/>
          </a:ln>
        </p:spPr>
      </p:cxnSp>
      <p:sp>
        <p:nvSpPr>
          <p:cNvPr id="135" name="Google Shape;118;p19"/>
          <p:cNvSpPr/>
          <p:nvPr/>
        </p:nvSpPr>
        <p:spPr>
          <a:xfrm>
            <a:off x="8305200" y="178200"/>
            <a:ext cx="609120" cy="46404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fr" sz="2600" spc="-1" strike="noStrike">
                <a:solidFill>
                  <a:schemeClr val="accent1"/>
                </a:solidFill>
                <a:latin typeface="Arial Black"/>
                <a:ea typeface="Arial Black"/>
              </a:rPr>
              <a:t>FR</a:t>
            </a:r>
            <a:endParaRPr b="0" lang="fr-FR" sz="2600" spc="-1" strike="noStrike">
              <a:solidFill>
                <a:srgbClr val="000000"/>
              </a:solidFill>
              <a:latin typeface="Arial"/>
            </a:endParaRPr>
          </a:p>
        </p:txBody>
      </p:sp>
      <p:sp>
        <p:nvSpPr>
          <p:cNvPr id="136" name="PlaceHolder 1"/>
          <p:cNvSpPr>
            <a:spLocks noGrp="1"/>
          </p:cNvSpPr>
          <p:nvPr>
            <p:ph type="ftr" idx="28"/>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37" name="PlaceHolder 2"/>
          <p:cNvSpPr>
            <a:spLocks noGrp="1"/>
          </p:cNvSpPr>
          <p:nvPr>
            <p:ph type="sldNum" idx="29"/>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3EF1EA7A-E23F-49F2-835E-4E6505D506DE}"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38" name="Google Shape;124;p20"/>
          <p:cNvGrpSpPr/>
          <p:nvPr/>
        </p:nvGrpSpPr>
        <p:grpSpPr>
          <a:xfrm>
            <a:off x="5669280" y="0"/>
            <a:ext cx="3572280" cy="2653920"/>
            <a:chOff x="5669280" y="0"/>
            <a:chExt cx="3572280" cy="2653920"/>
          </a:xfrm>
        </p:grpSpPr>
        <p:sp>
          <p:nvSpPr>
            <p:cNvPr id="139" name="Google Shape;125;p20"/>
            <p:cNvSpPr/>
            <p:nvPr/>
          </p:nvSpPr>
          <p:spPr>
            <a:xfrm flipH="1">
              <a:off x="5668920" y="0"/>
              <a:ext cx="3477960" cy="2653920"/>
            </a:xfrm>
            <a:prstGeom prst="diagStripe">
              <a:avLst>
                <a:gd name="adj" fmla="val 51202"/>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dk1"/>
                </a:solidFill>
                <a:latin typeface="Calibri"/>
                <a:ea typeface="Calibri"/>
              </a:endParaRPr>
            </a:p>
          </p:txBody>
        </p:sp>
        <p:cxnSp>
          <p:nvCxnSpPr>
            <p:cNvPr id="140" name="Google Shape;126;p20"/>
            <p:cNvCxnSpPr/>
            <p:nvPr/>
          </p:nvCxnSpPr>
          <p:spPr>
            <a:xfrm flipH="1" flipV="1">
              <a:off x="7144560" y="0"/>
              <a:ext cx="932760" cy="724680"/>
            </a:xfrm>
            <a:prstGeom prst="straightConnector1">
              <a:avLst/>
            </a:prstGeom>
            <a:ln w="9525">
              <a:solidFill>
                <a:srgbClr val="bfbfbf"/>
              </a:solidFill>
              <a:miter/>
            </a:ln>
          </p:spPr>
        </p:cxnSp>
        <p:sp>
          <p:nvSpPr>
            <p:cNvPr id="141" name="Google Shape;127;p20"/>
            <p:cNvSpPr/>
            <p:nvPr/>
          </p:nvSpPr>
          <p:spPr>
            <a:xfrm flipH="1" rot="2178600">
              <a:off x="8276040" y="900000"/>
              <a:ext cx="1014120" cy="167760"/>
            </a:xfrm>
            <a:prstGeom prst="parallelogram">
              <a:avLst>
                <a:gd name="adj" fmla="val 72003"/>
              </a:avLst>
            </a:prstGeom>
            <a:solidFill>
              <a:schemeClr val="accent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grpSp>
      <p:sp>
        <p:nvSpPr>
          <p:cNvPr id="142" name="Google Shape;128;p20"/>
          <p:cNvSpPr/>
          <p:nvPr/>
        </p:nvSpPr>
        <p:spPr>
          <a:xfrm flipH="1">
            <a:off x="5007600" y="0"/>
            <a:ext cx="1083960" cy="477360"/>
          </a:xfrm>
          <a:prstGeom prst="parallelogram">
            <a:avLst>
              <a:gd name="adj" fmla="val 135617"/>
            </a:avLst>
          </a:prstGeom>
          <a:solidFill>
            <a:schemeClr val="accent6"/>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143" name="PlaceHolder 1"/>
          <p:cNvSpPr>
            <a:spLocks noGrp="1"/>
          </p:cNvSpPr>
          <p:nvPr>
            <p:ph type="ftr" idx="30"/>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44" name="PlaceHolder 2"/>
          <p:cNvSpPr>
            <a:spLocks noGrp="1"/>
          </p:cNvSpPr>
          <p:nvPr>
            <p:ph type="sldNum" idx="31"/>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CE167416-5500-40A3-8A02-117593A4A775}"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5" name="Google Shape;134;p21"/>
          <p:cNvSpPr/>
          <p:nvPr/>
        </p:nvSpPr>
        <p:spPr>
          <a:xfrm flipH="1" rot="10800000">
            <a:off x="-360" y="1800"/>
            <a:ext cx="8808840" cy="4722480"/>
          </a:xfrm>
          <a:prstGeom prst="rtTriangle">
            <a:avLst/>
          </a:prstGeom>
          <a:solidFill>
            <a:schemeClr val="accent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cxnSp>
        <p:nvCxnSpPr>
          <p:cNvPr id="146" name="Google Shape;136;p21"/>
          <p:cNvCxnSpPr/>
          <p:nvPr/>
        </p:nvCxnSpPr>
        <p:spPr>
          <a:xfrm flipV="1">
            <a:off x="0" y="4008600"/>
            <a:ext cx="1773360" cy="932400"/>
          </a:xfrm>
          <a:prstGeom prst="straightConnector1">
            <a:avLst/>
          </a:prstGeom>
          <a:ln w="9525">
            <a:solidFill>
              <a:srgbClr val="7f7f7f"/>
            </a:solidFill>
            <a:miter/>
          </a:ln>
        </p:spPr>
      </p:cxn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7" name="Google Shape;143;p22"/>
          <p:cNvSpPr/>
          <p:nvPr/>
        </p:nvSpPr>
        <p:spPr>
          <a:xfrm>
            <a:off x="4844160" y="2629080"/>
            <a:ext cx="192240" cy="192240"/>
          </a:xfrm>
          <a:custGeom>
            <a:avLst/>
            <a:gdLst>
              <a:gd name="textAreaLeft" fmla="*/ 0 w 192240"/>
              <a:gd name="textAreaRight" fmla="*/ 194040 w 192240"/>
              <a:gd name="textAreaTop" fmla="*/ 0 h 192240"/>
              <a:gd name="textAreaBottom" fmla="*/ 194040 h 192240"/>
            </a:gdLst>
            <a:ahLst/>
            <a:rect l="textAreaLeft" t="textAreaTop" r="textAreaRight" b="textAreaBottom"/>
            <a:pathLst>
              <a:path w="21600" h="2160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solidFill>
            <a:schemeClr val="accent2"/>
          </a:solidFill>
          <a:ln w="0">
            <a:noFill/>
          </a:ln>
        </p:spPr>
        <p:style>
          <a:lnRef idx="0"/>
          <a:fillRef idx="0"/>
          <a:effectRef idx="0"/>
          <a:fontRef idx="minor"/>
        </p:style>
        <p:txBody>
          <a:bodyPr lIns="28440" rIns="28440" tIns="28440" bIns="28440" anchor="ctr">
            <a:noAutofit/>
          </a:bodyPr>
          <a:p>
            <a:pPr algn="ctr">
              <a:lnSpc>
                <a:spcPct val="100000"/>
              </a:lnSpc>
              <a:tabLst>
                <a:tab algn="l" pos="0"/>
              </a:tabLst>
            </a:pPr>
            <a:endParaRPr b="0" lang="fr-FR" sz="1400" spc="-1" strike="noStrike">
              <a:solidFill>
                <a:schemeClr val="dk1"/>
              </a:solidFill>
              <a:latin typeface="Calibri"/>
              <a:ea typeface="Calibri"/>
            </a:endParaRPr>
          </a:p>
        </p:txBody>
      </p:sp>
      <p:sp>
        <p:nvSpPr>
          <p:cNvPr id="148" name="Google Shape;144;p22"/>
          <p:cNvSpPr/>
          <p:nvPr/>
        </p:nvSpPr>
        <p:spPr>
          <a:xfrm>
            <a:off x="4880880" y="2923560"/>
            <a:ext cx="119160" cy="220320"/>
          </a:xfrm>
          <a:custGeom>
            <a:avLst/>
            <a:gdLst>
              <a:gd name="textAreaLeft" fmla="*/ 0 w 119160"/>
              <a:gd name="textAreaRight" fmla="*/ 120960 w 119160"/>
              <a:gd name="textAreaTop" fmla="*/ 0 h 220320"/>
              <a:gd name="textAreaBottom" fmla="*/ 222120 h 220320"/>
            </a:gdLst>
            <a:ahLst/>
            <a:rect l="textAreaLeft" t="textAreaTop" r="textAreaRight" b="textAreaBottom"/>
            <a:pathLst>
              <a:path w="21600" h="21600">
                <a:moveTo>
                  <a:pt x="11700" y="1473"/>
                </a:moveTo>
                <a:lnTo>
                  <a:pt x="9900" y="1473"/>
                </a:lnTo>
                <a:cubicBezTo>
                  <a:pt x="9403" y="1473"/>
                  <a:pt x="9000" y="1692"/>
                  <a:pt x="9000" y="1964"/>
                </a:cubicBezTo>
                <a:cubicBezTo>
                  <a:pt x="9000" y="2235"/>
                  <a:pt x="9403" y="2455"/>
                  <a:pt x="9900" y="2455"/>
                </a:cubicBezTo>
                <a:lnTo>
                  <a:pt x="11700" y="2455"/>
                </a:lnTo>
                <a:cubicBezTo>
                  <a:pt x="12197" y="2455"/>
                  <a:pt x="12600" y="2235"/>
                  <a:pt x="12600" y="1964"/>
                </a:cubicBezTo>
                <a:cubicBezTo>
                  <a:pt x="12600" y="1692"/>
                  <a:pt x="12197" y="1473"/>
                  <a:pt x="11700" y="1473"/>
                </a:cubicBezTo>
                <a:moveTo>
                  <a:pt x="19800" y="2945"/>
                </a:moveTo>
                <a:lnTo>
                  <a:pt x="1800" y="2945"/>
                </a:lnTo>
                <a:lnTo>
                  <a:pt x="1800" y="1964"/>
                </a:lnTo>
                <a:cubicBezTo>
                  <a:pt x="1800" y="1422"/>
                  <a:pt x="2605" y="982"/>
                  <a:pt x="3600" y="982"/>
                </a:cubicBezTo>
                <a:lnTo>
                  <a:pt x="18000" y="982"/>
                </a:lnTo>
                <a:cubicBezTo>
                  <a:pt x="18993" y="982"/>
                  <a:pt x="19800" y="1422"/>
                  <a:pt x="19800" y="1964"/>
                </a:cubicBezTo>
                <a:cubicBezTo>
                  <a:pt x="19800" y="1964"/>
                  <a:pt x="19800" y="2945"/>
                  <a:pt x="19800" y="2945"/>
                </a:cubicBezTo>
                <a:close/>
                <a:moveTo>
                  <a:pt x="19800" y="17673"/>
                </a:moveTo>
                <a:lnTo>
                  <a:pt x="1800" y="17673"/>
                </a:lnTo>
                <a:lnTo>
                  <a:pt x="1800" y="3927"/>
                </a:lnTo>
                <a:lnTo>
                  <a:pt x="19800" y="3927"/>
                </a:lnTo>
                <a:cubicBezTo>
                  <a:pt x="19800" y="3927"/>
                  <a:pt x="19800" y="17673"/>
                  <a:pt x="19800" y="17673"/>
                </a:cubicBezTo>
                <a:close/>
                <a:moveTo>
                  <a:pt x="19800" y="19636"/>
                </a:moveTo>
                <a:cubicBezTo>
                  <a:pt x="19800" y="20179"/>
                  <a:pt x="18993" y="20618"/>
                  <a:pt x="18000" y="20618"/>
                </a:cubicBezTo>
                <a:lnTo>
                  <a:pt x="3600" y="20618"/>
                </a:lnTo>
                <a:cubicBezTo>
                  <a:pt x="2605" y="20618"/>
                  <a:pt x="1800" y="20179"/>
                  <a:pt x="1800" y="19636"/>
                </a:cubicBezTo>
                <a:lnTo>
                  <a:pt x="1800" y="18655"/>
                </a:lnTo>
                <a:lnTo>
                  <a:pt x="19800" y="18655"/>
                </a:lnTo>
                <a:cubicBezTo>
                  <a:pt x="19800" y="18655"/>
                  <a:pt x="19800" y="19636"/>
                  <a:pt x="19800" y="19636"/>
                </a:cubicBezTo>
                <a:close/>
                <a:moveTo>
                  <a:pt x="18000" y="0"/>
                </a:moveTo>
                <a:lnTo>
                  <a:pt x="3600" y="0"/>
                </a:lnTo>
                <a:cubicBezTo>
                  <a:pt x="1612" y="0"/>
                  <a:pt x="0" y="879"/>
                  <a:pt x="0" y="1964"/>
                </a:cubicBezTo>
                <a:lnTo>
                  <a:pt x="0" y="19636"/>
                </a:lnTo>
                <a:cubicBezTo>
                  <a:pt x="0" y="20721"/>
                  <a:pt x="1612" y="21600"/>
                  <a:pt x="3600" y="21600"/>
                </a:cubicBezTo>
                <a:lnTo>
                  <a:pt x="18000" y="21600"/>
                </a:lnTo>
                <a:cubicBezTo>
                  <a:pt x="19988" y="21600"/>
                  <a:pt x="21600" y="20721"/>
                  <a:pt x="21600" y="19636"/>
                </a:cubicBezTo>
                <a:lnTo>
                  <a:pt x="21600" y="1964"/>
                </a:lnTo>
                <a:cubicBezTo>
                  <a:pt x="21600" y="879"/>
                  <a:pt x="19988" y="0"/>
                  <a:pt x="18000" y="0"/>
                </a:cubicBezTo>
                <a:moveTo>
                  <a:pt x="10800" y="20127"/>
                </a:moveTo>
                <a:cubicBezTo>
                  <a:pt x="11297" y="20127"/>
                  <a:pt x="11700" y="19908"/>
                  <a:pt x="11700" y="19636"/>
                </a:cubicBezTo>
                <a:cubicBezTo>
                  <a:pt x="11700" y="19366"/>
                  <a:pt x="11297" y="19145"/>
                  <a:pt x="10800" y="19145"/>
                </a:cubicBezTo>
                <a:cubicBezTo>
                  <a:pt x="10303" y="19145"/>
                  <a:pt x="9900" y="19366"/>
                  <a:pt x="9900" y="19636"/>
                </a:cubicBezTo>
                <a:cubicBezTo>
                  <a:pt x="9900" y="19908"/>
                  <a:pt x="10303" y="20127"/>
                  <a:pt x="10800" y="20127"/>
                </a:cubicBezTo>
              </a:path>
            </a:pathLst>
          </a:custGeom>
          <a:solidFill>
            <a:schemeClr val="accent2"/>
          </a:solidFill>
          <a:ln w="0">
            <a:noFill/>
          </a:ln>
        </p:spPr>
        <p:style>
          <a:lnRef idx="0"/>
          <a:fillRef idx="0"/>
          <a:effectRef idx="0"/>
          <a:fontRef idx="minor"/>
        </p:style>
        <p:txBody>
          <a:bodyPr lIns="28440" rIns="28440" tIns="28440" bIns="28440" anchor="ctr">
            <a:noAutofit/>
          </a:bodyPr>
          <a:p>
            <a:pPr algn="ctr">
              <a:lnSpc>
                <a:spcPct val="100000"/>
              </a:lnSpc>
              <a:tabLst>
                <a:tab algn="l" pos="0"/>
              </a:tabLst>
            </a:pPr>
            <a:endParaRPr b="0" lang="fr-FR" sz="1400" spc="-1" strike="noStrike">
              <a:solidFill>
                <a:schemeClr val="dk1"/>
              </a:solidFill>
              <a:latin typeface="Calibri"/>
              <a:ea typeface="Calibri"/>
            </a:endParaRPr>
          </a:p>
        </p:txBody>
      </p:sp>
      <p:sp>
        <p:nvSpPr>
          <p:cNvPr id="149" name="Google Shape;145;p22"/>
          <p:cNvSpPr/>
          <p:nvPr/>
        </p:nvSpPr>
        <p:spPr>
          <a:xfrm>
            <a:off x="4844160" y="3246120"/>
            <a:ext cx="192240" cy="139320"/>
          </a:xfrm>
          <a:custGeom>
            <a:avLst/>
            <a:gdLst>
              <a:gd name="textAreaLeft" fmla="*/ 0 w 192240"/>
              <a:gd name="textAreaRight" fmla="*/ 194040 w 192240"/>
              <a:gd name="textAreaTop" fmla="*/ 0 h 139320"/>
              <a:gd name="textAreaBottom" fmla="*/ 141120 h 139320"/>
            </a:gdLst>
            <a:ahLst/>
            <a:rect l="textAreaLeft" t="textAreaTop" r="textAreaRight" b="textAreaBottom"/>
            <a:pathLst>
              <a:path w="21600" h="2160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accent2"/>
          </a:solidFill>
          <a:ln w="0">
            <a:noFill/>
          </a:ln>
        </p:spPr>
        <p:style>
          <a:lnRef idx="0"/>
          <a:fillRef idx="0"/>
          <a:effectRef idx="0"/>
          <a:fontRef idx="minor"/>
        </p:style>
        <p:txBody>
          <a:bodyPr lIns="28440" rIns="28440" tIns="28440" bIns="28440" anchor="ctr">
            <a:noAutofit/>
          </a:bodyPr>
          <a:p>
            <a:pPr algn="ctr">
              <a:lnSpc>
                <a:spcPct val="100000"/>
              </a:lnSpc>
              <a:tabLst>
                <a:tab algn="l" pos="0"/>
              </a:tabLst>
            </a:pPr>
            <a:endParaRPr b="0" lang="fr-FR" sz="1400" spc="-1" strike="noStrike">
              <a:solidFill>
                <a:schemeClr val="dk1"/>
              </a:solidFill>
              <a:latin typeface="Calibri"/>
              <a:ea typeface="Calibri"/>
            </a:endParaRPr>
          </a:p>
        </p:txBody>
      </p:sp>
      <p:sp>
        <p:nvSpPr>
          <p:cNvPr id="150" name="Google Shape;146;p22"/>
          <p:cNvSpPr/>
          <p:nvPr/>
        </p:nvSpPr>
        <p:spPr>
          <a:xfrm>
            <a:off x="4853880" y="3487680"/>
            <a:ext cx="173160" cy="173160"/>
          </a:xfrm>
          <a:custGeom>
            <a:avLst/>
            <a:gdLst>
              <a:gd name="textAreaLeft" fmla="*/ 0 w 173160"/>
              <a:gd name="textAreaRight" fmla="*/ 174960 w 173160"/>
              <a:gd name="textAreaTop" fmla="*/ 0 h 173160"/>
              <a:gd name="textAreaBottom" fmla="*/ 174960 h 173160"/>
            </a:gdLst>
            <a:ahLst/>
            <a:rect l="textAreaLeft" t="textAreaTop" r="textAreaRight" b="textAreaBottom"/>
            <a:pathLst>
              <a:path w="21600" h="21600">
                <a:moveTo>
                  <a:pt x="17850" y="17620"/>
                </a:moveTo>
                <a:cubicBezTo>
                  <a:pt x="17270" y="17122"/>
                  <a:pt x="16604" y="16682"/>
                  <a:pt x="15855" y="16324"/>
                </a:cubicBezTo>
                <a:cubicBezTo>
                  <a:pt x="15868" y="16284"/>
                  <a:pt x="15882" y="16244"/>
                  <a:pt x="15896" y="16203"/>
                </a:cubicBezTo>
                <a:cubicBezTo>
                  <a:pt x="16131" y="15456"/>
                  <a:pt x="16320" y="14656"/>
                  <a:pt x="16454" y="13811"/>
                </a:cubicBezTo>
                <a:cubicBezTo>
                  <a:pt x="16471" y="13704"/>
                  <a:pt x="16484" y="13596"/>
                  <a:pt x="16499" y="13488"/>
                </a:cubicBezTo>
                <a:cubicBezTo>
                  <a:pt x="16544" y="13166"/>
                  <a:pt x="16581" y="12839"/>
                  <a:pt x="16610" y="12507"/>
                </a:cubicBezTo>
                <a:cubicBezTo>
                  <a:pt x="16621" y="12383"/>
                  <a:pt x="16632" y="12260"/>
                  <a:pt x="16641" y="12135"/>
                </a:cubicBezTo>
                <a:cubicBezTo>
                  <a:pt x="16660" y="11858"/>
                  <a:pt x="16664" y="11574"/>
                  <a:pt x="16673" y="11291"/>
                </a:cubicBezTo>
                <a:lnTo>
                  <a:pt x="20598" y="11291"/>
                </a:lnTo>
                <a:cubicBezTo>
                  <a:pt x="20476" y="13747"/>
                  <a:pt x="19450" y="15962"/>
                  <a:pt x="17850" y="17620"/>
                </a:cubicBezTo>
                <a:moveTo>
                  <a:pt x="13714" y="20178"/>
                </a:moveTo>
                <a:cubicBezTo>
                  <a:pt x="13925" y="19957"/>
                  <a:pt x="14127" y="19710"/>
                  <a:pt x="14321" y="19444"/>
                </a:cubicBezTo>
                <a:cubicBezTo>
                  <a:pt x="14339" y="19419"/>
                  <a:pt x="14357" y="19394"/>
                  <a:pt x="14375" y="19369"/>
                </a:cubicBezTo>
                <a:cubicBezTo>
                  <a:pt x="14764" y="18822"/>
                  <a:pt x="15116" y="18192"/>
                  <a:pt x="15420" y="17488"/>
                </a:cubicBezTo>
                <a:cubicBezTo>
                  <a:pt x="15436" y="17450"/>
                  <a:pt x="15451" y="17410"/>
                  <a:pt x="15467" y="17372"/>
                </a:cubicBezTo>
                <a:cubicBezTo>
                  <a:pt x="15485" y="17329"/>
                  <a:pt x="15499" y="17282"/>
                  <a:pt x="15517" y="17239"/>
                </a:cubicBezTo>
                <a:cubicBezTo>
                  <a:pt x="16123" y="17535"/>
                  <a:pt x="16665" y="17890"/>
                  <a:pt x="17142" y="18285"/>
                </a:cubicBezTo>
                <a:cubicBezTo>
                  <a:pt x="16149" y="19129"/>
                  <a:pt x="14989" y="19782"/>
                  <a:pt x="13714" y="20178"/>
                </a:cubicBezTo>
                <a:moveTo>
                  <a:pt x="11291" y="20569"/>
                </a:moveTo>
                <a:lnTo>
                  <a:pt x="11291" y="16221"/>
                </a:lnTo>
                <a:cubicBezTo>
                  <a:pt x="12498" y="16271"/>
                  <a:pt x="13638" y="16493"/>
                  <a:pt x="14652" y="16869"/>
                </a:cubicBezTo>
                <a:cubicBezTo>
                  <a:pt x="13850" y="18909"/>
                  <a:pt x="12654" y="20298"/>
                  <a:pt x="11291" y="20569"/>
                </a:cubicBezTo>
                <a:moveTo>
                  <a:pt x="11291" y="11291"/>
                </a:moveTo>
                <a:lnTo>
                  <a:pt x="15697" y="11291"/>
                </a:lnTo>
                <a:cubicBezTo>
                  <a:pt x="15655" y="12995"/>
                  <a:pt x="15392" y="14581"/>
                  <a:pt x="14971" y="15948"/>
                </a:cubicBezTo>
                <a:cubicBezTo>
                  <a:pt x="13855" y="15534"/>
                  <a:pt x="12608" y="15291"/>
                  <a:pt x="11291" y="15240"/>
                </a:cubicBezTo>
                <a:cubicBezTo>
                  <a:pt x="11291" y="15240"/>
                  <a:pt x="11291" y="11291"/>
                  <a:pt x="11291" y="11291"/>
                </a:cubicBezTo>
                <a:close/>
                <a:moveTo>
                  <a:pt x="11291" y="6360"/>
                </a:moveTo>
                <a:cubicBezTo>
                  <a:pt x="12608" y="6309"/>
                  <a:pt x="13855" y="6066"/>
                  <a:pt x="14971" y="5652"/>
                </a:cubicBezTo>
                <a:cubicBezTo>
                  <a:pt x="15392" y="7019"/>
                  <a:pt x="15655" y="8605"/>
                  <a:pt x="15697" y="10309"/>
                </a:cubicBezTo>
                <a:lnTo>
                  <a:pt x="11291" y="10309"/>
                </a:lnTo>
                <a:cubicBezTo>
                  <a:pt x="11291" y="10309"/>
                  <a:pt x="11291" y="6360"/>
                  <a:pt x="11291" y="6360"/>
                </a:cubicBezTo>
                <a:close/>
                <a:moveTo>
                  <a:pt x="11291" y="1031"/>
                </a:moveTo>
                <a:cubicBezTo>
                  <a:pt x="12654" y="1302"/>
                  <a:pt x="13850" y="2691"/>
                  <a:pt x="14652" y="4731"/>
                </a:cubicBezTo>
                <a:cubicBezTo>
                  <a:pt x="13638" y="5107"/>
                  <a:pt x="12498" y="5329"/>
                  <a:pt x="11291" y="5379"/>
                </a:cubicBezTo>
                <a:cubicBezTo>
                  <a:pt x="11291" y="5379"/>
                  <a:pt x="11291" y="1031"/>
                  <a:pt x="11291" y="1031"/>
                </a:cubicBezTo>
                <a:close/>
                <a:moveTo>
                  <a:pt x="17142" y="3315"/>
                </a:moveTo>
                <a:cubicBezTo>
                  <a:pt x="16665" y="3711"/>
                  <a:pt x="16123" y="4065"/>
                  <a:pt x="15517" y="4361"/>
                </a:cubicBezTo>
                <a:cubicBezTo>
                  <a:pt x="15499" y="4318"/>
                  <a:pt x="15485" y="4271"/>
                  <a:pt x="15467" y="4229"/>
                </a:cubicBezTo>
                <a:cubicBezTo>
                  <a:pt x="15451" y="4190"/>
                  <a:pt x="15436" y="4151"/>
                  <a:pt x="15420" y="4112"/>
                </a:cubicBezTo>
                <a:cubicBezTo>
                  <a:pt x="15116" y="3408"/>
                  <a:pt x="14764" y="2778"/>
                  <a:pt x="14375" y="2231"/>
                </a:cubicBezTo>
                <a:cubicBezTo>
                  <a:pt x="14357" y="2206"/>
                  <a:pt x="14339" y="2181"/>
                  <a:pt x="14321" y="2156"/>
                </a:cubicBezTo>
                <a:cubicBezTo>
                  <a:pt x="14127" y="1890"/>
                  <a:pt x="13925" y="1643"/>
                  <a:pt x="13714" y="1422"/>
                </a:cubicBezTo>
                <a:cubicBezTo>
                  <a:pt x="14989" y="1818"/>
                  <a:pt x="16149" y="2471"/>
                  <a:pt x="17142" y="3315"/>
                </a:cubicBezTo>
                <a:moveTo>
                  <a:pt x="20598" y="10309"/>
                </a:moveTo>
                <a:lnTo>
                  <a:pt x="16673" y="10309"/>
                </a:lnTo>
                <a:cubicBezTo>
                  <a:pt x="16664" y="10027"/>
                  <a:pt x="16660" y="9742"/>
                  <a:pt x="16641" y="9465"/>
                </a:cubicBezTo>
                <a:cubicBezTo>
                  <a:pt x="16632" y="9340"/>
                  <a:pt x="16621" y="9217"/>
                  <a:pt x="16610" y="9093"/>
                </a:cubicBezTo>
                <a:cubicBezTo>
                  <a:pt x="16581" y="8761"/>
                  <a:pt x="16544" y="8434"/>
                  <a:pt x="16499" y="8112"/>
                </a:cubicBezTo>
                <a:cubicBezTo>
                  <a:pt x="16484" y="8005"/>
                  <a:pt x="16471" y="7896"/>
                  <a:pt x="16454" y="7789"/>
                </a:cubicBezTo>
                <a:cubicBezTo>
                  <a:pt x="16320" y="6944"/>
                  <a:pt x="16131" y="6144"/>
                  <a:pt x="15896" y="5397"/>
                </a:cubicBezTo>
                <a:cubicBezTo>
                  <a:pt x="15882" y="5357"/>
                  <a:pt x="15868" y="5317"/>
                  <a:pt x="15855" y="5276"/>
                </a:cubicBezTo>
                <a:cubicBezTo>
                  <a:pt x="16604" y="4918"/>
                  <a:pt x="17270" y="4478"/>
                  <a:pt x="17850" y="3981"/>
                </a:cubicBezTo>
                <a:cubicBezTo>
                  <a:pt x="19450" y="5638"/>
                  <a:pt x="20476" y="7853"/>
                  <a:pt x="20598" y="10309"/>
                </a:cubicBezTo>
                <a:moveTo>
                  <a:pt x="10309" y="5379"/>
                </a:moveTo>
                <a:cubicBezTo>
                  <a:pt x="9101" y="5329"/>
                  <a:pt x="7961" y="5107"/>
                  <a:pt x="6947" y="4731"/>
                </a:cubicBezTo>
                <a:cubicBezTo>
                  <a:pt x="7749" y="2691"/>
                  <a:pt x="8945" y="1302"/>
                  <a:pt x="10309" y="1031"/>
                </a:cubicBezTo>
                <a:cubicBezTo>
                  <a:pt x="10309" y="1031"/>
                  <a:pt x="10309" y="5379"/>
                  <a:pt x="10309" y="5379"/>
                </a:cubicBezTo>
                <a:close/>
                <a:moveTo>
                  <a:pt x="10309" y="10309"/>
                </a:moveTo>
                <a:lnTo>
                  <a:pt x="5903" y="10309"/>
                </a:lnTo>
                <a:cubicBezTo>
                  <a:pt x="5945" y="8605"/>
                  <a:pt x="6207" y="7019"/>
                  <a:pt x="6629" y="5652"/>
                </a:cubicBezTo>
                <a:cubicBezTo>
                  <a:pt x="7745" y="6066"/>
                  <a:pt x="8991" y="6309"/>
                  <a:pt x="10309" y="6360"/>
                </a:cubicBezTo>
                <a:cubicBezTo>
                  <a:pt x="10309" y="6360"/>
                  <a:pt x="10309" y="10309"/>
                  <a:pt x="10309" y="10309"/>
                </a:cubicBezTo>
                <a:close/>
                <a:moveTo>
                  <a:pt x="10309" y="15240"/>
                </a:moveTo>
                <a:cubicBezTo>
                  <a:pt x="8991" y="15291"/>
                  <a:pt x="7745" y="15534"/>
                  <a:pt x="6629" y="15948"/>
                </a:cubicBezTo>
                <a:cubicBezTo>
                  <a:pt x="6207" y="14581"/>
                  <a:pt x="5945" y="12995"/>
                  <a:pt x="5903" y="11291"/>
                </a:cubicBezTo>
                <a:lnTo>
                  <a:pt x="10309" y="11291"/>
                </a:lnTo>
                <a:cubicBezTo>
                  <a:pt x="10309" y="11291"/>
                  <a:pt x="10309" y="15240"/>
                  <a:pt x="10309" y="15240"/>
                </a:cubicBezTo>
                <a:close/>
                <a:moveTo>
                  <a:pt x="10309" y="20569"/>
                </a:moveTo>
                <a:cubicBezTo>
                  <a:pt x="8945" y="20298"/>
                  <a:pt x="7749" y="18909"/>
                  <a:pt x="6947" y="16869"/>
                </a:cubicBezTo>
                <a:cubicBezTo>
                  <a:pt x="7961" y="16493"/>
                  <a:pt x="9101" y="16271"/>
                  <a:pt x="10309" y="16221"/>
                </a:cubicBezTo>
                <a:cubicBezTo>
                  <a:pt x="10309" y="16221"/>
                  <a:pt x="10309" y="20569"/>
                  <a:pt x="10309" y="20569"/>
                </a:cubicBezTo>
                <a:close/>
                <a:moveTo>
                  <a:pt x="4458" y="18285"/>
                </a:moveTo>
                <a:cubicBezTo>
                  <a:pt x="4934" y="17890"/>
                  <a:pt x="5476" y="17535"/>
                  <a:pt x="6083" y="17239"/>
                </a:cubicBezTo>
                <a:cubicBezTo>
                  <a:pt x="6100" y="17282"/>
                  <a:pt x="6115" y="17329"/>
                  <a:pt x="6132" y="17372"/>
                </a:cubicBezTo>
                <a:cubicBezTo>
                  <a:pt x="6149" y="17410"/>
                  <a:pt x="6163" y="17450"/>
                  <a:pt x="6180" y="17488"/>
                </a:cubicBezTo>
                <a:cubicBezTo>
                  <a:pt x="6484" y="18192"/>
                  <a:pt x="6835" y="18822"/>
                  <a:pt x="7224" y="19369"/>
                </a:cubicBezTo>
                <a:cubicBezTo>
                  <a:pt x="7242" y="19394"/>
                  <a:pt x="7261" y="19419"/>
                  <a:pt x="7279" y="19444"/>
                </a:cubicBezTo>
                <a:cubicBezTo>
                  <a:pt x="7472" y="19710"/>
                  <a:pt x="7674" y="19957"/>
                  <a:pt x="7886" y="20178"/>
                </a:cubicBezTo>
                <a:cubicBezTo>
                  <a:pt x="6610" y="19782"/>
                  <a:pt x="5451" y="19129"/>
                  <a:pt x="4458" y="18285"/>
                </a:cubicBezTo>
                <a:moveTo>
                  <a:pt x="1002" y="11291"/>
                </a:moveTo>
                <a:lnTo>
                  <a:pt x="4927" y="11291"/>
                </a:lnTo>
                <a:cubicBezTo>
                  <a:pt x="4935" y="11574"/>
                  <a:pt x="4940" y="11858"/>
                  <a:pt x="4958" y="12135"/>
                </a:cubicBezTo>
                <a:cubicBezTo>
                  <a:pt x="4967" y="12260"/>
                  <a:pt x="4979" y="12383"/>
                  <a:pt x="4989" y="12507"/>
                </a:cubicBezTo>
                <a:cubicBezTo>
                  <a:pt x="5018" y="12839"/>
                  <a:pt x="5055" y="13166"/>
                  <a:pt x="5100" y="13488"/>
                </a:cubicBezTo>
                <a:cubicBezTo>
                  <a:pt x="5116" y="13596"/>
                  <a:pt x="5129" y="13704"/>
                  <a:pt x="5146" y="13811"/>
                </a:cubicBezTo>
                <a:cubicBezTo>
                  <a:pt x="5280" y="14656"/>
                  <a:pt x="5468" y="15456"/>
                  <a:pt x="5704" y="16203"/>
                </a:cubicBezTo>
                <a:cubicBezTo>
                  <a:pt x="5718" y="16244"/>
                  <a:pt x="5731" y="16284"/>
                  <a:pt x="5744" y="16324"/>
                </a:cubicBezTo>
                <a:cubicBezTo>
                  <a:pt x="4996" y="16682"/>
                  <a:pt x="4330" y="17122"/>
                  <a:pt x="3749" y="17620"/>
                </a:cubicBezTo>
                <a:cubicBezTo>
                  <a:pt x="2150" y="15962"/>
                  <a:pt x="1123" y="13747"/>
                  <a:pt x="1002" y="11291"/>
                </a:cubicBezTo>
                <a:moveTo>
                  <a:pt x="3749" y="3981"/>
                </a:moveTo>
                <a:cubicBezTo>
                  <a:pt x="4330" y="4478"/>
                  <a:pt x="4996" y="4918"/>
                  <a:pt x="5744" y="5276"/>
                </a:cubicBezTo>
                <a:cubicBezTo>
                  <a:pt x="5731" y="5317"/>
                  <a:pt x="5718" y="5357"/>
                  <a:pt x="5704" y="5397"/>
                </a:cubicBezTo>
                <a:cubicBezTo>
                  <a:pt x="5469" y="6144"/>
                  <a:pt x="5280" y="6944"/>
                  <a:pt x="5146" y="7789"/>
                </a:cubicBezTo>
                <a:cubicBezTo>
                  <a:pt x="5129" y="7896"/>
                  <a:pt x="5116" y="8005"/>
                  <a:pt x="5100" y="8112"/>
                </a:cubicBezTo>
                <a:cubicBezTo>
                  <a:pt x="5055" y="8434"/>
                  <a:pt x="5018" y="8761"/>
                  <a:pt x="4989" y="9093"/>
                </a:cubicBezTo>
                <a:cubicBezTo>
                  <a:pt x="4979" y="9217"/>
                  <a:pt x="4967" y="9340"/>
                  <a:pt x="4958" y="9465"/>
                </a:cubicBezTo>
                <a:cubicBezTo>
                  <a:pt x="4940" y="9742"/>
                  <a:pt x="4935" y="10027"/>
                  <a:pt x="4927" y="10309"/>
                </a:cubicBezTo>
                <a:lnTo>
                  <a:pt x="1002" y="10309"/>
                </a:lnTo>
                <a:cubicBezTo>
                  <a:pt x="1123" y="7853"/>
                  <a:pt x="2150" y="5638"/>
                  <a:pt x="3749" y="3981"/>
                </a:cubicBezTo>
                <a:moveTo>
                  <a:pt x="7886" y="1422"/>
                </a:moveTo>
                <a:cubicBezTo>
                  <a:pt x="7674" y="1643"/>
                  <a:pt x="7472" y="1890"/>
                  <a:pt x="7279" y="2156"/>
                </a:cubicBezTo>
                <a:cubicBezTo>
                  <a:pt x="7261" y="2181"/>
                  <a:pt x="7242" y="2206"/>
                  <a:pt x="7224" y="2231"/>
                </a:cubicBezTo>
                <a:cubicBezTo>
                  <a:pt x="6835" y="2778"/>
                  <a:pt x="6484" y="3408"/>
                  <a:pt x="6180" y="4112"/>
                </a:cubicBezTo>
                <a:cubicBezTo>
                  <a:pt x="6163" y="4151"/>
                  <a:pt x="6149" y="4190"/>
                  <a:pt x="6132" y="4229"/>
                </a:cubicBezTo>
                <a:cubicBezTo>
                  <a:pt x="6115" y="4271"/>
                  <a:pt x="6100" y="4318"/>
                  <a:pt x="6083" y="4361"/>
                </a:cubicBezTo>
                <a:cubicBezTo>
                  <a:pt x="5476" y="4065"/>
                  <a:pt x="4934" y="3711"/>
                  <a:pt x="4458" y="3315"/>
                </a:cubicBezTo>
                <a:cubicBezTo>
                  <a:pt x="5451" y="2471"/>
                  <a:pt x="6610" y="1818"/>
                  <a:pt x="7886" y="1422"/>
                </a:cubicBezTo>
                <a:moveTo>
                  <a:pt x="10800" y="0"/>
                </a:moveTo>
                <a:cubicBezTo>
                  <a:pt x="4835" y="0"/>
                  <a:pt x="0" y="4835"/>
                  <a:pt x="0" y="10800"/>
                </a:cubicBezTo>
                <a:cubicBezTo>
                  <a:pt x="0" y="16765"/>
                  <a:pt x="4835" y="21600"/>
                  <a:pt x="10800" y="21600"/>
                </a:cubicBezTo>
                <a:cubicBezTo>
                  <a:pt x="16764" y="21600"/>
                  <a:pt x="21600" y="16765"/>
                  <a:pt x="21600" y="10800"/>
                </a:cubicBezTo>
                <a:cubicBezTo>
                  <a:pt x="21600" y="4835"/>
                  <a:pt x="16764" y="0"/>
                  <a:pt x="10800" y="0"/>
                </a:cubicBezTo>
              </a:path>
            </a:pathLst>
          </a:custGeom>
          <a:solidFill>
            <a:schemeClr val="accent2"/>
          </a:solidFill>
          <a:ln w="0">
            <a:noFill/>
          </a:ln>
        </p:spPr>
        <p:style>
          <a:lnRef idx="0"/>
          <a:fillRef idx="0"/>
          <a:effectRef idx="0"/>
          <a:fontRef idx="minor"/>
        </p:style>
        <p:txBody>
          <a:bodyPr lIns="28440" rIns="28440" tIns="28440" bIns="28440" anchor="ctr">
            <a:noAutofit/>
          </a:bodyPr>
          <a:p>
            <a:pPr algn="ctr">
              <a:lnSpc>
                <a:spcPct val="100000"/>
              </a:lnSpc>
              <a:tabLst>
                <a:tab algn="l" pos="0"/>
              </a:tabLst>
            </a:pPr>
            <a:endParaRPr b="0" lang="fr-FR" sz="1400" spc="-1" strike="noStrike">
              <a:solidFill>
                <a:schemeClr val="dk1"/>
              </a:solidFill>
              <a:latin typeface="Calibri"/>
              <a:ea typeface="Calibri"/>
            </a:endParaRPr>
          </a:p>
        </p:txBody>
      </p:sp>
      <p:sp>
        <p:nvSpPr>
          <p:cNvPr id="151" name="Google Shape;147;p22"/>
          <p:cNvSpPr/>
          <p:nvPr/>
        </p:nvSpPr>
        <p:spPr>
          <a:xfrm flipH="1" rot="10800000">
            <a:off x="-360" y="1800"/>
            <a:ext cx="7967160" cy="4051440"/>
          </a:xfrm>
          <a:prstGeom prst="rtTriangle">
            <a:avLst/>
          </a:prstGeom>
          <a:solidFill>
            <a:schemeClr val="dk2"/>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cxnSp>
        <p:nvCxnSpPr>
          <p:cNvPr id="152" name="Google Shape;148;p22"/>
          <p:cNvCxnSpPr/>
          <p:nvPr/>
        </p:nvCxnSpPr>
        <p:spPr>
          <a:xfrm flipV="1">
            <a:off x="0" y="0"/>
            <a:ext cx="4524480" cy="2255040"/>
          </a:xfrm>
          <a:prstGeom prst="straightConnector1">
            <a:avLst/>
          </a:prstGeom>
          <a:ln w="9525">
            <a:solidFill>
              <a:srgbClr val="a5a5a5"/>
            </a:solidFill>
            <a:miter/>
          </a:ln>
        </p:spPr>
      </p:cxnSp>
      <p:cxnSp>
        <p:nvCxnSpPr>
          <p:cNvPr id="153" name="Google Shape;149;p22"/>
          <p:cNvCxnSpPr/>
          <p:nvPr/>
        </p:nvCxnSpPr>
        <p:spPr>
          <a:xfrm flipV="1">
            <a:off x="6752880" y="2943000"/>
            <a:ext cx="2392920" cy="1268640"/>
          </a:xfrm>
          <a:prstGeom prst="straightConnector1">
            <a:avLst/>
          </a:prstGeom>
          <a:ln w="9525">
            <a:solidFill>
              <a:srgbClr val="eab200"/>
            </a:solidFill>
            <a:miter/>
          </a:ln>
        </p:spPr>
      </p:cxnSp>
      <p:cxnSp>
        <p:nvCxnSpPr>
          <p:cNvPr id="154" name="Google Shape;150;p22"/>
          <p:cNvCxnSpPr/>
          <p:nvPr/>
        </p:nvCxnSpPr>
        <p:spPr>
          <a:xfrm flipV="1">
            <a:off x="-13320" y="3524760"/>
            <a:ext cx="1441440" cy="752760"/>
          </a:xfrm>
          <a:prstGeom prst="straightConnector1">
            <a:avLst/>
          </a:prstGeom>
          <a:ln w="9525">
            <a:solidFill>
              <a:srgbClr val="00194c"/>
            </a:solidFill>
            <a:miter/>
          </a:ln>
        </p:spPr>
      </p:cxnSp>
    </p:spTree>
  </p:cSld>
  <p:clrMap bg1="lt1" bg2="lt2" tx1="dk1" tx2="dk2" accent1="accent1" accent2="accent2" accent3="accent3" accent4="accent4" accent5="accent5" accent6="accent6" hlink="hlink" folHlink="folHlink"/>
  <p:sldLayoutIdLst>
    <p:sldLayoutId id="2147483707"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2.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jpeg"/><Relationship Id="rId3" Type="http://schemas.openxmlformats.org/officeDocument/2006/relationships/image" Target="../media/image7.jpeg"/><Relationship Id="rId4" Type="http://schemas.openxmlformats.org/officeDocument/2006/relationships/slideLayout" Target="../slideLayouts/slideLayout24.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24.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24.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4.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24.xml"/><Relationship Id="rId7"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3.png"/><Relationship Id="rId3" Type="http://schemas.openxmlformats.org/officeDocument/2006/relationships/slideLayout" Target="../slideLayouts/slideLayout25.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6.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6.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26.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6.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26.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26.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26.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26.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slideLayout" Target="../slideLayouts/slideLayout26.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26.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6.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26.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3.png"/><Relationship Id="rId3" Type="http://schemas.openxmlformats.org/officeDocument/2006/relationships/slideLayout" Target="../slideLayouts/slideLayout12.xml"/><Relationship Id="rId4" Type="http://schemas.openxmlformats.org/officeDocument/2006/relationships/notesSlide" Target="../notesSlides/notesSlide2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1" name="Google Shape;253;p33" descr=""/>
          <p:cNvPicPr/>
          <p:nvPr/>
        </p:nvPicPr>
        <p:blipFill>
          <a:blip r:embed="rId1"/>
          <a:srcRect l="20780" t="0" r="20780" b="0"/>
          <a:stretch/>
        </p:blipFill>
        <p:spPr>
          <a:xfrm>
            <a:off x="1262520" y="645840"/>
            <a:ext cx="3319560" cy="3850920"/>
          </a:xfrm>
          <a:prstGeom prst="rect">
            <a:avLst/>
          </a:prstGeom>
          <a:ln w="0">
            <a:noFill/>
          </a:ln>
        </p:spPr>
      </p:pic>
      <p:sp>
        <p:nvSpPr>
          <p:cNvPr id="162" name="Google Shape;254;p33"/>
          <p:cNvSpPr/>
          <p:nvPr/>
        </p:nvSpPr>
        <p:spPr>
          <a:xfrm rot="16200000">
            <a:off x="2009520" y="1793160"/>
            <a:ext cx="1807920" cy="1558440"/>
          </a:xfrm>
          <a:prstGeom prst="hexagon">
            <a:avLst>
              <a:gd name="adj" fmla="val 25000"/>
              <a:gd name="vf" fmla="val 115470"/>
            </a:avLst>
          </a:prstGeom>
          <a:solidFill>
            <a:schemeClr val="dk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163" name="PlaceHolder 1"/>
          <p:cNvSpPr>
            <a:spLocks noGrp="1"/>
          </p:cNvSpPr>
          <p:nvPr>
            <p:ph type="title"/>
          </p:nvPr>
        </p:nvSpPr>
        <p:spPr>
          <a:xfrm>
            <a:off x="4781880" y="1504440"/>
            <a:ext cx="3638520" cy="1210320"/>
          </a:xfrm>
          <a:prstGeom prst="rect">
            <a:avLst/>
          </a:prstGeom>
          <a:noFill/>
          <a:ln w="0">
            <a:noFill/>
          </a:ln>
        </p:spPr>
        <p:txBody>
          <a:bodyPr lIns="68400" rIns="68400" tIns="34200" bIns="0" anchor="b">
            <a:normAutofit fontScale="76111"/>
          </a:bodyPr>
          <a:p>
            <a:pPr indent="0">
              <a:lnSpc>
                <a:spcPct val="90000"/>
              </a:lnSpc>
              <a:buNone/>
              <a:tabLst>
                <a:tab algn="l" pos="0"/>
              </a:tabLst>
            </a:pPr>
            <a:r>
              <a:rPr b="1" lang="fr" sz="3200" spc="-1" strike="noStrike">
                <a:solidFill>
                  <a:schemeClr val="accent1"/>
                </a:solidFill>
                <a:latin typeface="Calibri"/>
                <a:ea typeface="Calibri"/>
              </a:rPr>
              <a:t>Création et utilisation de la base de données </a:t>
            </a:r>
            <a:br>
              <a:rPr sz="3200"/>
            </a:br>
            <a:r>
              <a:rPr b="1" lang="fr-FR" sz="4800" spc="-1" strike="noStrike">
                <a:solidFill>
                  <a:schemeClr val="accent1"/>
                </a:solidFill>
                <a:latin typeface="Calibri"/>
                <a:ea typeface="Calibri"/>
              </a:rPr>
              <a:t>DATAImmo</a:t>
            </a:r>
            <a:endParaRPr b="0" lang="fr-FR" sz="4800" spc="-1" strike="noStrike">
              <a:solidFill>
                <a:srgbClr val="000000"/>
              </a:solidFill>
              <a:latin typeface="Arial"/>
            </a:endParaRPr>
          </a:p>
        </p:txBody>
      </p:sp>
      <p:sp>
        <p:nvSpPr>
          <p:cNvPr id="164" name="PlaceHolder 2"/>
          <p:cNvSpPr>
            <a:spLocks noGrp="1"/>
          </p:cNvSpPr>
          <p:nvPr>
            <p:ph type="subTitle"/>
          </p:nvPr>
        </p:nvSpPr>
        <p:spPr>
          <a:xfrm>
            <a:off x="4781520" y="2730600"/>
            <a:ext cx="3638880" cy="941400"/>
          </a:xfrm>
          <a:prstGeom prst="rect">
            <a:avLst/>
          </a:prstGeom>
          <a:noFill/>
          <a:ln w="0">
            <a:noFill/>
          </a:ln>
        </p:spPr>
        <p:txBody>
          <a:bodyPr lIns="68400" rIns="68400" tIns="34200" bIns="34200" anchor="t">
            <a:noAutofit/>
          </a:bodyPr>
          <a:p>
            <a:pPr indent="0">
              <a:lnSpc>
                <a:spcPct val="90000"/>
              </a:lnSpc>
              <a:buNone/>
              <a:tabLst>
                <a:tab algn="l" pos="0"/>
              </a:tabLst>
            </a:pPr>
            <a:r>
              <a:rPr b="0" lang="fr" sz="1800" spc="-1" strike="noStrike">
                <a:solidFill>
                  <a:schemeClr val="accent6"/>
                </a:solidFill>
                <a:latin typeface="Calibri"/>
                <a:ea typeface="Calibri"/>
              </a:rPr>
              <a:t>Zied Belhocine</a:t>
            </a:r>
            <a:endParaRPr b="0" lang="fr-FR" sz="1800" spc="-1" strike="noStrike">
              <a:solidFill>
                <a:srgbClr val="000000"/>
              </a:solidFill>
              <a:latin typeface="Arial"/>
            </a:endParaRPr>
          </a:p>
        </p:txBody>
      </p:sp>
      <p:pic>
        <p:nvPicPr>
          <p:cNvPr id="165" name="Google Shape;257;p33" descr="https://lh5.googleusercontent.com/TcdnvzxQ7ulQo8GiFwfIKujloK6EfAJv7ikP-EvnfdTVQnROS3WXw6XSx9Cpd73e_l7GCUAnbxroB-qlzG2fvYdCyl-Y5QZ95MpiD-GfDN-4taJyHRqsr3vOZzc3ONTBu52b0HIdUOMeHvdHiA_5tD0"/>
          <p:cNvPicPr/>
          <p:nvPr/>
        </p:nvPicPr>
        <p:blipFill>
          <a:blip r:embed="rId2"/>
          <a:stretch/>
        </p:blipFill>
        <p:spPr>
          <a:xfrm>
            <a:off x="4840200" y="3713760"/>
            <a:ext cx="4302000" cy="1428120"/>
          </a:xfrm>
          <a:prstGeom prst="rect">
            <a:avLst/>
          </a:prstGeom>
          <a:ln w="0">
            <a:noFill/>
          </a:ln>
        </p:spPr>
      </p:pic>
      <p:pic>
        <p:nvPicPr>
          <p:cNvPr id="166" name="Google Shape;258;p33" descr="https://lh5.googleusercontent.com/TcdnvzxQ7ulQo8GiFwfIKujloK6EfAJv7ikP-EvnfdTVQnROS3WXw6XSx9Cpd73e_l7GCUAnbxroB-qlzG2fvYdCyl-Y5QZ95MpiD-GfDN-4taJyHRqsr3vOZzc3ONTBu52b0HIdUOMeHvdHiA_5tD0"/>
          <p:cNvPicPr/>
          <p:nvPr/>
        </p:nvPicPr>
        <p:blipFill>
          <a:blip r:embed="rId3"/>
          <a:srcRect l="11387" t="12668" r="63938" b="13980"/>
          <a:stretch/>
        </p:blipFill>
        <p:spPr>
          <a:xfrm>
            <a:off x="1979640" y="1607760"/>
            <a:ext cx="1800000" cy="177804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7" name="Image 1" descr=""/>
          <p:cNvPicPr/>
          <p:nvPr/>
        </p:nvPicPr>
        <p:blipFill>
          <a:blip r:embed="rId1"/>
          <a:srcRect l="0" t="0" r="45625" b="0"/>
          <a:stretch/>
        </p:blipFill>
        <p:spPr>
          <a:xfrm>
            <a:off x="4952880" y="0"/>
            <a:ext cx="4189320" cy="5141880"/>
          </a:xfrm>
          <a:prstGeom prst="rect">
            <a:avLst/>
          </a:prstGeom>
          <a:ln w="0">
            <a:noFill/>
          </a:ln>
        </p:spPr>
      </p:pic>
      <p:sp>
        <p:nvSpPr>
          <p:cNvPr id="168" name="PlaceHolder 1"/>
          <p:cNvSpPr>
            <a:spLocks noGrp="1"/>
          </p:cNvSpPr>
          <p:nvPr>
            <p:ph type="title"/>
          </p:nvPr>
        </p:nvSpPr>
        <p:spPr>
          <a:xfrm>
            <a:off x="398520" y="981360"/>
            <a:ext cx="5505120" cy="909720"/>
          </a:xfrm>
          <a:prstGeom prst="rect">
            <a:avLst/>
          </a:prstGeom>
          <a:noFill/>
          <a:ln w="0">
            <a:noFill/>
          </a:ln>
        </p:spPr>
        <p:txBody>
          <a:bodyPr lIns="68400" rIns="68400" tIns="34200" bIns="0" anchor="b">
            <a:normAutofit/>
          </a:bodyPr>
          <a:p>
            <a:pPr indent="0">
              <a:lnSpc>
                <a:spcPct val="90000"/>
              </a:lnSpc>
              <a:buNone/>
              <a:tabLst>
                <a:tab algn="l" pos="0"/>
              </a:tabLst>
            </a:pPr>
            <a:r>
              <a:rPr b="1" lang="fr-FR" sz="4800" spc="-1" strike="noStrike">
                <a:solidFill>
                  <a:schemeClr val="accent1"/>
                </a:solidFill>
                <a:latin typeface="Calibri"/>
                <a:ea typeface="Calibri"/>
              </a:rPr>
              <a:t>DATAImmo</a:t>
            </a:r>
            <a:endParaRPr b="0" lang="fr-FR" sz="4800" spc="-1" strike="noStrike">
              <a:solidFill>
                <a:srgbClr val="000000"/>
              </a:solidFill>
              <a:latin typeface="Arial"/>
            </a:endParaRPr>
          </a:p>
        </p:txBody>
      </p:sp>
      <p:sp>
        <p:nvSpPr>
          <p:cNvPr id="169" name="PlaceHolder 2"/>
          <p:cNvSpPr>
            <a:spLocks noGrp="1"/>
          </p:cNvSpPr>
          <p:nvPr>
            <p:ph/>
          </p:nvPr>
        </p:nvSpPr>
        <p:spPr>
          <a:xfrm>
            <a:off x="398520" y="1922760"/>
            <a:ext cx="4552560" cy="455040"/>
          </a:xfrm>
          <a:prstGeom prst="rect">
            <a:avLst/>
          </a:prstGeom>
          <a:noFill/>
          <a:ln w="0">
            <a:noFill/>
          </a:ln>
        </p:spPr>
        <p:txBody>
          <a:bodyPr lIns="68400" rIns="68400" tIns="34200" bIns="34200" anchor="t">
            <a:noAutofit/>
          </a:bodyPr>
          <a:p>
            <a:pPr indent="0">
              <a:lnSpc>
                <a:spcPct val="90000"/>
              </a:lnSpc>
              <a:buNone/>
              <a:tabLst>
                <a:tab algn="l" pos="0"/>
              </a:tabLst>
            </a:pPr>
            <a:r>
              <a:rPr b="1" lang="fr-FR" sz="1600" spc="-1" strike="noStrike">
                <a:solidFill>
                  <a:schemeClr val="accent1"/>
                </a:solidFill>
                <a:latin typeface="Calibri"/>
                <a:ea typeface="Calibri"/>
              </a:rPr>
              <a:t>Créer un modèle pour mieux prévoir le prix de ventes des biens immobiliers. </a:t>
            </a:r>
            <a:endParaRPr b="0" lang="fr-FR" sz="1600" spc="-1" strike="noStrike">
              <a:solidFill>
                <a:srgbClr val="000000"/>
              </a:solidFill>
              <a:latin typeface="Arial"/>
            </a:endParaRPr>
          </a:p>
        </p:txBody>
      </p:sp>
      <p:sp>
        <p:nvSpPr>
          <p:cNvPr id="170" name="PlaceHolder 3"/>
          <p:cNvSpPr>
            <a:spLocks noGrp="1"/>
          </p:cNvSpPr>
          <p:nvPr>
            <p:ph/>
          </p:nvPr>
        </p:nvSpPr>
        <p:spPr>
          <a:xfrm>
            <a:off x="398520" y="2397600"/>
            <a:ext cx="3705480" cy="2216880"/>
          </a:xfrm>
          <a:prstGeom prst="rect">
            <a:avLst/>
          </a:prstGeom>
          <a:noFill/>
          <a:ln w="0">
            <a:noFill/>
          </a:ln>
        </p:spPr>
        <p:txBody>
          <a:bodyPr lIns="68400" rIns="68400" tIns="34200" bIns="34200" anchor="t">
            <a:normAutofit fontScale="71666"/>
          </a:bodyPr>
          <a:p>
            <a:pPr marL="457200" indent="-343080">
              <a:lnSpc>
                <a:spcPct val="90000"/>
              </a:lnSpc>
              <a:spcBef>
                <a:spcPts val="799"/>
              </a:spcBef>
              <a:buClr>
                <a:srgbClr val="eab200"/>
              </a:buClr>
              <a:buFont typeface="Arial"/>
              <a:buChar char="•"/>
            </a:pPr>
            <a:r>
              <a:rPr b="0" lang="fr-FR" sz="1800" spc="-1" strike="noStrike">
                <a:solidFill>
                  <a:schemeClr val="dk1"/>
                </a:solidFill>
                <a:latin typeface="Calibri"/>
                <a:ea typeface="Calibri"/>
              </a:rPr>
              <a:t>Améliorer la base de données permettant de collecter les transactions immobilières et foncières en France en l’enrichissant  des données régionales et de population pour analyser le marché et aider les différentes agences régionales à mieux accompagner leurs clients.</a:t>
            </a:r>
            <a:endParaRPr b="0" lang="fr-FR" sz="1800" spc="-1" strike="noStrike">
              <a:solidFill>
                <a:srgbClr val="000000"/>
              </a:solidFill>
              <a:latin typeface="Arial"/>
            </a:endParaRPr>
          </a:p>
          <a:p>
            <a:pPr indent="0">
              <a:lnSpc>
                <a:spcPct val="90000"/>
              </a:lnSpc>
              <a:spcBef>
                <a:spcPts val="799"/>
              </a:spcBef>
              <a:buNone/>
              <a:tabLst>
                <a:tab algn="l" pos="0"/>
              </a:tabLst>
            </a:pPr>
            <a:endParaRPr b="0" lang="fr-FR" sz="1800" spc="-1" strike="noStrike">
              <a:solidFill>
                <a:srgbClr val="000000"/>
              </a:solidFill>
              <a:latin typeface="Arial"/>
            </a:endParaRPr>
          </a:p>
          <a:p>
            <a:pPr marL="114480" indent="0">
              <a:lnSpc>
                <a:spcPct val="90000"/>
              </a:lnSpc>
              <a:spcBef>
                <a:spcPts val="799"/>
              </a:spcBef>
              <a:buNone/>
              <a:tabLst>
                <a:tab algn="l" pos="0"/>
              </a:tabLst>
            </a:pPr>
            <a:r>
              <a:rPr b="0" lang="fr-FR" sz="1800" spc="-1" strike="noStrike">
                <a:solidFill>
                  <a:schemeClr val="dk1"/>
                </a:solidFill>
                <a:latin typeface="Calibri"/>
                <a:ea typeface="Calibri"/>
              </a:rPr>
              <a:t>Cela en respectant la législation et notamment le RGPD</a:t>
            </a:r>
            <a:endParaRPr b="0" lang="fr-FR" sz="1800" spc="-1" strike="noStrike">
              <a:solidFill>
                <a:srgbClr val="000000"/>
              </a:solidFill>
              <a:latin typeface="Arial"/>
            </a:endParaRPr>
          </a:p>
        </p:txBody>
      </p:sp>
      <p:sp>
        <p:nvSpPr>
          <p:cNvPr id="171" name="PlaceHolder 4"/>
          <p:cNvSpPr>
            <a:spLocks noGrp="1"/>
          </p:cNvSpPr>
          <p:nvPr>
            <p:ph type="sldNum" idx="35"/>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0FF0DF13-BFF8-4676-8317-FD5ACA345AB7}" type="slidenum">
              <a:rPr b="0" lang="fr" sz="900" spc="-1" strike="noStrike">
                <a:solidFill>
                  <a:schemeClr val="lt2"/>
                </a:solidFill>
                <a:latin typeface="Calibri"/>
                <a:ea typeface="Calibri"/>
              </a:rPr>
              <a:t>2</a:t>
            </a:fld>
            <a:endParaRPr b="0" lang="fr-FR"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389160" y="156600"/>
            <a:ext cx="4687920" cy="859320"/>
          </a:xfrm>
          <a:prstGeom prst="rect">
            <a:avLst/>
          </a:prstGeom>
          <a:noFill/>
          <a:ln w="0">
            <a:noFill/>
          </a:ln>
        </p:spPr>
        <p:txBody>
          <a:bodyPr lIns="68400" rIns="68400" tIns="34200" bIns="0" anchor="b">
            <a:normAutofit fontScale="83888"/>
          </a:bodyPr>
          <a:p>
            <a:pPr indent="0">
              <a:lnSpc>
                <a:spcPct val="90000"/>
              </a:lnSpc>
              <a:buNone/>
              <a:tabLst>
                <a:tab algn="l" pos="0"/>
              </a:tabLst>
            </a:pPr>
            <a:r>
              <a:rPr b="0" lang="fr" sz="3300" spc="-1" strike="noStrike">
                <a:solidFill>
                  <a:schemeClr val="accent1"/>
                </a:solidFill>
                <a:latin typeface="Calibri"/>
                <a:ea typeface="Calibri"/>
              </a:rPr>
              <a:t>La stratégie de sauvegarde et la conformité RGPD</a:t>
            </a:r>
            <a:endParaRPr b="0" lang="fr-FR" sz="3300" spc="-1" strike="noStrike">
              <a:solidFill>
                <a:srgbClr val="000000"/>
              </a:solidFill>
              <a:latin typeface="Arial"/>
            </a:endParaRPr>
          </a:p>
        </p:txBody>
      </p:sp>
      <p:sp>
        <p:nvSpPr>
          <p:cNvPr id="173" name="PlaceHolder 2"/>
          <p:cNvSpPr>
            <a:spLocks noGrp="1"/>
          </p:cNvSpPr>
          <p:nvPr>
            <p:ph type="sldNum" idx="36"/>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rgbClr val="9e9e9e"/>
                </a:solidFill>
                <a:latin typeface="Calibri"/>
                <a:ea typeface="Calibri"/>
              </a:defRPr>
            </a:lvl1pPr>
          </a:lstStyle>
          <a:p>
            <a:pPr indent="0" algn="r">
              <a:lnSpc>
                <a:spcPct val="100000"/>
              </a:lnSpc>
              <a:buNone/>
              <a:tabLst>
                <a:tab algn="l" pos="0"/>
              </a:tabLst>
            </a:pPr>
            <a:fld id="{AC2A6C00-BBB6-4002-BFA1-4D5B55AC31FB}" type="slidenum">
              <a:rPr b="0" lang="fr" sz="900" spc="-1" strike="noStrike">
                <a:solidFill>
                  <a:srgbClr val="9e9e9e"/>
                </a:solidFill>
                <a:latin typeface="Calibri"/>
                <a:ea typeface="Calibri"/>
              </a:rPr>
              <a:t>3</a:t>
            </a:fld>
            <a:endParaRPr b="0" lang="fr-FR" sz="900" spc="-1" strike="noStrike">
              <a:solidFill>
                <a:srgbClr val="000000"/>
              </a:solidFill>
              <a:latin typeface="Times New Roman"/>
            </a:endParaRPr>
          </a:p>
        </p:txBody>
      </p:sp>
      <p:sp>
        <p:nvSpPr>
          <p:cNvPr id="174" name="ZoneTexte 2"/>
          <p:cNvSpPr/>
          <p:nvPr/>
        </p:nvSpPr>
        <p:spPr>
          <a:xfrm>
            <a:off x="374760" y="1396440"/>
            <a:ext cx="8264160" cy="3564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fr-FR" sz="2100" spc="-1" strike="noStrike">
                <a:solidFill>
                  <a:srgbClr val="000000"/>
                </a:solidFill>
                <a:latin typeface="Arial"/>
                <a:ea typeface="Arial"/>
              </a:rPr>
              <a:t>La stratégie de sauvegarde</a:t>
            </a:r>
            <a:endParaRPr b="0" lang="fr-FR" sz="2100" spc="-1" strike="noStrike">
              <a:solidFill>
                <a:srgbClr val="000000"/>
              </a:solidFill>
              <a:latin typeface="Arial"/>
            </a:endParaRPr>
          </a:p>
          <a:p>
            <a:pPr>
              <a:lnSpc>
                <a:spcPct val="100000"/>
              </a:lnSpc>
            </a:pPr>
            <a:endParaRPr b="0" lang="fr-FR" sz="2100" spc="-1" strike="noStrike">
              <a:solidFill>
                <a:srgbClr val="000000"/>
              </a:solidFill>
              <a:latin typeface="Arial"/>
            </a:endParaRPr>
          </a:p>
          <a:p>
            <a:pPr>
              <a:lnSpc>
                <a:spcPct val="100000"/>
              </a:lnSpc>
            </a:pPr>
            <a:r>
              <a:rPr b="1" lang="fr-FR" sz="1800" spc="-1" strike="noStrike">
                <a:solidFill>
                  <a:srgbClr val="000000"/>
                </a:solidFill>
                <a:latin typeface="Arial"/>
                <a:ea typeface="Arial"/>
              </a:rPr>
              <a:t>Objectif :</a:t>
            </a:r>
            <a:r>
              <a:rPr b="0" lang="fr-FR" sz="1800" spc="-1" strike="noStrike">
                <a:solidFill>
                  <a:srgbClr val="000000"/>
                </a:solidFill>
                <a:latin typeface="Arial"/>
                <a:ea typeface="Arial"/>
              </a:rPr>
              <a:t> Garantir la disponibilité, la sécurité et l’intégrité des données en cas d’incident.</a:t>
            </a:r>
            <a:endParaRPr b="0" lang="fr-FR" sz="1800" spc="-1" strike="noStrike">
              <a:solidFill>
                <a:srgbClr val="000000"/>
              </a:solidFill>
              <a:latin typeface="Arial"/>
            </a:endParaRPr>
          </a:p>
          <a:p>
            <a:pPr>
              <a:lnSpc>
                <a:spcPct val="100000"/>
              </a:lnSpc>
            </a:pPr>
            <a:r>
              <a:rPr b="1" lang="fr-FR" sz="1800" spc="-1" strike="noStrike">
                <a:solidFill>
                  <a:srgbClr val="000000"/>
                </a:solidFill>
                <a:latin typeface="Arial"/>
                <a:ea typeface="Arial"/>
              </a:rPr>
              <a:t>Comment ?</a:t>
            </a:r>
            <a:r>
              <a:rPr b="0" lang="fr-FR" sz="1800" spc="-1" strike="noStrike">
                <a:solidFill>
                  <a:srgbClr val="000000"/>
                </a:solidFill>
                <a:latin typeface="Arial"/>
                <a:ea typeface="Arial"/>
              </a:rPr>
              <a:t> : En faisant des sauvegardes automatiques régulières sur des supports physique et clouds sécurisés.</a:t>
            </a:r>
            <a:endParaRPr b="0" lang="fr-FR" sz="1800" spc="-1" strike="noStrike">
              <a:solidFill>
                <a:srgbClr val="000000"/>
              </a:solidFill>
              <a:latin typeface="Arial"/>
            </a:endParaRPr>
          </a:p>
          <a:p>
            <a:pPr>
              <a:lnSpc>
                <a:spcPct val="100000"/>
              </a:lnSpc>
            </a:pPr>
            <a:endParaRPr b="0" lang="fr-FR" sz="1800" spc="-1" strike="noStrike">
              <a:solidFill>
                <a:srgbClr val="000000"/>
              </a:solidFill>
              <a:latin typeface="Arial"/>
            </a:endParaRPr>
          </a:p>
          <a:p>
            <a:pPr>
              <a:lnSpc>
                <a:spcPct val="100000"/>
              </a:lnSpc>
            </a:pPr>
            <a:r>
              <a:rPr b="1" lang="fr-FR" sz="2100" spc="-1" strike="noStrike">
                <a:solidFill>
                  <a:srgbClr val="000000"/>
                </a:solidFill>
                <a:latin typeface="Arial"/>
                <a:ea typeface="Arial"/>
              </a:rPr>
              <a:t>La conformité RGPD</a:t>
            </a:r>
            <a:endParaRPr b="0" lang="fr-FR" sz="2100" spc="-1" strike="noStrike">
              <a:solidFill>
                <a:srgbClr val="000000"/>
              </a:solidFill>
              <a:latin typeface="Arial"/>
            </a:endParaRPr>
          </a:p>
          <a:p>
            <a:pPr>
              <a:lnSpc>
                <a:spcPct val="100000"/>
              </a:lnSpc>
            </a:pPr>
            <a:endParaRPr b="0" lang="fr-FR" sz="2100" spc="-1" strike="noStrike">
              <a:solidFill>
                <a:srgbClr val="000000"/>
              </a:solidFill>
              <a:latin typeface="Arial"/>
            </a:endParaRPr>
          </a:p>
          <a:p>
            <a:pPr>
              <a:lnSpc>
                <a:spcPct val="100000"/>
              </a:lnSpc>
            </a:pPr>
            <a:r>
              <a:rPr b="0" lang="fr-FR" sz="1800" spc="-1" strike="noStrike">
                <a:solidFill>
                  <a:srgbClr val="000000"/>
                </a:solidFill>
                <a:latin typeface="Arial"/>
                <a:ea typeface="Arial"/>
              </a:rPr>
              <a:t>Données concernées : Données personnelles des propriétaires à supprimer. (automatique sur Power Query).</a:t>
            </a:r>
            <a:endParaRPr b="0" lang="fr-FR" sz="1800" spc="-1" strike="noStrike">
              <a:solidFill>
                <a:srgbClr val="000000"/>
              </a:solidFill>
              <a:latin typeface="Arial"/>
            </a:endParaRPr>
          </a:p>
          <a:p>
            <a:pPr marL="114480">
              <a:lnSpc>
                <a:spcPct val="100000"/>
              </a:lnSpc>
              <a:tabLst>
                <a:tab algn="l" pos="0"/>
              </a:tabLst>
            </a:pPr>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389160" y="156600"/>
            <a:ext cx="4687920" cy="859320"/>
          </a:xfrm>
          <a:prstGeom prst="rect">
            <a:avLst/>
          </a:prstGeom>
          <a:noFill/>
          <a:ln w="0">
            <a:noFill/>
          </a:ln>
        </p:spPr>
        <p:txBody>
          <a:bodyPr lIns="68400" rIns="68400" tIns="34200" bIns="0" anchor="b">
            <a:normAutofit/>
          </a:bodyPr>
          <a:p>
            <a:pPr indent="0">
              <a:lnSpc>
                <a:spcPct val="90000"/>
              </a:lnSpc>
              <a:buNone/>
              <a:tabLst>
                <a:tab algn="l" pos="0"/>
              </a:tabLst>
            </a:pPr>
            <a:r>
              <a:rPr b="0" lang="fr" sz="3300" spc="-1" strike="noStrike">
                <a:solidFill>
                  <a:schemeClr val="accent1"/>
                </a:solidFill>
                <a:latin typeface="Calibri"/>
                <a:ea typeface="Calibri"/>
              </a:rPr>
              <a:t>Les données initiales</a:t>
            </a:r>
            <a:endParaRPr b="0" lang="fr-FR" sz="3300" spc="-1" strike="noStrike">
              <a:solidFill>
                <a:srgbClr val="000000"/>
              </a:solidFill>
              <a:latin typeface="Arial"/>
            </a:endParaRPr>
          </a:p>
        </p:txBody>
      </p:sp>
      <p:sp>
        <p:nvSpPr>
          <p:cNvPr id="176" name="PlaceHolder 2"/>
          <p:cNvSpPr>
            <a:spLocks noGrp="1"/>
          </p:cNvSpPr>
          <p:nvPr>
            <p:ph/>
          </p:nvPr>
        </p:nvSpPr>
        <p:spPr>
          <a:xfrm>
            <a:off x="1936800" y="1350720"/>
            <a:ext cx="6976800" cy="3034080"/>
          </a:xfrm>
          <a:prstGeom prst="rect">
            <a:avLst/>
          </a:prstGeom>
          <a:noFill/>
          <a:ln w="0">
            <a:noFill/>
          </a:ln>
        </p:spPr>
        <p:txBody>
          <a:bodyPr lIns="68400" rIns="68400" tIns="34200" bIns="34200" anchor="t">
            <a:normAutofit/>
          </a:bodyPr>
          <a:p>
            <a:pPr indent="0">
              <a:lnSpc>
                <a:spcPct val="90000"/>
              </a:lnSpc>
              <a:buNone/>
              <a:tabLst>
                <a:tab algn="l" pos="0"/>
              </a:tabLst>
            </a:pPr>
            <a:r>
              <a:rPr b="0" lang="fr-FR" sz="1800" spc="-1" strike="noStrike">
                <a:solidFill>
                  <a:schemeClr val="dk1"/>
                </a:solidFill>
                <a:latin typeface="Calibri"/>
                <a:ea typeface="Calibri"/>
              </a:rPr>
              <a:t>On dispose de trois fichiers pour créer notre BDD.</a:t>
            </a:r>
            <a:endParaRPr b="0" lang="fr-FR" sz="1800" spc="-1" strike="noStrike">
              <a:solidFill>
                <a:srgbClr val="000000"/>
              </a:solidFill>
              <a:latin typeface="Arial"/>
            </a:endParaRPr>
          </a:p>
        </p:txBody>
      </p:sp>
      <p:sp>
        <p:nvSpPr>
          <p:cNvPr id="177" name="PlaceHolder 3"/>
          <p:cNvSpPr>
            <a:spLocks noGrp="1"/>
          </p:cNvSpPr>
          <p:nvPr>
            <p:ph type="sldNum" idx="37"/>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rgbClr val="9e9e9e"/>
                </a:solidFill>
                <a:latin typeface="Calibri"/>
                <a:ea typeface="Calibri"/>
              </a:defRPr>
            </a:lvl1pPr>
          </a:lstStyle>
          <a:p>
            <a:pPr indent="0" algn="r">
              <a:lnSpc>
                <a:spcPct val="100000"/>
              </a:lnSpc>
              <a:buNone/>
              <a:tabLst>
                <a:tab algn="l" pos="0"/>
              </a:tabLst>
            </a:pPr>
            <a:fld id="{EB2AC8A3-BA5A-4A14-B758-4A6447736A1E}" type="slidenum">
              <a:rPr b="0" lang="fr" sz="900" spc="-1" strike="noStrike">
                <a:solidFill>
                  <a:srgbClr val="9e9e9e"/>
                </a:solidFill>
                <a:latin typeface="Calibri"/>
                <a:ea typeface="Calibri"/>
              </a:rPr>
              <a:t>4</a:t>
            </a:fld>
            <a:endParaRPr b="0" lang="fr-FR" sz="900" spc="-1" strike="noStrike">
              <a:solidFill>
                <a:srgbClr val="000000"/>
              </a:solidFill>
              <a:latin typeface="Times New Roman"/>
            </a:endParaRPr>
          </a:p>
        </p:txBody>
      </p:sp>
      <p:pic>
        <p:nvPicPr>
          <p:cNvPr id="178" name="Picture 2" descr="Investissement sur le marché immobilier. Argent de la maison - Photo de Bien immobilier libre de droits"/>
          <p:cNvPicPr/>
          <p:nvPr/>
        </p:nvPicPr>
        <p:blipFill>
          <a:blip r:embed="rId1"/>
          <a:stretch/>
        </p:blipFill>
        <p:spPr>
          <a:xfrm>
            <a:off x="389160" y="2293200"/>
            <a:ext cx="2385000" cy="1587960"/>
          </a:xfrm>
          <a:prstGeom prst="rect">
            <a:avLst/>
          </a:prstGeom>
          <a:ln w="0">
            <a:noFill/>
          </a:ln>
        </p:spPr>
      </p:pic>
      <p:pic>
        <p:nvPicPr>
          <p:cNvPr id="179" name="Picture 4" descr="Carte de la France faite de symbole de personnes sur fond blanc - clipart vectoriel de France libre de droits"/>
          <p:cNvPicPr/>
          <p:nvPr/>
        </p:nvPicPr>
        <p:blipFill>
          <a:blip r:embed="rId2"/>
          <a:stretch/>
        </p:blipFill>
        <p:spPr>
          <a:xfrm>
            <a:off x="3170880" y="1835640"/>
            <a:ext cx="2301480" cy="2301480"/>
          </a:xfrm>
          <a:prstGeom prst="rect">
            <a:avLst/>
          </a:prstGeom>
          <a:ln w="0">
            <a:noFill/>
          </a:ln>
        </p:spPr>
      </p:pic>
      <p:pic>
        <p:nvPicPr>
          <p:cNvPr id="180" name="Picture 6" descr="La France  - Photo de Carte libre de droits"/>
          <p:cNvPicPr/>
          <p:nvPr/>
        </p:nvPicPr>
        <p:blipFill>
          <a:blip r:embed="rId3"/>
          <a:stretch/>
        </p:blipFill>
        <p:spPr>
          <a:xfrm>
            <a:off x="6058440" y="2293200"/>
            <a:ext cx="2409840" cy="1606680"/>
          </a:xfrm>
          <a:prstGeom prst="rect">
            <a:avLst/>
          </a:prstGeom>
          <a:ln w="0">
            <a:noFill/>
          </a:ln>
        </p:spPr>
      </p:pic>
      <p:sp>
        <p:nvSpPr>
          <p:cNvPr id="181" name="ZoneTexte 2"/>
          <p:cNvSpPr/>
          <p:nvPr/>
        </p:nvSpPr>
        <p:spPr>
          <a:xfrm>
            <a:off x="389160" y="4021920"/>
            <a:ext cx="238500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fr-FR" sz="1200" spc="-1" strike="noStrike">
                <a:solidFill>
                  <a:srgbClr val="000000"/>
                </a:solidFill>
                <a:latin typeface="Arial"/>
                <a:ea typeface="Arial"/>
              </a:rPr>
              <a:t>Valeurs Foncières (DVF)</a:t>
            </a:r>
            <a:endParaRPr b="0" lang="fr-FR" sz="1200" spc="-1" strike="noStrike">
              <a:solidFill>
                <a:srgbClr val="000000"/>
              </a:solidFill>
              <a:latin typeface="Arial"/>
            </a:endParaRPr>
          </a:p>
        </p:txBody>
      </p:sp>
      <p:sp>
        <p:nvSpPr>
          <p:cNvPr id="182" name="ZoneTexte 4"/>
          <p:cNvSpPr/>
          <p:nvPr/>
        </p:nvSpPr>
        <p:spPr>
          <a:xfrm>
            <a:off x="6070320" y="4021920"/>
            <a:ext cx="238500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fr-FR" sz="1200" spc="-1" strike="noStrike">
                <a:solidFill>
                  <a:srgbClr val="000000"/>
                </a:solidFill>
                <a:latin typeface="Arial"/>
                <a:ea typeface="Arial"/>
              </a:rPr>
              <a:t>Référentiel géographique</a:t>
            </a:r>
            <a:endParaRPr b="0" lang="fr-FR" sz="1200" spc="-1" strike="noStrike">
              <a:solidFill>
                <a:srgbClr val="000000"/>
              </a:solidFill>
              <a:latin typeface="Arial"/>
            </a:endParaRPr>
          </a:p>
        </p:txBody>
      </p:sp>
      <p:sp>
        <p:nvSpPr>
          <p:cNvPr id="183" name="ZoneTexte 5"/>
          <p:cNvSpPr/>
          <p:nvPr/>
        </p:nvSpPr>
        <p:spPr>
          <a:xfrm>
            <a:off x="3230640" y="4021920"/>
            <a:ext cx="238500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fr-FR" sz="1200" spc="-1" strike="noStrike">
                <a:solidFill>
                  <a:srgbClr val="000000"/>
                </a:solidFill>
                <a:latin typeface="Arial"/>
                <a:ea typeface="Arial"/>
              </a:rPr>
              <a:t>Données communes</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389160" y="156600"/>
            <a:ext cx="4687920" cy="859320"/>
          </a:xfrm>
          <a:prstGeom prst="rect">
            <a:avLst/>
          </a:prstGeom>
          <a:noFill/>
          <a:ln w="0">
            <a:noFill/>
          </a:ln>
        </p:spPr>
        <p:txBody>
          <a:bodyPr lIns="68400" rIns="68400" tIns="34200" bIns="0" anchor="b">
            <a:normAutofit fontScale="89999"/>
          </a:bodyPr>
          <a:p>
            <a:pPr indent="0">
              <a:lnSpc>
                <a:spcPct val="90000"/>
              </a:lnSpc>
              <a:buNone/>
              <a:tabLst>
                <a:tab algn="l" pos="0"/>
              </a:tabLst>
            </a:pPr>
            <a:r>
              <a:rPr b="0" lang="fr" sz="3300" spc="-1" strike="noStrike">
                <a:solidFill>
                  <a:schemeClr val="accent1"/>
                </a:solidFill>
                <a:latin typeface="Calibri"/>
                <a:ea typeface="Calibri"/>
              </a:rPr>
              <a:t>L’extrait du dictionnaire des données</a:t>
            </a:r>
            <a:endParaRPr b="0" lang="fr-FR" sz="3300" spc="-1" strike="noStrike">
              <a:solidFill>
                <a:srgbClr val="000000"/>
              </a:solidFill>
              <a:latin typeface="Arial"/>
            </a:endParaRPr>
          </a:p>
        </p:txBody>
      </p:sp>
      <p:sp>
        <p:nvSpPr>
          <p:cNvPr id="185" name="PlaceHolder 2"/>
          <p:cNvSpPr>
            <a:spLocks noGrp="1"/>
          </p:cNvSpPr>
          <p:nvPr>
            <p:ph/>
          </p:nvPr>
        </p:nvSpPr>
        <p:spPr>
          <a:xfrm>
            <a:off x="390600" y="1552680"/>
            <a:ext cx="6976800" cy="3034080"/>
          </a:xfrm>
          <a:prstGeom prst="rect">
            <a:avLst/>
          </a:prstGeom>
          <a:noFill/>
          <a:ln w="0">
            <a:noFill/>
          </a:ln>
        </p:spPr>
        <p:txBody>
          <a:bodyPr lIns="68400" rIns="68400" tIns="34200" bIns="34200" anchor="t">
            <a:normAutofit/>
          </a:bodyPr>
          <a:p>
            <a:pPr marL="177840" indent="-177840">
              <a:lnSpc>
                <a:spcPct val="90000"/>
              </a:lnSpc>
              <a:buClr>
                <a:srgbClr val="2e7a40"/>
              </a:buClr>
              <a:buFont typeface="Arial"/>
              <a:buChar char="•"/>
            </a:pPr>
            <a:r>
              <a:rPr b="0" lang="fr" sz="1800" spc="-1" strike="noStrike">
                <a:solidFill>
                  <a:schemeClr val="dk1"/>
                </a:solidFill>
                <a:latin typeface="Calibri"/>
                <a:ea typeface="Calibri"/>
              </a:rPr>
              <a:t>Lorem ipsum</a:t>
            </a:r>
            <a:endParaRPr b="0" lang="fr-FR" sz="1800" spc="-1" strike="noStrike">
              <a:solidFill>
                <a:srgbClr val="000000"/>
              </a:solidFill>
              <a:latin typeface="Arial"/>
            </a:endParaRPr>
          </a:p>
        </p:txBody>
      </p:sp>
      <p:sp>
        <p:nvSpPr>
          <p:cNvPr id="186" name="PlaceHolder 3"/>
          <p:cNvSpPr>
            <a:spLocks noGrp="1"/>
          </p:cNvSpPr>
          <p:nvPr>
            <p:ph type="ftr" idx="38"/>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rgbClr val="9e9e9e"/>
                </a:solidFill>
                <a:latin typeface="Calibri"/>
                <a:ea typeface="Calibri"/>
              </a:defRPr>
            </a:lvl1pPr>
          </a:lstStyle>
          <a:p>
            <a:pPr indent="0" algn="ctr">
              <a:lnSpc>
                <a:spcPct val="100000"/>
              </a:lnSpc>
              <a:buNone/>
              <a:tabLst>
                <a:tab algn="l" pos="0"/>
              </a:tabLst>
            </a:pPr>
            <a:r>
              <a:rPr b="0" lang="fr" sz="900" spc="-1" strike="noStrike">
                <a:solidFill>
                  <a:srgbClr val="9e9e9e"/>
                </a:solidFill>
                <a:latin typeface="Calibri"/>
                <a:ea typeface="Calibri"/>
              </a:rPr>
              <a:t>Ajouter un pied de page</a:t>
            </a:r>
            <a:endParaRPr b="0" lang="fr-FR" sz="900" spc="-1" strike="noStrike">
              <a:solidFill>
                <a:srgbClr val="000000"/>
              </a:solidFill>
              <a:latin typeface="Times New Roman"/>
            </a:endParaRPr>
          </a:p>
        </p:txBody>
      </p:sp>
      <p:sp>
        <p:nvSpPr>
          <p:cNvPr id="187" name="PlaceHolder 4"/>
          <p:cNvSpPr>
            <a:spLocks noGrp="1"/>
          </p:cNvSpPr>
          <p:nvPr>
            <p:ph type="sldNum" idx="39"/>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rgbClr val="9e9e9e"/>
                </a:solidFill>
                <a:latin typeface="Calibri"/>
                <a:ea typeface="Calibri"/>
              </a:defRPr>
            </a:lvl1pPr>
          </a:lstStyle>
          <a:p>
            <a:pPr indent="0" algn="r">
              <a:lnSpc>
                <a:spcPct val="100000"/>
              </a:lnSpc>
              <a:buNone/>
              <a:tabLst>
                <a:tab algn="l" pos="0"/>
              </a:tabLst>
            </a:pPr>
            <a:fld id="{91F83ADE-8A0D-40FD-A42E-40132AF6C1E4}" type="slidenum">
              <a:rPr b="0" lang="fr" sz="900" spc="-1" strike="noStrike">
                <a:solidFill>
                  <a:srgbClr val="9e9e9e"/>
                </a:solidFill>
                <a:latin typeface="Calibri"/>
                <a:ea typeface="Calibri"/>
              </a:rPr>
              <a:t>5</a:t>
            </a:fld>
            <a:endParaRPr b="0" lang="fr-FR" sz="900" spc="-1" strike="noStrike">
              <a:solidFill>
                <a:srgbClr val="000000"/>
              </a:solidFill>
              <a:latin typeface="Times New Roman"/>
            </a:endParaRPr>
          </a:p>
        </p:txBody>
      </p:sp>
      <p:pic>
        <p:nvPicPr>
          <p:cNvPr id="188" name="Image 2" descr=""/>
          <p:cNvPicPr/>
          <p:nvPr/>
        </p:nvPicPr>
        <p:blipFill>
          <a:blip r:embed="rId1"/>
          <a:stretch/>
        </p:blipFill>
        <p:spPr>
          <a:xfrm>
            <a:off x="0" y="1374120"/>
            <a:ext cx="9142200" cy="2722680"/>
          </a:xfrm>
          <a:prstGeom prst="rect">
            <a:avLst/>
          </a:prstGeom>
          <a:ln w="0">
            <a:noFill/>
          </a:ln>
        </p:spPr>
      </p:pic>
      <p:pic>
        <p:nvPicPr>
          <p:cNvPr id="189" name="" descr=""/>
          <p:cNvPicPr/>
          <p:nvPr/>
        </p:nvPicPr>
        <p:blipFill>
          <a:blip r:embed="rId2"/>
          <a:stretch/>
        </p:blipFill>
        <p:spPr>
          <a:xfrm>
            <a:off x="16560" y="1081440"/>
            <a:ext cx="9142920" cy="299124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389160" y="156600"/>
            <a:ext cx="4687920" cy="859320"/>
          </a:xfrm>
          <a:prstGeom prst="rect">
            <a:avLst/>
          </a:prstGeom>
          <a:noFill/>
          <a:ln w="0">
            <a:noFill/>
          </a:ln>
        </p:spPr>
        <p:txBody>
          <a:bodyPr lIns="68400" rIns="68400" tIns="34200" bIns="0" anchor="b">
            <a:normAutofit fontScale="89999"/>
          </a:bodyPr>
          <a:p>
            <a:pPr indent="0">
              <a:lnSpc>
                <a:spcPct val="90000"/>
              </a:lnSpc>
              <a:buNone/>
              <a:tabLst>
                <a:tab algn="l" pos="0"/>
              </a:tabLst>
            </a:pPr>
            <a:r>
              <a:rPr b="0" lang="fr" sz="3300" spc="-1" strike="noStrike">
                <a:solidFill>
                  <a:schemeClr val="accent1"/>
                </a:solidFill>
                <a:latin typeface="Calibri"/>
                <a:ea typeface="Calibri"/>
              </a:rPr>
              <a:t>Le schéma relationnel normalisé</a:t>
            </a:r>
            <a:endParaRPr b="0" lang="fr-FR" sz="3300" spc="-1" strike="noStrike">
              <a:solidFill>
                <a:srgbClr val="000000"/>
              </a:solidFill>
              <a:latin typeface="Arial"/>
            </a:endParaRPr>
          </a:p>
        </p:txBody>
      </p:sp>
      <p:sp>
        <p:nvSpPr>
          <p:cNvPr id="191" name="PlaceHolder 2"/>
          <p:cNvSpPr>
            <a:spLocks noGrp="1"/>
          </p:cNvSpPr>
          <p:nvPr>
            <p:ph type="ftr" idx="40"/>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rgbClr val="9e9e9e"/>
                </a:solidFill>
                <a:latin typeface="Calibri"/>
                <a:ea typeface="Calibri"/>
              </a:defRPr>
            </a:lvl1pPr>
          </a:lstStyle>
          <a:p>
            <a:pPr indent="0" algn="ctr">
              <a:lnSpc>
                <a:spcPct val="100000"/>
              </a:lnSpc>
              <a:buNone/>
              <a:tabLst>
                <a:tab algn="l" pos="0"/>
              </a:tabLst>
            </a:pPr>
            <a:r>
              <a:rPr b="0" lang="fr" sz="900" spc="-1" strike="noStrike">
                <a:solidFill>
                  <a:srgbClr val="9e9e9e"/>
                </a:solidFill>
                <a:latin typeface="Calibri"/>
                <a:ea typeface="Calibri"/>
              </a:rPr>
              <a:t>Ajouter un pied de page</a:t>
            </a:r>
            <a:endParaRPr b="0" lang="fr-FR" sz="900" spc="-1" strike="noStrike">
              <a:solidFill>
                <a:srgbClr val="000000"/>
              </a:solidFill>
              <a:latin typeface="Times New Roman"/>
            </a:endParaRPr>
          </a:p>
        </p:txBody>
      </p:sp>
      <p:sp>
        <p:nvSpPr>
          <p:cNvPr id="192" name="PlaceHolder 3"/>
          <p:cNvSpPr>
            <a:spLocks noGrp="1"/>
          </p:cNvSpPr>
          <p:nvPr>
            <p:ph type="sldNum" idx="41"/>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rgbClr val="9e9e9e"/>
                </a:solidFill>
                <a:latin typeface="Calibri"/>
                <a:ea typeface="Calibri"/>
              </a:defRPr>
            </a:lvl1pPr>
          </a:lstStyle>
          <a:p>
            <a:pPr indent="0" algn="r">
              <a:lnSpc>
                <a:spcPct val="100000"/>
              </a:lnSpc>
              <a:buNone/>
              <a:tabLst>
                <a:tab algn="l" pos="0"/>
              </a:tabLst>
            </a:pPr>
            <a:fld id="{7E0480A2-92A6-41F7-B8CC-AF576C95028E}" type="slidenum">
              <a:rPr b="0" lang="fr" sz="900" spc="-1" strike="noStrike">
                <a:solidFill>
                  <a:srgbClr val="9e9e9e"/>
                </a:solidFill>
                <a:latin typeface="Calibri"/>
                <a:ea typeface="Calibri"/>
              </a:rPr>
              <a:t>6</a:t>
            </a:fld>
            <a:endParaRPr b="0" lang="fr-FR" sz="900" spc="-1" strike="noStrike">
              <a:solidFill>
                <a:srgbClr val="000000"/>
              </a:solidFill>
              <a:latin typeface="Times New Roman"/>
            </a:endParaRPr>
          </a:p>
        </p:txBody>
      </p:sp>
      <p:sp>
        <p:nvSpPr>
          <p:cNvPr id="193" name="ZoneTexte 1"/>
          <p:cNvSpPr/>
          <p:nvPr/>
        </p:nvSpPr>
        <p:spPr>
          <a:xfrm>
            <a:off x="5760000" y="180000"/>
            <a:ext cx="3196440" cy="2313360"/>
          </a:xfrm>
          <a:prstGeom prst="rect">
            <a:avLst/>
          </a:prstGeom>
          <a:noFill/>
          <a:ln w="0">
            <a:noFill/>
          </a:ln>
        </p:spPr>
        <p:style>
          <a:lnRef idx="0"/>
          <a:fillRef idx="0"/>
          <a:effectRef idx="0"/>
          <a:fontRef idx="minor"/>
        </p:style>
        <p:txBody>
          <a:bodyPr lIns="90000" rIns="90000" tIns="45000" bIns="45000" anchor="t">
            <a:spAutoFit/>
          </a:bodyPr>
          <a:p>
            <a:pPr>
              <a:lnSpc>
                <a:spcPct val="90000"/>
              </a:lnSpc>
            </a:pPr>
            <a:r>
              <a:rPr b="0" lang="fr-FR" sz="1200" spc="-1" strike="noStrike">
                <a:solidFill>
                  <a:schemeClr val="accent1"/>
                </a:solidFill>
                <a:latin typeface="Calibri"/>
                <a:ea typeface="Calibri"/>
              </a:rPr>
              <a:t>Rappel des formes normales :</a:t>
            </a:r>
            <a:endParaRPr b="0" lang="fr-FR" sz="1200" spc="-1" strike="noStrike">
              <a:solidFill>
                <a:srgbClr val="000000"/>
              </a:solidFill>
              <a:latin typeface="Arial"/>
            </a:endParaRPr>
          </a:p>
          <a:p>
            <a:pPr>
              <a:lnSpc>
                <a:spcPct val="90000"/>
              </a:lnSpc>
            </a:pPr>
            <a:endParaRPr b="0" lang="fr-FR" sz="1800" spc="-1" strike="noStrike">
              <a:solidFill>
                <a:srgbClr val="000000"/>
              </a:solidFill>
              <a:latin typeface="Arial"/>
            </a:endParaRPr>
          </a:p>
          <a:p>
            <a:pPr>
              <a:lnSpc>
                <a:spcPct val="90000"/>
              </a:lnSpc>
            </a:pPr>
            <a:r>
              <a:rPr b="0" lang="fr-FR" sz="1200" spc="-1" strike="noStrike">
                <a:solidFill>
                  <a:schemeClr val="accent1"/>
                </a:solidFill>
                <a:latin typeface="Calibri"/>
                <a:ea typeface="Calibri"/>
              </a:rPr>
              <a:t>1NF : atomicité des attributs et clé primaire unique (pas de lignes en double sur clé primaire).</a:t>
            </a:r>
            <a:endParaRPr b="0" lang="fr-FR" sz="1200" spc="-1" strike="noStrike">
              <a:solidFill>
                <a:srgbClr val="000000"/>
              </a:solidFill>
              <a:latin typeface="Arial"/>
            </a:endParaRPr>
          </a:p>
          <a:p>
            <a:pPr>
              <a:lnSpc>
                <a:spcPct val="90000"/>
              </a:lnSpc>
            </a:pPr>
            <a:endParaRPr b="0" lang="fr-FR" sz="1800" spc="-1" strike="noStrike">
              <a:solidFill>
                <a:srgbClr val="000000"/>
              </a:solidFill>
              <a:latin typeface="Arial"/>
            </a:endParaRPr>
          </a:p>
          <a:p>
            <a:pPr>
              <a:lnSpc>
                <a:spcPct val="90000"/>
              </a:lnSpc>
            </a:pPr>
            <a:r>
              <a:rPr b="0" lang="fr-FR" sz="1200" spc="-1" strike="noStrike">
                <a:solidFill>
                  <a:schemeClr val="accent1"/>
                </a:solidFill>
                <a:latin typeface="Calibri"/>
                <a:ea typeface="Calibri"/>
              </a:rPr>
              <a:t>2NF : pas de dépendance partielle sur une clé composite.</a:t>
            </a:r>
            <a:endParaRPr b="0" lang="fr-FR" sz="1200" spc="-1" strike="noStrike">
              <a:solidFill>
                <a:srgbClr val="000000"/>
              </a:solidFill>
              <a:latin typeface="Arial"/>
            </a:endParaRPr>
          </a:p>
          <a:p>
            <a:pPr>
              <a:lnSpc>
                <a:spcPct val="90000"/>
              </a:lnSpc>
            </a:pPr>
            <a:endParaRPr b="0" lang="fr-FR" sz="1800" spc="-1" strike="noStrike">
              <a:solidFill>
                <a:srgbClr val="000000"/>
              </a:solidFill>
              <a:latin typeface="Arial"/>
            </a:endParaRPr>
          </a:p>
          <a:p>
            <a:pPr>
              <a:lnSpc>
                <a:spcPct val="90000"/>
              </a:lnSpc>
            </a:pPr>
            <a:r>
              <a:rPr b="0" lang="fr-FR" sz="1200" spc="-1" strike="noStrike">
                <a:solidFill>
                  <a:schemeClr val="accent1"/>
                </a:solidFill>
                <a:latin typeface="Calibri"/>
                <a:ea typeface="Calibri"/>
              </a:rPr>
              <a:t>3NF : pas de dépendance transitive entre attributs non‑clé.</a:t>
            </a:r>
            <a:endParaRPr b="0" lang="fr-FR" sz="1200" spc="-1" strike="noStrike">
              <a:solidFill>
                <a:srgbClr val="000000"/>
              </a:solidFill>
              <a:latin typeface="Arial"/>
            </a:endParaRPr>
          </a:p>
          <a:p>
            <a:pPr>
              <a:lnSpc>
                <a:spcPct val="100000"/>
              </a:lnSpc>
            </a:pPr>
            <a:endParaRPr b="0" lang="fr-FR" sz="1100" spc="-1" strike="noStrike">
              <a:solidFill>
                <a:srgbClr val="000000"/>
              </a:solidFill>
              <a:latin typeface="Arial"/>
            </a:endParaRPr>
          </a:p>
        </p:txBody>
      </p:sp>
      <p:pic>
        <p:nvPicPr>
          <p:cNvPr id="194" name="Image 5" descr=""/>
          <p:cNvPicPr/>
          <p:nvPr/>
        </p:nvPicPr>
        <p:blipFill>
          <a:blip r:embed="rId1"/>
          <a:stretch/>
        </p:blipFill>
        <p:spPr>
          <a:xfrm>
            <a:off x="221400" y="1333080"/>
            <a:ext cx="4995360" cy="3191760"/>
          </a:xfrm>
          <a:prstGeom prst="rect">
            <a:avLst/>
          </a:prstGeom>
          <a:ln w="0">
            <a:noFill/>
          </a:ln>
        </p:spPr>
      </p:pic>
      <p:pic>
        <p:nvPicPr>
          <p:cNvPr id="195" name="Image 3" descr=""/>
          <p:cNvPicPr/>
          <p:nvPr/>
        </p:nvPicPr>
        <p:blipFill>
          <a:blip r:embed="rId2"/>
          <a:stretch/>
        </p:blipFill>
        <p:spPr>
          <a:xfrm>
            <a:off x="349560" y="1284120"/>
            <a:ext cx="4874400" cy="3191760"/>
          </a:xfrm>
          <a:prstGeom prst="rect">
            <a:avLst/>
          </a:prstGeom>
          <a:ln w="0">
            <a:noFill/>
          </a:ln>
        </p:spPr>
      </p:pic>
      <p:pic>
        <p:nvPicPr>
          <p:cNvPr id="196" name="" descr=""/>
          <p:cNvPicPr/>
          <p:nvPr/>
        </p:nvPicPr>
        <p:blipFill>
          <a:blip r:embed="rId3"/>
          <a:stretch/>
        </p:blipFill>
        <p:spPr>
          <a:xfrm>
            <a:off x="5580000" y="2880000"/>
            <a:ext cx="3042360" cy="162540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390600" y="554760"/>
            <a:ext cx="4687920" cy="859320"/>
          </a:xfrm>
          <a:prstGeom prst="rect">
            <a:avLst/>
          </a:prstGeom>
          <a:noFill/>
          <a:ln w="0">
            <a:noFill/>
          </a:ln>
        </p:spPr>
        <p:txBody>
          <a:bodyPr lIns="68400" rIns="68400" tIns="34200" bIns="0" anchor="b">
            <a:normAutofit fontScale="75000" lnSpcReduction="20000"/>
          </a:bodyPr>
          <a:p>
            <a:pPr indent="0">
              <a:lnSpc>
                <a:spcPct val="90000"/>
              </a:lnSpc>
              <a:buNone/>
              <a:tabLst>
                <a:tab algn="l" pos="0"/>
              </a:tabLst>
            </a:pPr>
            <a:r>
              <a:rPr b="0" lang="fr" sz="3300" spc="-1" strike="noStrike">
                <a:solidFill>
                  <a:schemeClr val="accent1"/>
                </a:solidFill>
                <a:latin typeface="Calibri"/>
                <a:ea typeface="Calibri"/>
              </a:rPr>
              <a:t>La base de données avec les tables créées et les données chargées</a:t>
            </a:r>
            <a:endParaRPr b="0" lang="fr-FR" sz="3300" spc="-1" strike="noStrike">
              <a:solidFill>
                <a:srgbClr val="000000"/>
              </a:solidFill>
              <a:latin typeface="Arial"/>
            </a:endParaRPr>
          </a:p>
        </p:txBody>
      </p:sp>
      <p:sp>
        <p:nvSpPr>
          <p:cNvPr id="198" name="PlaceHolder 2"/>
          <p:cNvSpPr>
            <a:spLocks noGrp="1"/>
          </p:cNvSpPr>
          <p:nvPr>
            <p:ph/>
          </p:nvPr>
        </p:nvSpPr>
        <p:spPr>
          <a:xfrm>
            <a:off x="-97920" y="1535760"/>
            <a:ext cx="4551840" cy="2774880"/>
          </a:xfrm>
          <a:prstGeom prst="rect">
            <a:avLst/>
          </a:prstGeom>
          <a:noFill/>
          <a:ln w="0">
            <a:noFill/>
          </a:ln>
        </p:spPr>
        <p:txBody>
          <a:bodyPr lIns="68400" rIns="68400" tIns="34200" bIns="34200" anchor="t">
            <a:normAutofit fontScale="43333"/>
          </a:bodyPr>
          <a:p>
            <a:pPr marL="457200" indent="-343080">
              <a:lnSpc>
                <a:spcPct val="90000"/>
              </a:lnSpc>
              <a:spcBef>
                <a:spcPts val="799"/>
              </a:spcBef>
              <a:buClr>
                <a:srgbClr val="2e7a40"/>
              </a:buClr>
              <a:buFont typeface="Arial"/>
              <a:buChar char="•"/>
            </a:pPr>
            <a:r>
              <a:rPr b="0" lang="fr-FR" sz="1800" spc="-1" strike="noStrike">
                <a:solidFill>
                  <a:srgbClr val="cccccc"/>
                </a:solidFill>
                <a:latin typeface="Consolas"/>
                <a:ea typeface="Calibri"/>
              </a:rPr>
              <a:t>  </a:t>
            </a:r>
            <a:r>
              <a:rPr b="0" lang="fr-FR" sz="1800" spc="-1" strike="noStrike">
                <a:solidFill>
                  <a:srgbClr val="569cd6"/>
                </a:solidFill>
                <a:latin typeface="Consolas"/>
                <a:ea typeface="Calibri"/>
              </a:rPr>
              <a:t>CREATE</a:t>
            </a:r>
            <a:r>
              <a:rPr b="0" lang="fr-FR" sz="1800" spc="-1" strike="noStrike">
                <a:solidFill>
                  <a:srgbClr val="cccccc"/>
                </a:solidFill>
                <a:latin typeface="Consolas"/>
                <a:ea typeface="Calibri"/>
              </a:rPr>
              <a:t> </a:t>
            </a:r>
            <a:r>
              <a:rPr b="0" lang="fr-FR" sz="1800" spc="-1" strike="noStrike">
                <a:solidFill>
                  <a:srgbClr val="569cd6"/>
                </a:solidFill>
                <a:latin typeface="Consolas"/>
                <a:ea typeface="Calibri"/>
              </a:rPr>
              <a:t>TABLE</a:t>
            </a:r>
            <a:r>
              <a:rPr b="0" lang="fr-FR" sz="1800" spc="-1" strike="noStrike">
                <a:solidFill>
                  <a:srgbClr val="cccccc"/>
                </a:solidFill>
                <a:latin typeface="Consolas"/>
                <a:ea typeface="Calibri"/>
              </a:rPr>
              <a:t> </a:t>
            </a:r>
            <a:r>
              <a:rPr b="0" lang="fr-FR" sz="1800" spc="-1" strike="noStrike">
                <a:solidFill>
                  <a:srgbClr val="dcdcaa"/>
                </a:solidFill>
                <a:latin typeface="Consolas"/>
                <a:ea typeface="Calibri"/>
              </a:rPr>
              <a:t>Bien</a:t>
            </a:r>
            <a:r>
              <a:rPr b="0" lang="fr-FR" sz="1800" spc="-1" strike="noStrike">
                <a:solidFill>
                  <a:srgbClr val="cccccc"/>
                </a:solidFill>
                <a:latin typeface="Consolas"/>
                <a:ea typeface="Calibri"/>
              </a:rPr>
              <a:t> (</a:t>
            </a:r>
            <a:endParaRPr b="0" lang="fr-FR" sz="1800" spc="-1" strike="noStrike">
              <a:solidFill>
                <a:srgbClr val="000000"/>
              </a:solidFill>
              <a:latin typeface="Arial"/>
            </a:endParaRPr>
          </a:p>
          <a:p>
            <a:pPr marL="457200" indent="-343080">
              <a:lnSpc>
                <a:spcPct val="90000"/>
              </a:lnSpc>
              <a:spcBef>
                <a:spcPts val="799"/>
              </a:spcBef>
              <a:buClr>
                <a:srgbClr val="2e7a40"/>
              </a:buClr>
              <a:buFont typeface="Arial"/>
              <a:buChar char="•"/>
            </a:pPr>
            <a:r>
              <a:rPr b="0" lang="fr-FR" sz="1800" spc="-1" strike="noStrike">
                <a:solidFill>
                  <a:srgbClr val="cccccc"/>
                </a:solidFill>
                <a:latin typeface="Consolas"/>
                <a:ea typeface="Calibri"/>
              </a:rPr>
              <a:t>    </a:t>
            </a:r>
            <a:r>
              <a:rPr b="0" lang="fr-FR" sz="1800" spc="-1" strike="noStrike">
                <a:solidFill>
                  <a:srgbClr val="cccccc"/>
                </a:solidFill>
                <a:latin typeface="Consolas"/>
                <a:ea typeface="Calibri"/>
              </a:rPr>
              <a:t>id </a:t>
            </a:r>
            <a:r>
              <a:rPr b="0" lang="fr-FR" sz="1800" spc="-1" strike="noStrike">
                <a:solidFill>
                  <a:srgbClr val="569cd6"/>
                </a:solidFill>
                <a:latin typeface="Consolas"/>
                <a:ea typeface="Calibri"/>
              </a:rPr>
              <a:t>INTEGER</a:t>
            </a:r>
            <a:r>
              <a:rPr b="0" lang="fr-FR" sz="1800" spc="-1" strike="noStrike">
                <a:solidFill>
                  <a:srgbClr val="cccccc"/>
                </a:solidFill>
                <a:latin typeface="Consolas"/>
                <a:ea typeface="Calibri"/>
              </a:rPr>
              <a:t>     </a:t>
            </a:r>
            <a:r>
              <a:rPr b="0" lang="fr-FR" sz="1800" spc="-1" strike="noStrike">
                <a:solidFill>
                  <a:srgbClr val="569cd6"/>
                </a:solidFill>
                <a:latin typeface="Consolas"/>
                <a:ea typeface="Calibri"/>
              </a:rPr>
              <a:t>PRIMARY KEY</a:t>
            </a:r>
            <a:r>
              <a:rPr b="0" lang="fr-FR" sz="1800" spc="-1" strike="noStrike">
                <a:solidFill>
                  <a:srgbClr val="cccccc"/>
                </a:solidFill>
                <a:latin typeface="Consolas"/>
                <a:ea typeface="Calibri"/>
              </a:rPr>
              <a:t> </a:t>
            </a:r>
            <a:r>
              <a:rPr b="0" lang="fr-FR" sz="1800" spc="-1" strike="noStrike">
                <a:solidFill>
                  <a:srgbClr val="569cd6"/>
                </a:solidFill>
                <a:latin typeface="Consolas"/>
                <a:ea typeface="Calibri"/>
              </a:rPr>
              <a:t>UNIQUE</a:t>
            </a:r>
            <a:r>
              <a:rPr b="0" lang="fr-FR" sz="1800" spc="-1" strike="noStrike">
                <a:solidFill>
                  <a:srgbClr val="cccccc"/>
                </a:solidFill>
                <a:latin typeface="Consolas"/>
                <a:ea typeface="Calibri"/>
              </a:rPr>
              <a:t> </a:t>
            </a:r>
            <a:r>
              <a:rPr b="0" lang="fr-FR" sz="1800" spc="-1" strike="noStrike">
                <a:solidFill>
                  <a:srgbClr val="569cd6"/>
                </a:solidFill>
                <a:latin typeface="Consolas"/>
                <a:ea typeface="Calibri"/>
              </a:rPr>
              <a:t>NOT NULL</a:t>
            </a:r>
            <a:r>
              <a:rPr b="0" lang="fr-FR" sz="1800" spc="-1" strike="noStrike">
                <a:solidFill>
                  <a:srgbClr val="cccccc"/>
                </a:solidFill>
                <a:latin typeface="Consolas"/>
                <a:ea typeface="Calibri"/>
              </a:rPr>
              <a:t>,</a:t>
            </a:r>
            <a:endParaRPr b="0" lang="fr-FR" sz="1800" spc="-1" strike="noStrike">
              <a:solidFill>
                <a:srgbClr val="000000"/>
              </a:solidFill>
              <a:latin typeface="Arial"/>
            </a:endParaRPr>
          </a:p>
          <a:p>
            <a:pPr marL="457200" indent="-343080">
              <a:lnSpc>
                <a:spcPct val="90000"/>
              </a:lnSpc>
              <a:spcBef>
                <a:spcPts val="799"/>
              </a:spcBef>
              <a:buClr>
                <a:srgbClr val="2e7a40"/>
              </a:buClr>
              <a:buFont typeface="Arial"/>
              <a:buChar char="•"/>
            </a:pPr>
            <a:r>
              <a:rPr b="0" lang="fr-FR" sz="1800" spc="-1" strike="noStrike">
                <a:solidFill>
                  <a:srgbClr val="cccccc"/>
                </a:solidFill>
                <a:latin typeface="Consolas"/>
                <a:ea typeface="Calibri"/>
              </a:rPr>
              <a:t>    </a:t>
            </a:r>
            <a:r>
              <a:rPr b="0" lang="fr-FR" sz="1800" spc="-1" strike="noStrike">
                <a:solidFill>
                  <a:srgbClr val="cccccc"/>
                </a:solidFill>
                <a:latin typeface="Consolas"/>
                <a:ea typeface="Calibri"/>
              </a:rPr>
              <a:t>code_dep_code_com </a:t>
            </a:r>
            <a:r>
              <a:rPr b="0" lang="fr-FR" sz="1800" spc="-1" strike="noStrike">
                <a:solidFill>
                  <a:srgbClr val="569cd6"/>
                </a:solidFill>
                <a:latin typeface="Consolas"/>
                <a:ea typeface="Calibri"/>
              </a:rPr>
              <a:t>TEXT</a:t>
            </a:r>
            <a:r>
              <a:rPr b="0" lang="fr-FR" sz="1800" spc="-1" strike="noStrike">
                <a:solidFill>
                  <a:srgbClr val="cccccc"/>
                </a:solidFill>
                <a:latin typeface="Consolas"/>
                <a:ea typeface="Calibri"/>
              </a:rPr>
              <a:t> (</a:t>
            </a:r>
            <a:r>
              <a:rPr b="0" lang="fr-FR" sz="1800" spc="-1" strike="noStrike">
                <a:solidFill>
                  <a:srgbClr val="b5cea8"/>
                </a:solidFill>
                <a:latin typeface="Consolas"/>
                <a:ea typeface="Calibri"/>
              </a:rPr>
              <a:t>10</a:t>
            </a:r>
            <a:r>
              <a:rPr b="0" lang="fr-FR" sz="1800" spc="-1" strike="noStrike">
                <a:solidFill>
                  <a:srgbClr val="cccccc"/>
                </a:solidFill>
                <a:latin typeface="Consolas"/>
                <a:ea typeface="Calibri"/>
              </a:rPr>
              <a:t>)   </a:t>
            </a:r>
            <a:r>
              <a:rPr b="0" lang="fr-FR" sz="1800" spc="-1" strike="noStrike">
                <a:solidFill>
                  <a:srgbClr val="569cd6"/>
                </a:solidFill>
                <a:latin typeface="Consolas"/>
                <a:ea typeface="Calibri"/>
              </a:rPr>
              <a:t>REFERENCES</a:t>
            </a:r>
            <a:r>
              <a:rPr b="0" lang="fr-FR" sz="1800" spc="-1" strike="noStrike">
                <a:solidFill>
                  <a:srgbClr val="cccccc"/>
                </a:solidFill>
                <a:latin typeface="Consolas"/>
                <a:ea typeface="Calibri"/>
              </a:rPr>
              <a:t> commune (code_dep_code_com) </a:t>
            </a:r>
            <a:r>
              <a:rPr b="0" lang="fr-FR" sz="1800" spc="-1" strike="noStrike">
                <a:solidFill>
                  <a:srgbClr val="569cd6"/>
                </a:solidFill>
                <a:latin typeface="Consolas"/>
                <a:ea typeface="Calibri"/>
              </a:rPr>
              <a:t>ON DELETE RESTRICT</a:t>
            </a:r>
            <a:r>
              <a:rPr b="0" lang="fr-FR" sz="1800" spc="-1" strike="noStrike">
                <a:solidFill>
                  <a:srgbClr val="cccccc"/>
                </a:solidFill>
                <a:latin typeface="Consolas"/>
                <a:ea typeface="Calibri"/>
              </a:rPr>
              <a:t> </a:t>
            </a:r>
            <a:r>
              <a:rPr b="0" lang="fr-FR" sz="1800" spc="-1" strike="noStrike">
                <a:solidFill>
                  <a:srgbClr val="569cd6"/>
                </a:solidFill>
                <a:latin typeface="Consolas"/>
                <a:ea typeface="Calibri"/>
              </a:rPr>
              <a:t>ON UPDATE CASCADE</a:t>
            </a:r>
            <a:r>
              <a:rPr b="0" lang="fr-FR" sz="1800" spc="-1" strike="noStrike">
                <a:solidFill>
                  <a:srgbClr val="cccccc"/>
                </a:solidFill>
                <a:latin typeface="Consolas"/>
                <a:ea typeface="Calibri"/>
              </a:rPr>
              <a:t> </a:t>
            </a:r>
            <a:r>
              <a:rPr b="0" lang="fr-FR" sz="1800" spc="-1" strike="noStrike">
                <a:solidFill>
                  <a:srgbClr val="569cd6"/>
                </a:solidFill>
                <a:latin typeface="Consolas"/>
                <a:ea typeface="Calibri"/>
              </a:rPr>
              <a:t>NOT NULL</a:t>
            </a:r>
            <a:r>
              <a:rPr b="0" lang="fr-FR" sz="1800" spc="-1" strike="noStrike">
                <a:solidFill>
                  <a:srgbClr val="cccccc"/>
                </a:solidFill>
                <a:latin typeface="Consolas"/>
                <a:ea typeface="Calibri"/>
              </a:rPr>
              <a:t>,</a:t>
            </a:r>
            <a:endParaRPr b="0" lang="fr-FR" sz="1800" spc="-1" strike="noStrike">
              <a:solidFill>
                <a:srgbClr val="000000"/>
              </a:solidFill>
              <a:latin typeface="Arial"/>
            </a:endParaRPr>
          </a:p>
          <a:p>
            <a:pPr marL="457200" indent="-343080">
              <a:lnSpc>
                <a:spcPct val="90000"/>
              </a:lnSpc>
              <a:spcBef>
                <a:spcPts val="799"/>
              </a:spcBef>
              <a:buClr>
                <a:srgbClr val="2e7a40"/>
              </a:buClr>
              <a:buFont typeface="Arial"/>
              <a:buChar char="•"/>
            </a:pPr>
            <a:r>
              <a:rPr b="0" lang="fr-FR" sz="1800" spc="-1" strike="noStrike">
                <a:solidFill>
                  <a:srgbClr val="cccccc"/>
                </a:solidFill>
                <a:latin typeface="Consolas"/>
                <a:ea typeface="Calibri"/>
              </a:rPr>
              <a:t>    </a:t>
            </a:r>
            <a:r>
              <a:rPr b="0" lang="fr-FR" sz="1800" spc="-1" strike="noStrike">
                <a:solidFill>
                  <a:srgbClr val="cccccc"/>
                </a:solidFill>
                <a:latin typeface="Consolas"/>
                <a:ea typeface="Calibri"/>
              </a:rPr>
              <a:t>no_voie           </a:t>
            </a:r>
            <a:r>
              <a:rPr b="0" lang="fr-FR" sz="1800" spc="-1" strike="noStrike">
                <a:solidFill>
                  <a:srgbClr val="569cd6"/>
                </a:solidFill>
                <a:latin typeface="Consolas"/>
                <a:ea typeface="Calibri"/>
              </a:rPr>
              <a:t>INTEGER</a:t>
            </a:r>
            <a:r>
              <a:rPr b="0" lang="fr-FR" sz="1800" spc="-1" strike="noStrike">
                <a:solidFill>
                  <a:srgbClr val="cccccc"/>
                </a:solidFill>
                <a:latin typeface="Consolas"/>
                <a:ea typeface="Calibri"/>
              </a:rPr>
              <a:t>,</a:t>
            </a:r>
            <a:endParaRPr b="0" lang="fr-FR" sz="1800" spc="-1" strike="noStrike">
              <a:solidFill>
                <a:srgbClr val="000000"/>
              </a:solidFill>
              <a:latin typeface="Arial"/>
            </a:endParaRPr>
          </a:p>
          <a:p>
            <a:pPr marL="457200" indent="-343080">
              <a:lnSpc>
                <a:spcPct val="90000"/>
              </a:lnSpc>
              <a:spcBef>
                <a:spcPts val="799"/>
              </a:spcBef>
              <a:buClr>
                <a:srgbClr val="2e7a40"/>
              </a:buClr>
              <a:buFont typeface="Arial"/>
              <a:buChar char="•"/>
            </a:pPr>
            <a:r>
              <a:rPr b="0" lang="fr-FR" sz="1800" spc="-1" strike="noStrike">
                <a:solidFill>
                  <a:srgbClr val="cccccc"/>
                </a:solidFill>
                <a:latin typeface="Consolas"/>
                <a:ea typeface="Calibri"/>
              </a:rPr>
              <a:t>    </a:t>
            </a:r>
            <a:r>
              <a:rPr b="0" lang="fr-FR" sz="1800" spc="-1" strike="noStrike">
                <a:solidFill>
                  <a:srgbClr val="cccccc"/>
                </a:solidFill>
                <a:latin typeface="Consolas"/>
                <a:ea typeface="Calibri"/>
              </a:rPr>
              <a:t>b_t_q             </a:t>
            </a:r>
            <a:r>
              <a:rPr b="0" lang="fr-FR" sz="1800" spc="-1" strike="noStrike">
                <a:solidFill>
                  <a:srgbClr val="569cd6"/>
                </a:solidFill>
                <a:latin typeface="Consolas"/>
                <a:ea typeface="Calibri"/>
              </a:rPr>
              <a:t>TEXT</a:t>
            </a:r>
            <a:r>
              <a:rPr b="0" lang="fr-FR" sz="1800" spc="-1" strike="noStrike">
                <a:solidFill>
                  <a:srgbClr val="cccccc"/>
                </a:solidFill>
                <a:latin typeface="Consolas"/>
                <a:ea typeface="Calibri"/>
              </a:rPr>
              <a:t> (</a:t>
            </a:r>
            <a:r>
              <a:rPr b="0" lang="fr-FR" sz="1800" spc="-1" strike="noStrike">
                <a:solidFill>
                  <a:srgbClr val="b5cea8"/>
                </a:solidFill>
                <a:latin typeface="Consolas"/>
                <a:ea typeface="Calibri"/>
              </a:rPr>
              <a:t>1</a:t>
            </a:r>
            <a:r>
              <a:rPr b="0" lang="fr-FR" sz="1800" spc="-1" strike="noStrike">
                <a:solidFill>
                  <a:srgbClr val="cccccc"/>
                </a:solidFill>
                <a:latin typeface="Consolas"/>
                <a:ea typeface="Calibri"/>
              </a:rPr>
              <a:t>),</a:t>
            </a:r>
            <a:endParaRPr b="0" lang="fr-FR" sz="1800" spc="-1" strike="noStrike">
              <a:solidFill>
                <a:srgbClr val="000000"/>
              </a:solidFill>
              <a:latin typeface="Arial"/>
            </a:endParaRPr>
          </a:p>
          <a:p>
            <a:pPr marL="457200" indent="-343080">
              <a:lnSpc>
                <a:spcPct val="90000"/>
              </a:lnSpc>
              <a:spcBef>
                <a:spcPts val="799"/>
              </a:spcBef>
              <a:buClr>
                <a:srgbClr val="2e7a40"/>
              </a:buClr>
              <a:buFont typeface="Arial"/>
              <a:buChar char="•"/>
            </a:pPr>
            <a:r>
              <a:rPr b="0" lang="fr-FR" sz="1800" spc="-1" strike="noStrike">
                <a:solidFill>
                  <a:srgbClr val="cccccc"/>
                </a:solidFill>
                <a:latin typeface="Consolas"/>
                <a:ea typeface="Calibri"/>
              </a:rPr>
              <a:t>    </a:t>
            </a:r>
            <a:r>
              <a:rPr b="0" lang="fr-FR" sz="1800" spc="-1" strike="noStrike">
                <a:solidFill>
                  <a:srgbClr val="cccccc"/>
                </a:solidFill>
                <a:latin typeface="Consolas"/>
                <a:ea typeface="Calibri"/>
              </a:rPr>
              <a:t>type_voie         </a:t>
            </a:r>
            <a:r>
              <a:rPr b="0" lang="fr-FR" sz="1800" spc="-1" strike="noStrike">
                <a:solidFill>
                  <a:srgbClr val="569cd6"/>
                </a:solidFill>
                <a:latin typeface="Consolas"/>
                <a:ea typeface="Calibri"/>
              </a:rPr>
              <a:t>TEXT</a:t>
            </a:r>
            <a:r>
              <a:rPr b="0" lang="fr-FR" sz="1800" spc="-1" strike="noStrike">
                <a:solidFill>
                  <a:srgbClr val="cccccc"/>
                </a:solidFill>
                <a:latin typeface="Consolas"/>
                <a:ea typeface="Calibri"/>
              </a:rPr>
              <a:t> (</a:t>
            </a:r>
            <a:r>
              <a:rPr b="0" lang="fr-FR" sz="1800" spc="-1" strike="noStrike">
                <a:solidFill>
                  <a:srgbClr val="b5cea8"/>
                </a:solidFill>
                <a:latin typeface="Consolas"/>
                <a:ea typeface="Calibri"/>
              </a:rPr>
              <a:t>5</a:t>
            </a:r>
            <a:r>
              <a:rPr b="0" lang="fr-FR" sz="1800" spc="-1" strike="noStrike">
                <a:solidFill>
                  <a:srgbClr val="cccccc"/>
                </a:solidFill>
                <a:latin typeface="Consolas"/>
                <a:ea typeface="Calibri"/>
              </a:rPr>
              <a:t>),</a:t>
            </a:r>
            <a:endParaRPr b="0" lang="fr-FR" sz="1800" spc="-1" strike="noStrike">
              <a:solidFill>
                <a:srgbClr val="000000"/>
              </a:solidFill>
              <a:latin typeface="Arial"/>
            </a:endParaRPr>
          </a:p>
          <a:p>
            <a:pPr marL="457200" indent="-343080">
              <a:lnSpc>
                <a:spcPct val="90000"/>
              </a:lnSpc>
              <a:spcBef>
                <a:spcPts val="799"/>
              </a:spcBef>
              <a:buClr>
                <a:srgbClr val="2e7a40"/>
              </a:buClr>
              <a:buFont typeface="Arial"/>
              <a:buChar char="•"/>
            </a:pPr>
            <a:r>
              <a:rPr b="0" lang="fr-FR" sz="1800" spc="-1" strike="noStrike">
                <a:solidFill>
                  <a:srgbClr val="cccccc"/>
                </a:solidFill>
                <a:latin typeface="Consolas"/>
                <a:ea typeface="Calibri"/>
              </a:rPr>
              <a:t>    </a:t>
            </a:r>
            <a:r>
              <a:rPr b="0" lang="fr-FR" sz="1800" spc="-1" strike="noStrike">
                <a:solidFill>
                  <a:srgbClr val="cccccc"/>
                </a:solidFill>
                <a:latin typeface="Consolas"/>
                <a:ea typeface="Calibri"/>
              </a:rPr>
              <a:t>voie              </a:t>
            </a:r>
            <a:r>
              <a:rPr b="0" lang="fr-FR" sz="1800" spc="-1" strike="noStrike">
                <a:solidFill>
                  <a:srgbClr val="569cd6"/>
                </a:solidFill>
                <a:latin typeface="Consolas"/>
                <a:ea typeface="Calibri"/>
              </a:rPr>
              <a:t>TEXT</a:t>
            </a:r>
            <a:r>
              <a:rPr b="0" lang="fr-FR" sz="1800" spc="-1" strike="noStrike">
                <a:solidFill>
                  <a:srgbClr val="cccccc"/>
                </a:solidFill>
                <a:latin typeface="Consolas"/>
                <a:ea typeface="Calibri"/>
              </a:rPr>
              <a:t> (</a:t>
            </a:r>
            <a:r>
              <a:rPr b="0" lang="fr-FR" sz="1800" spc="-1" strike="noStrike">
                <a:solidFill>
                  <a:srgbClr val="b5cea8"/>
                </a:solidFill>
                <a:latin typeface="Consolas"/>
                <a:ea typeface="Calibri"/>
              </a:rPr>
              <a:t>50</a:t>
            </a:r>
            <a:r>
              <a:rPr b="0" lang="fr-FR" sz="1800" spc="-1" strike="noStrike">
                <a:solidFill>
                  <a:srgbClr val="cccccc"/>
                </a:solidFill>
                <a:latin typeface="Consolas"/>
                <a:ea typeface="Calibri"/>
              </a:rPr>
              <a:t>),</a:t>
            </a:r>
            <a:endParaRPr b="0" lang="fr-FR" sz="1800" spc="-1" strike="noStrike">
              <a:solidFill>
                <a:srgbClr val="000000"/>
              </a:solidFill>
              <a:latin typeface="Arial"/>
            </a:endParaRPr>
          </a:p>
          <a:p>
            <a:pPr marL="457200" indent="-343080">
              <a:lnSpc>
                <a:spcPct val="90000"/>
              </a:lnSpc>
              <a:spcBef>
                <a:spcPts val="799"/>
              </a:spcBef>
              <a:buClr>
                <a:srgbClr val="2e7a40"/>
              </a:buClr>
              <a:buFont typeface="Arial"/>
              <a:buChar char="•"/>
            </a:pPr>
            <a:r>
              <a:rPr b="0" lang="fr-FR" sz="1800" spc="-1" strike="noStrike">
                <a:solidFill>
                  <a:srgbClr val="cccccc"/>
                </a:solidFill>
                <a:latin typeface="Consolas"/>
                <a:ea typeface="Calibri"/>
              </a:rPr>
              <a:t>    </a:t>
            </a:r>
            <a:r>
              <a:rPr b="0" lang="fr-FR" sz="1800" spc="-1" strike="noStrike">
                <a:solidFill>
                  <a:srgbClr val="cccccc"/>
                </a:solidFill>
                <a:latin typeface="Consolas"/>
                <a:ea typeface="Calibri"/>
              </a:rPr>
              <a:t>surface_carrez    </a:t>
            </a:r>
            <a:r>
              <a:rPr b="0" lang="fr-FR" sz="1800" spc="-1" strike="noStrike">
                <a:solidFill>
                  <a:srgbClr val="569cd6"/>
                </a:solidFill>
                <a:latin typeface="Consolas"/>
                <a:ea typeface="Calibri"/>
              </a:rPr>
              <a:t>NUMERIC</a:t>
            </a:r>
            <a:r>
              <a:rPr b="0" lang="fr-FR" sz="1800" spc="-1" strike="noStrike">
                <a:solidFill>
                  <a:srgbClr val="cccccc"/>
                </a:solidFill>
                <a:latin typeface="Consolas"/>
                <a:ea typeface="Calibri"/>
              </a:rPr>
              <a:t> (</a:t>
            </a:r>
            <a:r>
              <a:rPr b="0" lang="fr-FR" sz="1800" spc="-1" strike="noStrike">
                <a:solidFill>
                  <a:srgbClr val="b5cea8"/>
                </a:solidFill>
                <a:latin typeface="Consolas"/>
                <a:ea typeface="Calibri"/>
              </a:rPr>
              <a:t>6</a:t>
            </a:r>
            <a:r>
              <a:rPr b="0" lang="fr-FR" sz="1800" spc="-1" strike="noStrike">
                <a:solidFill>
                  <a:srgbClr val="cccccc"/>
                </a:solidFill>
                <a:latin typeface="Consolas"/>
                <a:ea typeface="Calibri"/>
              </a:rPr>
              <a:t>),</a:t>
            </a:r>
            <a:endParaRPr b="0" lang="fr-FR" sz="1800" spc="-1" strike="noStrike">
              <a:solidFill>
                <a:srgbClr val="000000"/>
              </a:solidFill>
              <a:latin typeface="Arial"/>
            </a:endParaRPr>
          </a:p>
          <a:p>
            <a:pPr marL="457200" indent="-343080">
              <a:lnSpc>
                <a:spcPct val="90000"/>
              </a:lnSpc>
              <a:spcBef>
                <a:spcPts val="799"/>
              </a:spcBef>
              <a:buClr>
                <a:srgbClr val="2e7a40"/>
              </a:buClr>
              <a:buFont typeface="Arial"/>
              <a:buChar char="•"/>
            </a:pPr>
            <a:r>
              <a:rPr b="0" lang="fr-FR" sz="1800" spc="-1" strike="noStrike">
                <a:solidFill>
                  <a:srgbClr val="cccccc"/>
                </a:solidFill>
                <a:latin typeface="Consolas"/>
                <a:ea typeface="Calibri"/>
              </a:rPr>
              <a:t>    </a:t>
            </a:r>
            <a:r>
              <a:rPr b="0" lang="fr-FR" sz="1800" spc="-1" strike="noStrike">
                <a:solidFill>
                  <a:srgbClr val="cccccc"/>
                </a:solidFill>
                <a:latin typeface="Consolas"/>
                <a:ea typeface="Calibri"/>
              </a:rPr>
              <a:t>surface_reelle    </a:t>
            </a:r>
            <a:r>
              <a:rPr b="0" lang="fr-FR" sz="1800" spc="-1" strike="noStrike">
                <a:solidFill>
                  <a:srgbClr val="569cd6"/>
                </a:solidFill>
                <a:latin typeface="Consolas"/>
                <a:ea typeface="Calibri"/>
              </a:rPr>
              <a:t>INTEGER</a:t>
            </a:r>
            <a:r>
              <a:rPr b="0" lang="fr-FR" sz="1800" spc="-1" strike="noStrike">
                <a:solidFill>
                  <a:srgbClr val="cccccc"/>
                </a:solidFill>
                <a:latin typeface="Consolas"/>
                <a:ea typeface="Calibri"/>
              </a:rPr>
              <a:t>,</a:t>
            </a:r>
            <a:endParaRPr b="0" lang="fr-FR" sz="1800" spc="-1" strike="noStrike">
              <a:solidFill>
                <a:srgbClr val="000000"/>
              </a:solidFill>
              <a:latin typeface="Arial"/>
            </a:endParaRPr>
          </a:p>
          <a:p>
            <a:pPr marL="457200" indent="-343080">
              <a:lnSpc>
                <a:spcPct val="90000"/>
              </a:lnSpc>
              <a:spcBef>
                <a:spcPts val="799"/>
              </a:spcBef>
              <a:buClr>
                <a:srgbClr val="2e7a40"/>
              </a:buClr>
              <a:buFont typeface="Arial"/>
              <a:buChar char="•"/>
            </a:pPr>
            <a:r>
              <a:rPr b="0" lang="fr-FR" sz="1800" spc="-1" strike="noStrike">
                <a:solidFill>
                  <a:srgbClr val="cccccc"/>
                </a:solidFill>
                <a:latin typeface="Consolas"/>
                <a:ea typeface="Calibri"/>
              </a:rPr>
              <a:t>    </a:t>
            </a:r>
            <a:r>
              <a:rPr b="0" lang="fr-FR" sz="1800" spc="-1" strike="noStrike">
                <a:solidFill>
                  <a:srgbClr val="cccccc"/>
                </a:solidFill>
                <a:latin typeface="Consolas"/>
                <a:ea typeface="Calibri"/>
              </a:rPr>
              <a:t>nb_pieces         </a:t>
            </a:r>
            <a:r>
              <a:rPr b="0" lang="fr-FR" sz="1800" spc="-1" strike="noStrike">
                <a:solidFill>
                  <a:srgbClr val="569cd6"/>
                </a:solidFill>
                <a:latin typeface="Consolas"/>
                <a:ea typeface="Calibri"/>
              </a:rPr>
              <a:t>INTEGER</a:t>
            </a:r>
            <a:r>
              <a:rPr b="0" lang="fr-FR" sz="1800" spc="-1" strike="noStrike">
                <a:solidFill>
                  <a:srgbClr val="cccccc"/>
                </a:solidFill>
                <a:latin typeface="Consolas"/>
                <a:ea typeface="Calibri"/>
              </a:rPr>
              <a:t>     </a:t>
            </a:r>
            <a:r>
              <a:rPr b="0" lang="fr-FR" sz="1800" spc="-1" strike="noStrike">
                <a:solidFill>
                  <a:srgbClr val="569cd6"/>
                </a:solidFill>
                <a:latin typeface="Consolas"/>
                <a:ea typeface="Calibri"/>
              </a:rPr>
              <a:t>NOT NULL</a:t>
            </a:r>
            <a:r>
              <a:rPr b="0" lang="fr-FR" sz="1800" spc="-1" strike="noStrike">
                <a:solidFill>
                  <a:srgbClr val="cccccc"/>
                </a:solidFill>
                <a:latin typeface="Consolas"/>
                <a:ea typeface="Calibri"/>
              </a:rPr>
              <a:t>,</a:t>
            </a:r>
            <a:endParaRPr b="0" lang="fr-FR" sz="1800" spc="-1" strike="noStrike">
              <a:solidFill>
                <a:srgbClr val="000000"/>
              </a:solidFill>
              <a:latin typeface="Arial"/>
            </a:endParaRPr>
          </a:p>
          <a:p>
            <a:pPr marL="457200" indent="-343080">
              <a:lnSpc>
                <a:spcPct val="90000"/>
              </a:lnSpc>
              <a:spcBef>
                <a:spcPts val="799"/>
              </a:spcBef>
              <a:buClr>
                <a:srgbClr val="2e7a40"/>
              </a:buClr>
              <a:buFont typeface="Arial"/>
              <a:buChar char="•"/>
            </a:pPr>
            <a:r>
              <a:rPr b="0" lang="fr-FR" sz="1800" spc="-1" strike="noStrike">
                <a:solidFill>
                  <a:srgbClr val="cccccc"/>
                </a:solidFill>
                <a:latin typeface="Consolas"/>
                <a:ea typeface="Calibri"/>
              </a:rPr>
              <a:t>    </a:t>
            </a:r>
            <a:r>
              <a:rPr b="0" lang="fr-FR" sz="1800" spc="-1" strike="noStrike">
                <a:solidFill>
                  <a:srgbClr val="cccccc"/>
                </a:solidFill>
                <a:latin typeface="Consolas"/>
                <a:ea typeface="Calibri"/>
              </a:rPr>
              <a:t>type_local        </a:t>
            </a:r>
            <a:r>
              <a:rPr b="0" lang="fr-FR" sz="1800" spc="-1" strike="noStrike">
                <a:solidFill>
                  <a:srgbClr val="569cd6"/>
                </a:solidFill>
                <a:latin typeface="Consolas"/>
                <a:ea typeface="Calibri"/>
              </a:rPr>
              <a:t>TEXT</a:t>
            </a:r>
            <a:r>
              <a:rPr b="0" lang="fr-FR" sz="1800" spc="-1" strike="noStrike">
                <a:solidFill>
                  <a:srgbClr val="cccccc"/>
                </a:solidFill>
                <a:latin typeface="Consolas"/>
                <a:ea typeface="Calibri"/>
              </a:rPr>
              <a:t> (</a:t>
            </a:r>
            <a:r>
              <a:rPr b="0" lang="fr-FR" sz="1800" spc="-1" strike="noStrike">
                <a:solidFill>
                  <a:srgbClr val="b5cea8"/>
                </a:solidFill>
                <a:latin typeface="Consolas"/>
                <a:ea typeface="Calibri"/>
              </a:rPr>
              <a:t>50</a:t>
            </a:r>
            <a:r>
              <a:rPr b="0" lang="fr-FR" sz="1800" spc="-1" strike="noStrike">
                <a:solidFill>
                  <a:srgbClr val="cccccc"/>
                </a:solidFill>
                <a:latin typeface="Consolas"/>
                <a:ea typeface="Calibri"/>
              </a:rPr>
              <a:t>)   </a:t>
            </a:r>
            <a:r>
              <a:rPr b="0" lang="fr-FR" sz="1800" spc="-1" strike="noStrike">
                <a:solidFill>
                  <a:srgbClr val="569cd6"/>
                </a:solidFill>
                <a:latin typeface="Consolas"/>
                <a:ea typeface="Calibri"/>
              </a:rPr>
              <a:t>NOT NULL</a:t>
            </a:r>
            <a:endParaRPr b="0" lang="fr-FR" sz="1800" spc="-1" strike="noStrike">
              <a:solidFill>
                <a:srgbClr val="000000"/>
              </a:solidFill>
              <a:latin typeface="Arial"/>
            </a:endParaRPr>
          </a:p>
          <a:p>
            <a:pPr marL="457200" indent="-343080">
              <a:lnSpc>
                <a:spcPct val="90000"/>
              </a:lnSpc>
              <a:spcBef>
                <a:spcPts val="799"/>
              </a:spcBef>
              <a:buClr>
                <a:srgbClr val="2e7a40"/>
              </a:buClr>
              <a:buFont typeface="Arial"/>
              <a:buChar char="•"/>
            </a:pPr>
            <a:r>
              <a:rPr b="0" lang="fr-FR" sz="1800" spc="-1" strike="noStrike">
                <a:solidFill>
                  <a:srgbClr val="cccccc"/>
                </a:solidFill>
                <a:latin typeface="Consolas"/>
                <a:ea typeface="Calibri"/>
              </a:rPr>
              <a:t>);</a:t>
            </a:r>
            <a:endParaRPr b="0" lang="fr-FR" sz="1800" spc="-1" strike="noStrike">
              <a:solidFill>
                <a:srgbClr val="000000"/>
              </a:solidFill>
              <a:latin typeface="Arial"/>
            </a:endParaRPr>
          </a:p>
        </p:txBody>
      </p:sp>
      <p:sp>
        <p:nvSpPr>
          <p:cNvPr id="199" name="PlaceHolder 3"/>
          <p:cNvSpPr>
            <a:spLocks noGrp="1"/>
          </p:cNvSpPr>
          <p:nvPr>
            <p:ph type="ftr" idx="42"/>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rgbClr val="9e9e9e"/>
                </a:solidFill>
                <a:latin typeface="Calibri"/>
                <a:ea typeface="Calibri"/>
              </a:defRPr>
            </a:lvl1pPr>
          </a:lstStyle>
          <a:p>
            <a:pPr indent="0" algn="ctr">
              <a:lnSpc>
                <a:spcPct val="100000"/>
              </a:lnSpc>
              <a:buNone/>
              <a:tabLst>
                <a:tab algn="l" pos="0"/>
              </a:tabLst>
            </a:pPr>
            <a:r>
              <a:rPr b="0" lang="fr" sz="900" spc="-1" strike="noStrike">
                <a:solidFill>
                  <a:srgbClr val="9e9e9e"/>
                </a:solidFill>
                <a:latin typeface="Calibri"/>
                <a:ea typeface="Calibri"/>
              </a:rPr>
              <a:t>Ajouter un pied de page</a:t>
            </a:r>
            <a:endParaRPr b="0" lang="fr-FR" sz="900" spc="-1" strike="noStrike">
              <a:solidFill>
                <a:srgbClr val="000000"/>
              </a:solidFill>
              <a:latin typeface="Times New Roman"/>
            </a:endParaRPr>
          </a:p>
        </p:txBody>
      </p:sp>
      <p:sp>
        <p:nvSpPr>
          <p:cNvPr id="200" name="PlaceHolder 4"/>
          <p:cNvSpPr>
            <a:spLocks noGrp="1"/>
          </p:cNvSpPr>
          <p:nvPr>
            <p:ph type="sldNum" idx="43"/>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rgbClr val="9e9e9e"/>
                </a:solidFill>
                <a:latin typeface="Calibri"/>
                <a:ea typeface="Calibri"/>
              </a:defRPr>
            </a:lvl1pPr>
          </a:lstStyle>
          <a:p>
            <a:pPr indent="0" algn="r">
              <a:lnSpc>
                <a:spcPct val="100000"/>
              </a:lnSpc>
              <a:buNone/>
              <a:tabLst>
                <a:tab algn="l" pos="0"/>
              </a:tabLst>
            </a:pPr>
            <a:fld id="{DFA50824-395B-44AE-BECA-A701E7AF94C9}" type="slidenum">
              <a:rPr b="0" lang="fr" sz="900" spc="-1" strike="noStrike">
                <a:solidFill>
                  <a:srgbClr val="9e9e9e"/>
                </a:solidFill>
                <a:latin typeface="Calibri"/>
                <a:ea typeface="Calibri"/>
              </a:rPr>
              <a:t>7</a:t>
            </a:fld>
            <a:endParaRPr b="0" lang="fr-FR" sz="900" spc="-1" strike="noStrike">
              <a:solidFill>
                <a:srgbClr val="000000"/>
              </a:solidFill>
              <a:latin typeface="Times New Roman"/>
            </a:endParaRPr>
          </a:p>
        </p:txBody>
      </p:sp>
      <p:pic>
        <p:nvPicPr>
          <p:cNvPr id="201" name="Image 2" descr=""/>
          <p:cNvPicPr/>
          <p:nvPr/>
        </p:nvPicPr>
        <p:blipFill>
          <a:blip r:embed="rId1"/>
          <a:stretch/>
        </p:blipFill>
        <p:spPr>
          <a:xfrm>
            <a:off x="4298760" y="1241640"/>
            <a:ext cx="4687920" cy="34455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389160" y="480600"/>
            <a:ext cx="4687920" cy="859320"/>
          </a:xfrm>
          <a:prstGeom prst="rect">
            <a:avLst/>
          </a:prstGeom>
          <a:noFill/>
          <a:ln w="0">
            <a:noFill/>
          </a:ln>
        </p:spPr>
        <p:txBody>
          <a:bodyPr lIns="68400" rIns="68400" tIns="34200" bIns="0" anchor="b">
            <a:noAutofit/>
          </a:bodyPr>
          <a:p>
            <a:pPr indent="0">
              <a:lnSpc>
                <a:spcPct val="90000"/>
              </a:lnSpc>
              <a:buNone/>
              <a:tabLst>
                <a:tab algn="l" pos="0"/>
              </a:tabLst>
            </a:pPr>
            <a:r>
              <a:rPr b="0" lang="fr" sz="2400" spc="-1" strike="noStrike">
                <a:solidFill>
                  <a:schemeClr val="accent1"/>
                </a:solidFill>
                <a:latin typeface="Calibri"/>
                <a:ea typeface="Calibri"/>
              </a:rPr>
              <a:t>Les requêtes ou screenshots qui permettent de démontrer le bon chargement des données</a:t>
            </a:r>
            <a:endParaRPr b="0" lang="fr-FR" sz="2400" spc="-1" strike="noStrike">
              <a:solidFill>
                <a:srgbClr val="000000"/>
              </a:solidFill>
              <a:latin typeface="Arial"/>
            </a:endParaRPr>
          </a:p>
        </p:txBody>
      </p:sp>
      <p:sp>
        <p:nvSpPr>
          <p:cNvPr id="203" name="PlaceHolder 2"/>
          <p:cNvSpPr>
            <a:spLocks noGrp="1"/>
          </p:cNvSpPr>
          <p:nvPr>
            <p:ph type="ftr" idx="44"/>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rgbClr val="9e9e9e"/>
                </a:solidFill>
                <a:latin typeface="Calibri"/>
                <a:ea typeface="Calibri"/>
              </a:defRPr>
            </a:lvl1pPr>
          </a:lstStyle>
          <a:p>
            <a:pPr indent="0" algn="ctr">
              <a:lnSpc>
                <a:spcPct val="100000"/>
              </a:lnSpc>
              <a:buNone/>
              <a:tabLst>
                <a:tab algn="l" pos="0"/>
              </a:tabLst>
            </a:pPr>
            <a:r>
              <a:rPr b="0" lang="fr" sz="900" spc="-1" strike="noStrike">
                <a:solidFill>
                  <a:srgbClr val="9e9e9e"/>
                </a:solidFill>
                <a:latin typeface="Calibri"/>
                <a:ea typeface="Calibri"/>
              </a:rPr>
              <a:t>Ajouter un pied de page</a:t>
            </a:r>
            <a:endParaRPr b="0" lang="fr-FR" sz="900" spc="-1" strike="noStrike">
              <a:solidFill>
                <a:srgbClr val="000000"/>
              </a:solidFill>
              <a:latin typeface="Times New Roman"/>
            </a:endParaRPr>
          </a:p>
        </p:txBody>
      </p:sp>
      <p:sp>
        <p:nvSpPr>
          <p:cNvPr id="204" name="PlaceHolder 3"/>
          <p:cNvSpPr>
            <a:spLocks noGrp="1"/>
          </p:cNvSpPr>
          <p:nvPr>
            <p:ph type="sldNum" idx="45"/>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rgbClr val="9e9e9e"/>
                </a:solidFill>
                <a:latin typeface="Calibri"/>
                <a:ea typeface="Calibri"/>
              </a:defRPr>
            </a:lvl1pPr>
          </a:lstStyle>
          <a:p>
            <a:pPr indent="0" algn="r">
              <a:lnSpc>
                <a:spcPct val="100000"/>
              </a:lnSpc>
              <a:buNone/>
              <a:tabLst>
                <a:tab algn="l" pos="0"/>
              </a:tabLst>
            </a:pPr>
            <a:fld id="{46FC3766-6221-4952-8B78-8075366E03C8}" type="slidenum">
              <a:rPr b="0" lang="fr" sz="900" spc="-1" strike="noStrike">
                <a:solidFill>
                  <a:srgbClr val="9e9e9e"/>
                </a:solidFill>
                <a:latin typeface="Calibri"/>
                <a:ea typeface="Calibri"/>
              </a:rPr>
              <a:t>7</a:t>
            </a:fld>
            <a:endParaRPr b="0" lang="fr-FR" sz="900" spc="-1" strike="noStrike">
              <a:solidFill>
                <a:srgbClr val="000000"/>
              </a:solidFill>
              <a:latin typeface="Times New Roman"/>
            </a:endParaRPr>
          </a:p>
        </p:txBody>
      </p:sp>
      <p:pic>
        <p:nvPicPr>
          <p:cNvPr id="205" name="Image 2" descr=""/>
          <p:cNvPicPr/>
          <p:nvPr/>
        </p:nvPicPr>
        <p:blipFill>
          <a:blip r:embed="rId1"/>
          <a:stretch/>
        </p:blipFill>
        <p:spPr>
          <a:xfrm>
            <a:off x="4305960" y="2157120"/>
            <a:ext cx="4512960" cy="1261800"/>
          </a:xfrm>
          <a:prstGeom prst="rect">
            <a:avLst/>
          </a:prstGeom>
          <a:ln w="0">
            <a:noFill/>
          </a:ln>
        </p:spPr>
      </p:pic>
      <p:pic>
        <p:nvPicPr>
          <p:cNvPr id="206" name="Image 6" descr=""/>
          <p:cNvPicPr/>
          <p:nvPr/>
        </p:nvPicPr>
        <p:blipFill>
          <a:blip r:embed="rId2"/>
          <a:stretch/>
        </p:blipFill>
        <p:spPr>
          <a:xfrm>
            <a:off x="253800" y="1481040"/>
            <a:ext cx="2878560" cy="1153080"/>
          </a:xfrm>
          <a:prstGeom prst="rect">
            <a:avLst/>
          </a:prstGeom>
          <a:ln w="0">
            <a:noFill/>
          </a:ln>
        </p:spPr>
      </p:pic>
      <p:pic>
        <p:nvPicPr>
          <p:cNvPr id="207" name="Image 8" descr=""/>
          <p:cNvPicPr/>
          <p:nvPr/>
        </p:nvPicPr>
        <p:blipFill>
          <a:blip r:embed="rId3"/>
          <a:stretch/>
        </p:blipFill>
        <p:spPr>
          <a:xfrm>
            <a:off x="253800" y="2903760"/>
            <a:ext cx="2915640" cy="1453680"/>
          </a:xfrm>
          <a:prstGeom prst="rect">
            <a:avLst/>
          </a:prstGeom>
          <a:ln w="0">
            <a:noFill/>
          </a:ln>
        </p:spPr>
      </p:pic>
      <p:pic>
        <p:nvPicPr>
          <p:cNvPr id="208" name="Image 10" descr=""/>
          <p:cNvPicPr/>
          <p:nvPr/>
        </p:nvPicPr>
        <p:blipFill>
          <a:blip r:embed="rId4"/>
          <a:stretch/>
        </p:blipFill>
        <p:spPr>
          <a:xfrm>
            <a:off x="4860000" y="555480"/>
            <a:ext cx="3501720" cy="1423440"/>
          </a:xfrm>
          <a:prstGeom prst="rect">
            <a:avLst/>
          </a:prstGeom>
          <a:ln w="0">
            <a:noFill/>
          </a:ln>
        </p:spPr>
      </p:pic>
      <p:pic>
        <p:nvPicPr>
          <p:cNvPr id="209" name="Image 12" descr=""/>
          <p:cNvPicPr/>
          <p:nvPr/>
        </p:nvPicPr>
        <p:blipFill>
          <a:blip r:embed="rId5"/>
          <a:stretch/>
        </p:blipFill>
        <p:spPr>
          <a:xfrm>
            <a:off x="5343120" y="3599640"/>
            <a:ext cx="2575800" cy="125928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0" name="Google Shape;330;p41" descr=""/>
          <p:cNvPicPr/>
          <p:nvPr/>
        </p:nvPicPr>
        <p:blipFill>
          <a:blip r:embed="rId1"/>
          <a:srcRect l="20782" t="0" r="20782" b="0"/>
          <a:stretch/>
        </p:blipFill>
        <p:spPr>
          <a:xfrm>
            <a:off x="1262520" y="645840"/>
            <a:ext cx="3319560" cy="3850920"/>
          </a:xfrm>
          <a:prstGeom prst="rect">
            <a:avLst/>
          </a:prstGeom>
          <a:ln w="0">
            <a:noFill/>
          </a:ln>
        </p:spPr>
      </p:pic>
      <p:sp>
        <p:nvSpPr>
          <p:cNvPr id="211" name="Google Shape;331;p41"/>
          <p:cNvSpPr/>
          <p:nvPr/>
        </p:nvSpPr>
        <p:spPr>
          <a:xfrm rot="16200000">
            <a:off x="2009520" y="1793160"/>
            <a:ext cx="1807920" cy="1558440"/>
          </a:xfrm>
          <a:prstGeom prst="hexagon">
            <a:avLst>
              <a:gd name="adj" fmla="val 25000"/>
              <a:gd name="vf" fmla="val 115470"/>
            </a:avLst>
          </a:prstGeom>
          <a:solidFill>
            <a:schemeClr val="lt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212" name="PlaceHolder 1"/>
          <p:cNvSpPr>
            <a:spLocks noGrp="1"/>
          </p:cNvSpPr>
          <p:nvPr>
            <p:ph type="title"/>
          </p:nvPr>
        </p:nvSpPr>
        <p:spPr>
          <a:xfrm>
            <a:off x="4712760" y="1490400"/>
            <a:ext cx="3682080" cy="1340640"/>
          </a:xfrm>
          <a:prstGeom prst="rect">
            <a:avLst/>
          </a:prstGeom>
          <a:noFill/>
          <a:ln w="0">
            <a:noFill/>
          </a:ln>
        </p:spPr>
        <p:txBody>
          <a:bodyPr lIns="68400" rIns="68400" tIns="34200" bIns="0" anchor="b">
            <a:normAutofit/>
          </a:bodyPr>
          <a:p>
            <a:pPr indent="0">
              <a:lnSpc>
                <a:spcPct val="90000"/>
              </a:lnSpc>
              <a:buNone/>
              <a:tabLst>
                <a:tab algn="l" pos="0"/>
              </a:tabLst>
            </a:pPr>
            <a:r>
              <a:rPr b="0" lang="fr" sz="3000" spc="-1" strike="noStrike">
                <a:solidFill>
                  <a:schemeClr val="accent1"/>
                </a:solidFill>
                <a:latin typeface="Calibri"/>
                <a:ea typeface="Calibri"/>
              </a:rPr>
              <a:t>Requêtes SQL et résultats</a:t>
            </a:r>
            <a:endParaRPr b="0" lang="fr-FR" sz="3000" spc="-1" strike="noStrike">
              <a:solidFill>
                <a:srgbClr val="000000"/>
              </a:solidFill>
              <a:latin typeface="Arial"/>
            </a:endParaRPr>
          </a:p>
        </p:txBody>
      </p:sp>
      <p:sp>
        <p:nvSpPr>
          <p:cNvPr id="213" name="Google Shape;333;p41"/>
          <p:cNvSpPr/>
          <p:nvPr/>
        </p:nvSpPr>
        <p:spPr>
          <a:xfrm rot="16200000">
            <a:off x="2009520" y="1793160"/>
            <a:ext cx="1807920" cy="1558440"/>
          </a:xfrm>
          <a:prstGeom prst="hexagon">
            <a:avLst>
              <a:gd name="adj" fmla="val 25000"/>
              <a:gd name="vf" fmla="val 115470"/>
            </a:avLst>
          </a:prstGeom>
          <a:solidFill>
            <a:schemeClr val="dk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214" name="PlaceHolder 2"/>
          <p:cNvSpPr>
            <a:spLocks noGrp="1"/>
          </p:cNvSpPr>
          <p:nvPr>
            <p:ph/>
          </p:nvPr>
        </p:nvSpPr>
        <p:spPr>
          <a:xfrm>
            <a:off x="4712760" y="2844000"/>
            <a:ext cx="3682080" cy="681120"/>
          </a:xfrm>
          <a:prstGeom prst="rect">
            <a:avLst/>
          </a:prstGeom>
          <a:noFill/>
          <a:ln w="0">
            <a:noFill/>
          </a:ln>
        </p:spPr>
        <p:txBody>
          <a:bodyPr lIns="68400" rIns="68400" tIns="34200" bIns="34200" anchor="t">
            <a:normAutofit/>
          </a:bodyPr>
          <a:p>
            <a:pPr indent="0">
              <a:lnSpc>
                <a:spcPct val="90000"/>
              </a:lnSpc>
              <a:buNone/>
              <a:tabLst>
                <a:tab algn="l" pos="0"/>
              </a:tabLst>
            </a:pPr>
            <a:r>
              <a:rPr b="0" lang="fr" sz="1500" spc="-1" strike="noStrike">
                <a:solidFill>
                  <a:schemeClr val="accent6"/>
                </a:solidFill>
                <a:latin typeface="Calibri"/>
                <a:ea typeface="Calibri"/>
              </a:rPr>
              <a:t>Les futurs possibilités de la base de données.</a:t>
            </a:r>
            <a:endParaRPr b="0" lang="fr-FR" sz="1500" spc="-1" strike="noStrike">
              <a:solidFill>
                <a:srgbClr val="000000"/>
              </a:solidFill>
              <a:latin typeface="Arial"/>
            </a:endParaRPr>
          </a:p>
        </p:txBody>
      </p:sp>
      <p:pic>
        <p:nvPicPr>
          <p:cNvPr id="215" name="Google Shape;335;p41" descr="https://lh5.googleusercontent.com/TcdnvzxQ7ulQo8GiFwfIKujloK6EfAJv7ikP-EvnfdTVQnROS3WXw6XSx9Cpd73e_l7GCUAnbxroB-qlzG2fvYdCyl-Y5QZ95MpiD-GfDN-4taJyHRqsr3vOZzc3ONTBu52b0HIdUOMeHvdHiA_5tD0"/>
          <p:cNvPicPr/>
          <p:nvPr/>
        </p:nvPicPr>
        <p:blipFill>
          <a:blip r:embed="rId2"/>
          <a:srcRect l="11387" t="12668" r="63938" b="13980"/>
          <a:stretch/>
        </p:blipFill>
        <p:spPr>
          <a:xfrm>
            <a:off x="1979640" y="1607760"/>
            <a:ext cx="1800000" cy="177804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389160" y="156600"/>
            <a:ext cx="6248160" cy="859320"/>
          </a:xfrm>
          <a:prstGeom prst="rect">
            <a:avLst/>
          </a:prstGeom>
          <a:noFill/>
          <a:ln w="0">
            <a:noFill/>
          </a:ln>
        </p:spPr>
        <p:txBody>
          <a:bodyPr lIns="68400" rIns="68400" tIns="34200" bIns="0" anchor="b">
            <a:normAutofit/>
          </a:bodyPr>
          <a:p>
            <a:pPr indent="0">
              <a:lnSpc>
                <a:spcPct val="90000"/>
              </a:lnSpc>
              <a:buNone/>
              <a:tabLst>
                <a:tab algn="l" pos="0"/>
              </a:tabLst>
            </a:pPr>
            <a:r>
              <a:rPr b="0" lang="fr" sz="3300" spc="-1" strike="noStrike">
                <a:solidFill>
                  <a:schemeClr val="accent1"/>
                </a:solidFill>
                <a:latin typeface="Calibri"/>
                <a:ea typeface="Calibri"/>
              </a:rPr>
              <a:t>Requête 1</a:t>
            </a:r>
            <a:endParaRPr b="0" lang="fr-FR" sz="3300" spc="-1" strike="noStrike">
              <a:solidFill>
                <a:srgbClr val="000000"/>
              </a:solidFill>
              <a:latin typeface="Arial"/>
            </a:endParaRPr>
          </a:p>
        </p:txBody>
      </p:sp>
      <p:sp>
        <p:nvSpPr>
          <p:cNvPr id="217" name="PlaceHolder 2"/>
          <p:cNvSpPr>
            <a:spLocks noGrp="1"/>
          </p:cNvSpPr>
          <p:nvPr>
            <p:ph type="ftr" idx="46"/>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chemeClr val="lt2"/>
                </a:solidFill>
                <a:latin typeface="Calibri"/>
                <a:ea typeface="Calibri"/>
              </a:defRPr>
            </a:lvl1pPr>
          </a:lstStyle>
          <a:p>
            <a:pPr indent="0" algn="ctr">
              <a:lnSpc>
                <a:spcPct val="100000"/>
              </a:lnSpc>
              <a:buNone/>
              <a:tabLst>
                <a:tab algn="l" pos="0"/>
              </a:tabLst>
            </a:pPr>
            <a:r>
              <a:rPr b="0" lang="fr" sz="900" spc="-1" strike="noStrike">
                <a:solidFill>
                  <a:schemeClr val="lt2"/>
                </a:solidFill>
                <a:latin typeface="Calibri"/>
                <a:ea typeface="Calibri"/>
              </a:rPr>
              <a:t>Ajouter un pied de page</a:t>
            </a:r>
            <a:endParaRPr b="0" lang="fr-FR" sz="900" spc="-1" strike="noStrike">
              <a:solidFill>
                <a:srgbClr val="000000"/>
              </a:solidFill>
              <a:latin typeface="Times New Roman"/>
            </a:endParaRPr>
          </a:p>
        </p:txBody>
      </p:sp>
      <p:sp>
        <p:nvSpPr>
          <p:cNvPr id="218" name="PlaceHolder 3"/>
          <p:cNvSpPr>
            <a:spLocks noGrp="1"/>
          </p:cNvSpPr>
          <p:nvPr>
            <p:ph type="sldNum" idx="47"/>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95CCCAA6-3EC7-48FB-90E6-4198CF7E134A}"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219" name="PlaceHolder 4"/>
          <p:cNvSpPr>
            <a:spLocks noGrp="1"/>
          </p:cNvSpPr>
          <p:nvPr>
            <p:ph/>
          </p:nvPr>
        </p:nvSpPr>
        <p:spPr>
          <a:xfrm>
            <a:off x="390240" y="1032840"/>
            <a:ext cx="5524560" cy="455040"/>
          </a:xfrm>
          <a:prstGeom prst="rect">
            <a:avLst/>
          </a:prstGeom>
          <a:noFill/>
          <a:ln w="0">
            <a:noFill/>
          </a:ln>
        </p:spPr>
        <p:txBody>
          <a:bodyPr lIns="68400" rIns="68400" tIns="34200" bIns="34200" anchor="t">
            <a:noAutofit/>
          </a:bodyPr>
          <a:p>
            <a:pPr indent="0">
              <a:lnSpc>
                <a:spcPct val="90000"/>
              </a:lnSpc>
              <a:buNone/>
              <a:tabLst>
                <a:tab algn="l" pos="0"/>
              </a:tabLst>
            </a:pPr>
            <a:r>
              <a:rPr b="0" lang="fr-FR" sz="1500" spc="-1" strike="noStrike">
                <a:solidFill>
                  <a:schemeClr val="accent6"/>
                </a:solidFill>
                <a:latin typeface="Calibri"/>
                <a:ea typeface="Calibri"/>
              </a:rPr>
              <a:t>Nombre total d’appartements vendus au 1er semestre 2020.</a:t>
            </a:r>
            <a:endParaRPr b="0" lang="fr-FR" sz="1500" spc="-1" strike="noStrike">
              <a:solidFill>
                <a:srgbClr val="000000"/>
              </a:solidFill>
              <a:latin typeface="Arial"/>
            </a:endParaRPr>
          </a:p>
        </p:txBody>
      </p:sp>
      <p:pic>
        <p:nvPicPr>
          <p:cNvPr id="220" name="Image 4" descr=""/>
          <p:cNvPicPr/>
          <p:nvPr/>
        </p:nvPicPr>
        <p:blipFill>
          <a:blip r:embed="rId1"/>
          <a:stretch/>
        </p:blipFill>
        <p:spPr>
          <a:xfrm>
            <a:off x="732240" y="3331080"/>
            <a:ext cx="2779920" cy="693720"/>
          </a:xfrm>
          <a:prstGeom prst="rect">
            <a:avLst/>
          </a:prstGeom>
          <a:ln w="0">
            <a:noFill/>
          </a:ln>
        </p:spPr>
      </p:pic>
      <p:sp>
        <p:nvSpPr>
          <p:cNvPr id="221" name="ZoneTexte 6"/>
          <p:cNvSpPr/>
          <p:nvPr/>
        </p:nvSpPr>
        <p:spPr>
          <a:xfrm>
            <a:off x="606240" y="1489320"/>
            <a:ext cx="6030720" cy="1370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1400" spc="-1" strike="noStrike">
                <a:solidFill>
                  <a:srgbClr val="729fcf"/>
                </a:solidFill>
                <a:latin typeface="Consolas"/>
                <a:ea typeface="Arial"/>
              </a:rPr>
              <a:t>SELECT </a:t>
            </a:r>
            <a:endParaRPr b="0" lang="fr-FR" sz="1400" spc="-1" strike="noStrike">
              <a:solidFill>
                <a:srgbClr val="000000"/>
              </a:solidFill>
              <a:latin typeface="Arial"/>
            </a:endParaRPr>
          </a:p>
          <a:p>
            <a:pPr>
              <a:lnSpc>
                <a:spcPct val="100000"/>
              </a:lnSpc>
            </a:pPr>
            <a:r>
              <a:rPr b="0" lang="fr-FR" sz="1400" spc="-1" strike="noStrike">
                <a:solidFill>
                  <a:srgbClr val="729fcf"/>
                </a:solidFill>
                <a:latin typeface="Consolas"/>
                <a:ea typeface="Arial"/>
              </a:rPr>
              <a:t>COUNT(vente.id) AS nb_ventes</a:t>
            </a:r>
            <a:endParaRPr b="0" lang="fr-FR" sz="1400" spc="-1" strike="noStrike">
              <a:solidFill>
                <a:srgbClr val="000000"/>
              </a:solidFill>
              <a:latin typeface="Arial"/>
            </a:endParaRPr>
          </a:p>
          <a:p>
            <a:pPr>
              <a:lnSpc>
                <a:spcPct val="100000"/>
              </a:lnSpc>
            </a:pPr>
            <a:r>
              <a:rPr b="0" lang="fr-FR" sz="1400" spc="-1" strike="noStrike">
                <a:solidFill>
                  <a:srgbClr val="729fcf"/>
                </a:solidFill>
                <a:latin typeface="Consolas"/>
                <a:ea typeface="Arial"/>
              </a:rPr>
              <a:t>FROM vente</a:t>
            </a:r>
            <a:endParaRPr b="0" lang="fr-FR" sz="1400" spc="-1" strike="noStrike">
              <a:solidFill>
                <a:srgbClr val="000000"/>
              </a:solidFill>
              <a:latin typeface="Arial"/>
            </a:endParaRPr>
          </a:p>
          <a:p>
            <a:pPr>
              <a:lnSpc>
                <a:spcPct val="100000"/>
              </a:lnSpc>
            </a:pPr>
            <a:r>
              <a:rPr b="0" lang="fr-FR" sz="1400" spc="-1" strike="noStrike">
                <a:solidFill>
                  <a:srgbClr val="729fcf"/>
                </a:solidFill>
                <a:latin typeface="Consolas"/>
                <a:ea typeface="Arial"/>
              </a:rPr>
              <a:t>JOIN bien ON vente.id_bien = bien.id</a:t>
            </a:r>
            <a:endParaRPr b="0" lang="fr-FR" sz="1400" spc="-1" strike="noStrike">
              <a:solidFill>
                <a:srgbClr val="000000"/>
              </a:solidFill>
              <a:latin typeface="Arial"/>
            </a:endParaRPr>
          </a:p>
          <a:p>
            <a:pPr>
              <a:lnSpc>
                <a:spcPct val="100000"/>
              </a:lnSpc>
            </a:pPr>
            <a:r>
              <a:rPr b="0" lang="fr-FR" sz="1400" spc="-1" strike="noStrike">
                <a:solidFill>
                  <a:srgbClr val="729fcf"/>
                </a:solidFill>
                <a:latin typeface="Consolas"/>
                <a:ea typeface="Arial"/>
              </a:rPr>
              <a:t>WHERE date &gt;= '2020-01-01' AND date &lt;= '2020-06-30'</a:t>
            </a:r>
            <a:endParaRPr b="0" lang="fr-FR" sz="1400" spc="-1" strike="noStrike">
              <a:solidFill>
                <a:srgbClr val="000000"/>
              </a:solidFill>
              <a:latin typeface="Arial"/>
            </a:endParaRPr>
          </a:p>
          <a:p>
            <a:pPr>
              <a:lnSpc>
                <a:spcPct val="100000"/>
              </a:lnSpc>
            </a:pPr>
            <a:r>
              <a:rPr b="0" lang="fr-FR" sz="1400" spc="-1" strike="noStrike">
                <a:solidFill>
                  <a:srgbClr val="729fcf"/>
                </a:solidFill>
                <a:latin typeface="Consolas"/>
                <a:ea typeface="Arial"/>
              </a:rPr>
              <a:t>AND bien.type_local = 'Appartement' ;</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389160" y="156600"/>
            <a:ext cx="6248160" cy="859320"/>
          </a:xfrm>
          <a:prstGeom prst="rect">
            <a:avLst/>
          </a:prstGeom>
          <a:noFill/>
          <a:ln w="0">
            <a:noFill/>
          </a:ln>
        </p:spPr>
        <p:txBody>
          <a:bodyPr lIns="68400" rIns="68400" tIns="34200" bIns="0" anchor="b">
            <a:normAutofit/>
          </a:bodyPr>
          <a:p>
            <a:pPr indent="0">
              <a:lnSpc>
                <a:spcPct val="90000"/>
              </a:lnSpc>
              <a:buNone/>
              <a:tabLst>
                <a:tab algn="l" pos="0"/>
              </a:tabLst>
            </a:pPr>
            <a:r>
              <a:rPr b="0" lang="fr" sz="3300" spc="-1" strike="noStrike">
                <a:solidFill>
                  <a:schemeClr val="accent1"/>
                </a:solidFill>
                <a:latin typeface="Calibri"/>
                <a:ea typeface="Calibri"/>
              </a:rPr>
              <a:t>Requête 2</a:t>
            </a:r>
            <a:endParaRPr b="0" lang="fr-FR" sz="3300" spc="-1" strike="noStrike">
              <a:solidFill>
                <a:srgbClr val="000000"/>
              </a:solidFill>
              <a:latin typeface="Arial"/>
            </a:endParaRPr>
          </a:p>
        </p:txBody>
      </p:sp>
      <p:sp>
        <p:nvSpPr>
          <p:cNvPr id="223" name="PlaceHolder 2"/>
          <p:cNvSpPr>
            <a:spLocks noGrp="1"/>
          </p:cNvSpPr>
          <p:nvPr>
            <p:ph type="sldNum" idx="48"/>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97905BAD-BB53-4247-A987-ADDF311EA9E7}"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224" name="PlaceHolder 3"/>
          <p:cNvSpPr>
            <a:spLocks noGrp="1"/>
          </p:cNvSpPr>
          <p:nvPr>
            <p:ph/>
          </p:nvPr>
        </p:nvSpPr>
        <p:spPr>
          <a:xfrm>
            <a:off x="390240" y="1032840"/>
            <a:ext cx="5524560" cy="455040"/>
          </a:xfrm>
          <a:prstGeom prst="rect">
            <a:avLst/>
          </a:prstGeom>
          <a:noFill/>
          <a:ln w="0">
            <a:noFill/>
          </a:ln>
        </p:spPr>
        <p:txBody>
          <a:bodyPr lIns="68400" rIns="68400" tIns="34200" bIns="34200" anchor="t">
            <a:noAutofit/>
          </a:bodyPr>
          <a:p>
            <a:pPr indent="0">
              <a:lnSpc>
                <a:spcPct val="90000"/>
              </a:lnSpc>
              <a:buNone/>
              <a:tabLst>
                <a:tab algn="l" pos="0"/>
              </a:tabLst>
            </a:pPr>
            <a:r>
              <a:rPr b="0" lang="fr-FR" sz="1500" spc="-1" strike="noStrike">
                <a:solidFill>
                  <a:schemeClr val="accent6"/>
                </a:solidFill>
                <a:latin typeface="Calibri"/>
                <a:ea typeface="Calibri"/>
              </a:rPr>
              <a:t>Le nombre de ventes d’appartement par région pour le 1er semestre</a:t>
            </a:r>
            <a:endParaRPr b="0" lang="fr-FR" sz="1500" spc="-1" strike="noStrike">
              <a:solidFill>
                <a:srgbClr val="000000"/>
              </a:solidFill>
              <a:latin typeface="Arial"/>
            </a:endParaRPr>
          </a:p>
          <a:p>
            <a:pPr indent="0">
              <a:lnSpc>
                <a:spcPct val="90000"/>
              </a:lnSpc>
              <a:buNone/>
              <a:tabLst>
                <a:tab algn="l" pos="0"/>
              </a:tabLst>
            </a:pPr>
            <a:r>
              <a:rPr b="0" lang="fr-FR" sz="1500" spc="-1" strike="noStrike">
                <a:solidFill>
                  <a:schemeClr val="accent6"/>
                </a:solidFill>
                <a:latin typeface="Calibri"/>
                <a:ea typeface="Calibri"/>
              </a:rPr>
              <a:t>2020.</a:t>
            </a:r>
            <a:endParaRPr b="0" lang="fr-FR" sz="1500" spc="-1" strike="noStrike">
              <a:solidFill>
                <a:srgbClr val="000000"/>
              </a:solidFill>
              <a:latin typeface="Arial"/>
            </a:endParaRPr>
          </a:p>
        </p:txBody>
      </p:sp>
      <p:sp>
        <p:nvSpPr>
          <p:cNvPr id="225" name="ZoneTexte 6"/>
          <p:cNvSpPr/>
          <p:nvPr/>
        </p:nvSpPr>
        <p:spPr>
          <a:xfrm>
            <a:off x="253800" y="1738440"/>
            <a:ext cx="4573800" cy="24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1100" spc="-1" strike="noStrike">
                <a:solidFill>
                  <a:srgbClr val="569cd6"/>
                </a:solidFill>
                <a:latin typeface="Consolas"/>
                <a:ea typeface="Arial"/>
              </a:rPr>
              <a:t>SELECT </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COUNT(vente.id) AS nb_ventes,</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region.nom AS region</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FROM vente </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bien ON vente.id_bien = bien.id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commune ON bien.code_dep_code_com = commune.code_dep_code_com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departement ON commune.id_dep = departement.id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region ON departement.id_region = region.id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WHERE date &gt;= '2020-01-01' AND date &lt;= '2020-06-30'</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AND bien.type_local = 'Appartement'</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GROUP BY region.nom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ORDER BY nb_ventes DESC;</a:t>
            </a:r>
            <a:endParaRPr b="0" lang="fr-FR" sz="1100" spc="-1" strike="noStrike">
              <a:solidFill>
                <a:srgbClr val="000000"/>
              </a:solidFill>
              <a:latin typeface="Arial"/>
            </a:endParaRPr>
          </a:p>
          <a:p>
            <a:pPr>
              <a:lnSpc>
                <a:spcPct val="100000"/>
              </a:lnSpc>
            </a:pPr>
            <a:endParaRPr b="0" lang="fr-FR" sz="1100" spc="-1" strike="noStrike">
              <a:solidFill>
                <a:srgbClr val="000000"/>
              </a:solidFill>
              <a:latin typeface="Arial"/>
            </a:endParaRPr>
          </a:p>
        </p:txBody>
      </p:sp>
      <p:pic>
        <p:nvPicPr>
          <p:cNvPr id="226" name="Image 8" descr=""/>
          <p:cNvPicPr/>
          <p:nvPr/>
        </p:nvPicPr>
        <p:blipFill>
          <a:blip r:embed="rId1"/>
          <a:stretch/>
        </p:blipFill>
        <p:spPr>
          <a:xfrm>
            <a:off x="5091840" y="1573560"/>
            <a:ext cx="3388680" cy="312984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389160" y="156600"/>
            <a:ext cx="6248160" cy="859320"/>
          </a:xfrm>
          <a:prstGeom prst="rect">
            <a:avLst/>
          </a:prstGeom>
          <a:noFill/>
          <a:ln w="0">
            <a:noFill/>
          </a:ln>
        </p:spPr>
        <p:txBody>
          <a:bodyPr lIns="68400" rIns="68400" tIns="34200" bIns="0" anchor="b">
            <a:normAutofit/>
          </a:bodyPr>
          <a:p>
            <a:pPr indent="0">
              <a:lnSpc>
                <a:spcPct val="90000"/>
              </a:lnSpc>
              <a:buNone/>
              <a:tabLst>
                <a:tab algn="l" pos="0"/>
              </a:tabLst>
            </a:pPr>
            <a:r>
              <a:rPr b="0" lang="fr" sz="3300" spc="-1" strike="noStrike">
                <a:solidFill>
                  <a:schemeClr val="accent1"/>
                </a:solidFill>
                <a:latin typeface="Calibri"/>
                <a:ea typeface="Calibri"/>
              </a:rPr>
              <a:t>Requête 3</a:t>
            </a:r>
            <a:endParaRPr b="0" lang="fr-FR" sz="3300" spc="-1" strike="noStrike">
              <a:solidFill>
                <a:srgbClr val="000000"/>
              </a:solidFill>
              <a:latin typeface="Arial"/>
            </a:endParaRPr>
          </a:p>
        </p:txBody>
      </p:sp>
      <p:sp>
        <p:nvSpPr>
          <p:cNvPr id="228" name="PlaceHolder 2"/>
          <p:cNvSpPr>
            <a:spLocks noGrp="1"/>
          </p:cNvSpPr>
          <p:nvPr>
            <p:ph type="ftr" idx="49"/>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chemeClr val="lt2"/>
                </a:solidFill>
                <a:latin typeface="Calibri"/>
                <a:ea typeface="Calibri"/>
              </a:defRPr>
            </a:lvl1pPr>
          </a:lstStyle>
          <a:p>
            <a:pPr indent="0" algn="ctr">
              <a:lnSpc>
                <a:spcPct val="100000"/>
              </a:lnSpc>
              <a:buNone/>
              <a:tabLst>
                <a:tab algn="l" pos="0"/>
              </a:tabLst>
            </a:pPr>
            <a:r>
              <a:rPr b="0" lang="fr" sz="900" spc="-1" strike="noStrike">
                <a:solidFill>
                  <a:schemeClr val="lt2"/>
                </a:solidFill>
                <a:latin typeface="Calibri"/>
                <a:ea typeface="Calibri"/>
              </a:rPr>
              <a:t>Ajouter un pied de page</a:t>
            </a:r>
            <a:endParaRPr b="0" lang="fr-FR" sz="900" spc="-1" strike="noStrike">
              <a:solidFill>
                <a:srgbClr val="000000"/>
              </a:solidFill>
              <a:latin typeface="Times New Roman"/>
            </a:endParaRPr>
          </a:p>
        </p:txBody>
      </p:sp>
      <p:sp>
        <p:nvSpPr>
          <p:cNvPr id="229" name="PlaceHolder 3"/>
          <p:cNvSpPr>
            <a:spLocks noGrp="1"/>
          </p:cNvSpPr>
          <p:nvPr>
            <p:ph type="sldNum" idx="50"/>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B4F70E10-55F4-4139-84E1-99FC782E92B2}"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230" name="PlaceHolder 4"/>
          <p:cNvSpPr>
            <a:spLocks noGrp="1"/>
          </p:cNvSpPr>
          <p:nvPr>
            <p:ph/>
          </p:nvPr>
        </p:nvSpPr>
        <p:spPr>
          <a:xfrm>
            <a:off x="390240" y="1032840"/>
            <a:ext cx="5524560" cy="455040"/>
          </a:xfrm>
          <a:prstGeom prst="rect">
            <a:avLst/>
          </a:prstGeom>
          <a:noFill/>
          <a:ln w="0">
            <a:noFill/>
          </a:ln>
        </p:spPr>
        <p:txBody>
          <a:bodyPr lIns="68400" rIns="68400" tIns="34200" bIns="34200" anchor="t">
            <a:noAutofit/>
          </a:bodyPr>
          <a:p>
            <a:pPr indent="0">
              <a:lnSpc>
                <a:spcPct val="90000"/>
              </a:lnSpc>
              <a:buNone/>
              <a:tabLst>
                <a:tab algn="l" pos="0"/>
              </a:tabLst>
            </a:pPr>
            <a:r>
              <a:rPr b="0" lang="fr-FR" sz="1500" spc="-1" strike="noStrike">
                <a:solidFill>
                  <a:schemeClr val="accent6"/>
                </a:solidFill>
                <a:latin typeface="Calibri"/>
                <a:ea typeface="Calibri"/>
              </a:rPr>
              <a:t>Proportion des ventes d’appartements par le nombre de pièces.</a:t>
            </a:r>
            <a:endParaRPr b="0" lang="fr-FR" sz="1500" spc="-1" strike="noStrike">
              <a:solidFill>
                <a:srgbClr val="000000"/>
              </a:solidFill>
              <a:latin typeface="Arial"/>
            </a:endParaRPr>
          </a:p>
        </p:txBody>
      </p:sp>
      <p:sp>
        <p:nvSpPr>
          <p:cNvPr id="231" name="ZoneTexte 2"/>
          <p:cNvSpPr/>
          <p:nvPr/>
        </p:nvSpPr>
        <p:spPr>
          <a:xfrm>
            <a:off x="306000" y="1857240"/>
            <a:ext cx="4607280" cy="2102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1100" spc="-1" strike="noStrike">
                <a:solidFill>
                  <a:srgbClr val="569cd6"/>
                </a:solidFill>
                <a:latin typeface="Consolas"/>
                <a:ea typeface="Arial"/>
              </a:rPr>
              <a:t>SELECT</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bien.nb_pieces AS nb_pieces,</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ROUND(COUNT(CASE WHEN bien.type_local = 'Appartement' THEN 1 END) *100.00 / COUNT(vente.id), 2) AS proportion_appartements_pourc</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FROM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vente</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bien ON vente.id_bien = bien.id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GROUP BY</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bien.nb_pieces</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ORDER BY</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bien.nb_pieces DESC</a:t>
            </a:r>
            <a:endParaRPr b="0" lang="fr-FR" sz="1100" spc="-1" strike="noStrike">
              <a:solidFill>
                <a:srgbClr val="000000"/>
              </a:solidFill>
              <a:latin typeface="Arial"/>
            </a:endParaRPr>
          </a:p>
        </p:txBody>
      </p:sp>
      <p:pic>
        <p:nvPicPr>
          <p:cNvPr id="232" name="Image 3" descr=""/>
          <p:cNvPicPr/>
          <p:nvPr/>
        </p:nvPicPr>
        <p:blipFill>
          <a:blip r:embed="rId1"/>
          <a:stretch/>
        </p:blipFill>
        <p:spPr>
          <a:xfrm>
            <a:off x="5288400" y="1504440"/>
            <a:ext cx="3418200" cy="276084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389160" y="156600"/>
            <a:ext cx="6248160" cy="859320"/>
          </a:xfrm>
          <a:prstGeom prst="rect">
            <a:avLst/>
          </a:prstGeom>
          <a:noFill/>
          <a:ln w="0">
            <a:noFill/>
          </a:ln>
        </p:spPr>
        <p:txBody>
          <a:bodyPr lIns="68400" rIns="68400" tIns="34200" bIns="0" anchor="b">
            <a:normAutofit/>
          </a:bodyPr>
          <a:p>
            <a:pPr indent="0">
              <a:lnSpc>
                <a:spcPct val="90000"/>
              </a:lnSpc>
              <a:buNone/>
              <a:tabLst>
                <a:tab algn="l" pos="0"/>
              </a:tabLst>
            </a:pPr>
            <a:r>
              <a:rPr b="0" lang="fr" sz="3300" spc="-1" strike="noStrike">
                <a:solidFill>
                  <a:schemeClr val="accent1"/>
                </a:solidFill>
                <a:latin typeface="Calibri"/>
                <a:ea typeface="Calibri"/>
              </a:rPr>
              <a:t>Requête 4</a:t>
            </a:r>
            <a:endParaRPr b="0" lang="fr-FR" sz="3300" spc="-1" strike="noStrike">
              <a:solidFill>
                <a:srgbClr val="000000"/>
              </a:solidFill>
              <a:latin typeface="Arial"/>
            </a:endParaRPr>
          </a:p>
        </p:txBody>
      </p:sp>
      <p:sp>
        <p:nvSpPr>
          <p:cNvPr id="234" name="PlaceHolder 2"/>
          <p:cNvSpPr>
            <a:spLocks noGrp="1"/>
          </p:cNvSpPr>
          <p:nvPr>
            <p:ph type="ftr" idx="51"/>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chemeClr val="lt2"/>
                </a:solidFill>
                <a:latin typeface="Calibri"/>
                <a:ea typeface="Calibri"/>
              </a:defRPr>
            </a:lvl1pPr>
          </a:lstStyle>
          <a:p>
            <a:pPr indent="0" algn="ctr">
              <a:lnSpc>
                <a:spcPct val="100000"/>
              </a:lnSpc>
              <a:buNone/>
              <a:tabLst>
                <a:tab algn="l" pos="0"/>
              </a:tabLst>
            </a:pPr>
            <a:r>
              <a:rPr b="0" lang="fr" sz="900" spc="-1" strike="noStrike">
                <a:solidFill>
                  <a:schemeClr val="lt2"/>
                </a:solidFill>
                <a:latin typeface="Calibri"/>
                <a:ea typeface="Calibri"/>
              </a:rPr>
              <a:t>Ajouter un pied de page</a:t>
            </a:r>
            <a:endParaRPr b="0" lang="fr-FR" sz="900" spc="-1" strike="noStrike">
              <a:solidFill>
                <a:srgbClr val="000000"/>
              </a:solidFill>
              <a:latin typeface="Times New Roman"/>
            </a:endParaRPr>
          </a:p>
        </p:txBody>
      </p:sp>
      <p:sp>
        <p:nvSpPr>
          <p:cNvPr id="235" name="PlaceHolder 3"/>
          <p:cNvSpPr>
            <a:spLocks noGrp="1"/>
          </p:cNvSpPr>
          <p:nvPr>
            <p:ph type="sldNum" idx="52"/>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0B9363FD-8BA1-4509-B6C4-6B8CFA8D2533}"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236" name="PlaceHolder 4"/>
          <p:cNvSpPr>
            <a:spLocks noGrp="1"/>
          </p:cNvSpPr>
          <p:nvPr>
            <p:ph/>
          </p:nvPr>
        </p:nvSpPr>
        <p:spPr>
          <a:xfrm>
            <a:off x="390240" y="1032840"/>
            <a:ext cx="5524560" cy="455040"/>
          </a:xfrm>
          <a:prstGeom prst="rect">
            <a:avLst/>
          </a:prstGeom>
          <a:noFill/>
          <a:ln w="0">
            <a:noFill/>
          </a:ln>
        </p:spPr>
        <p:txBody>
          <a:bodyPr lIns="68400" rIns="68400" tIns="34200" bIns="34200" anchor="t">
            <a:noAutofit/>
          </a:bodyPr>
          <a:p>
            <a:pPr indent="0">
              <a:lnSpc>
                <a:spcPct val="90000"/>
              </a:lnSpc>
              <a:buNone/>
              <a:tabLst>
                <a:tab algn="l" pos="0"/>
              </a:tabLst>
            </a:pPr>
            <a:r>
              <a:rPr b="0" lang="fr-FR" sz="1500" spc="-1" strike="noStrike">
                <a:solidFill>
                  <a:schemeClr val="accent6"/>
                </a:solidFill>
                <a:latin typeface="Calibri"/>
                <a:ea typeface="Calibri"/>
              </a:rPr>
              <a:t>Liste des 10 départements où le prix du mètre carré est le plus élevé.</a:t>
            </a:r>
            <a:endParaRPr b="0" lang="fr-FR" sz="1500" spc="-1" strike="noStrike">
              <a:solidFill>
                <a:srgbClr val="000000"/>
              </a:solidFill>
              <a:latin typeface="Arial"/>
            </a:endParaRPr>
          </a:p>
        </p:txBody>
      </p:sp>
      <p:sp>
        <p:nvSpPr>
          <p:cNvPr id="237" name="ZoneTexte 4"/>
          <p:cNvSpPr/>
          <p:nvPr/>
        </p:nvSpPr>
        <p:spPr>
          <a:xfrm>
            <a:off x="464760" y="1558440"/>
            <a:ext cx="4573800" cy="24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1100" spc="-1" strike="noStrike">
                <a:solidFill>
                  <a:srgbClr val="569cd6"/>
                </a:solidFill>
                <a:latin typeface="Consolas"/>
                <a:ea typeface="Arial"/>
              </a:rPr>
              <a:t>SELECT</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ROUND(AVG(vente.valeur/bien.surface_carrez), 2) AS prix_m2,</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departement.nom AS departement</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FROM vente</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bien ON vente.id_bien = bien.id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commune ON bien.code_dep_code_com = commune.code_dep_code_com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departement ON commune.id_dep = departement.id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WHERE vente.valeur != ''</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AND bien.surface_carrez != 0</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GROUP BY departement.nom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ORDER BY prix_m2 DESC LIMIT 10;</a:t>
            </a:r>
            <a:endParaRPr b="0" lang="fr-FR" sz="1100" spc="-1" strike="noStrike">
              <a:solidFill>
                <a:srgbClr val="000000"/>
              </a:solidFill>
              <a:latin typeface="Arial"/>
            </a:endParaRPr>
          </a:p>
          <a:p>
            <a:pPr>
              <a:lnSpc>
                <a:spcPct val="100000"/>
              </a:lnSpc>
            </a:pPr>
            <a:endParaRPr b="0" lang="fr-FR" sz="1100" spc="-1" strike="noStrike">
              <a:solidFill>
                <a:srgbClr val="000000"/>
              </a:solidFill>
              <a:latin typeface="Arial"/>
            </a:endParaRPr>
          </a:p>
        </p:txBody>
      </p:sp>
      <p:pic>
        <p:nvPicPr>
          <p:cNvPr id="238" name="Image 2" descr=""/>
          <p:cNvPicPr/>
          <p:nvPr/>
        </p:nvPicPr>
        <p:blipFill>
          <a:blip r:embed="rId1"/>
          <a:stretch/>
        </p:blipFill>
        <p:spPr>
          <a:xfrm>
            <a:off x="5493960" y="1767240"/>
            <a:ext cx="2055960" cy="23418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389160" y="156600"/>
            <a:ext cx="6248160" cy="859320"/>
          </a:xfrm>
          <a:prstGeom prst="rect">
            <a:avLst/>
          </a:prstGeom>
          <a:noFill/>
          <a:ln w="0">
            <a:noFill/>
          </a:ln>
        </p:spPr>
        <p:txBody>
          <a:bodyPr lIns="68400" rIns="68400" tIns="34200" bIns="0" anchor="b">
            <a:normAutofit/>
          </a:bodyPr>
          <a:p>
            <a:pPr indent="0">
              <a:lnSpc>
                <a:spcPct val="90000"/>
              </a:lnSpc>
              <a:buNone/>
              <a:tabLst>
                <a:tab algn="l" pos="0"/>
              </a:tabLst>
            </a:pPr>
            <a:r>
              <a:rPr b="0" lang="fr" sz="3300" spc="-1" strike="noStrike">
                <a:solidFill>
                  <a:schemeClr val="accent1"/>
                </a:solidFill>
                <a:latin typeface="Calibri"/>
                <a:ea typeface="Calibri"/>
              </a:rPr>
              <a:t>Requête 5</a:t>
            </a:r>
            <a:endParaRPr b="0" lang="fr-FR" sz="3300" spc="-1" strike="noStrike">
              <a:solidFill>
                <a:srgbClr val="000000"/>
              </a:solidFill>
              <a:latin typeface="Arial"/>
            </a:endParaRPr>
          </a:p>
        </p:txBody>
      </p:sp>
      <p:sp>
        <p:nvSpPr>
          <p:cNvPr id="240" name="PlaceHolder 2"/>
          <p:cNvSpPr>
            <a:spLocks noGrp="1"/>
          </p:cNvSpPr>
          <p:nvPr>
            <p:ph type="ftr" idx="53"/>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chemeClr val="lt2"/>
                </a:solidFill>
                <a:latin typeface="Calibri"/>
                <a:ea typeface="Calibri"/>
              </a:defRPr>
            </a:lvl1pPr>
          </a:lstStyle>
          <a:p>
            <a:pPr indent="0" algn="ctr">
              <a:lnSpc>
                <a:spcPct val="100000"/>
              </a:lnSpc>
              <a:buNone/>
              <a:tabLst>
                <a:tab algn="l" pos="0"/>
              </a:tabLst>
            </a:pPr>
            <a:r>
              <a:rPr b="0" lang="fr" sz="900" spc="-1" strike="noStrike">
                <a:solidFill>
                  <a:schemeClr val="lt2"/>
                </a:solidFill>
                <a:latin typeface="Calibri"/>
                <a:ea typeface="Calibri"/>
              </a:rPr>
              <a:t>Ajouter un pied de page</a:t>
            </a:r>
            <a:endParaRPr b="0" lang="fr-FR" sz="900" spc="-1" strike="noStrike">
              <a:solidFill>
                <a:srgbClr val="000000"/>
              </a:solidFill>
              <a:latin typeface="Times New Roman"/>
            </a:endParaRPr>
          </a:p>
        </p:txBody>
      </p:sp>
      <p:sp>
        <p:nvSpPr>
          <p:cNvPr id="241" name="PlaceHolder 3"/>
          <p:cNvSpPr>
            <a:spLocks noGrp="1"/>
          </p:cNvSpPr>
          <p:nvPr>
            <p:ph type="sldNum" idx="54"/>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8106E004-B91C-4EBF-A6B4-440BF9699AB6}"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242" name="PlaceHolder 4"/>
          <p:cNvSpPr>
            <a:spLocks noGrp="1"/>
          </p:cNvSpPr>
          <p:nvPr>
            <p:ph/>
          </p:nvPr>
        </p:nvSpPr>
        <p:spPr>
          <a:xfrm>
            <a:off x="390240" y="1032840"/>
            <a:ext cx="5524560" cy="455040"/>
          </a:xfrm>
          <a:prstGeom prst="rect">
            <a:avLst/>
          </a:prstGeom>
          <a:noFill/>
          <a:ln w="0">
            <a:noFill/>
          </a:ln>
        </p:spPr>
        <p:txBody>
          <a:bodyPr lIns="68400" rIns="68400" tIns="34200" bIns="34200" anchor="t">
            <a:noAutofit/>
          </a:bodyPr>
          <a:p>
            <a:pPr indent="0">
              <a:lnSpc>
                <a:spcPct val="90000"/>
              </a:lnSpc>
              <a:buNone/>
              <a:tabLst>
                <a:tab algn="l" pos="0"/>
              </a:tabLst>
            </a:pPr>
            <a:r>
              <a:rPr b="0" lang="fr-FR" sz="1500" spc="-1" strike="noStrike">
                <a:solidFill>
                  <a:schemeClr val="accent6"/>
                </a:solidFill>
                <a:latin typeface="Calibri"/>
                <a:ea typeface="Calibri"/>
              </a:rPr>
              <a:t>Prix moyen du mètre carré d’une maison en Île-de-France.</a:t>
            </a:r>
            <a:endParaRPr b="0" lang="fr-FR" sz="1500" spc="-1" strike="noStrike">
              <a:solidFill>
                <a:srgbClr val="000000"/>
              </a:solidFill>
              <a:latin typeface="Arial"/>
            </a:endParaRPr>
          </a:p>
        </p:txBody>
      </p:sp>
      <p:sp>
        <p:nvSpPr>
          <p:cNvPr id="243" name="ZoneTexte 4"/>
          <p:cNvSpPr/>
          <p:nvPr/>
        </p:nvSpPr>
        <p:spPr>
          <a:xfrm>
            <a:off x="389160" y="1487880"/>
            <a:ext cx="4573800" cy="2941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1100" spc="-1" strike="noStrike">
                <a:solidFill>
                  <a:srgbClr val="569cd6"/>
                </a:solidFill>
                <a:latin typeface="Consolas"/>
                <a:ea typeface="Arial"/>
              </a:rPr>
              <a:t>SELECT</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region.nom AS region,</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ROUND(AVG(vente.valeur / bien.surface_carrez), 2) AS prix_moyen_m2_maison</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FROM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vente</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bien ON vente.id_bien = bien.id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commune ON bien.code_dep_code_com = commune.code_dep_code_com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departement ON commune.id_dep = departement.id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region ON departement.id_region = region.id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WHERE</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region.nom = 'Ile-de-France'</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AND bien.type_local = 'Maison'</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AND vente.valeur != ''</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AND bien.surface_carrez != 0</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GROUP BY region.nom;</a:t>
            </a:r>
            <a:endParaRPr b="0" lang="fr-FR" sz="1100" spc="-1" strike="noStrike">
              <a:solidFill>
                <a:srgbClr val="000000"/>
              </a:solidFill>
              <a:latin typeface="Arial"/>
            </a:endParaRPr>
          </a:p>
        </p:txBody>
      </p:sp>
      <p:pic>
        <p:nvPicPr>
          <p:cNvPr id="244" name="Image 2" descr=""/>
          <p:cNvPicPr/>
          <p:nvPr/>
        </p:nvPicPr>
        <p:blipFill>
          <a:blip r:embed="rId1"/>
          <a:stretch/>
        </p:blipFill>
        <p:spPr>
          <a:xfrm>
            <a:off x="5099400" y="2571840"/>
            <a:ext cx="2875320" cy="4842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389160" y="156600"/>
            <a:ext cx="6248160" cy="859320"/>
          </a:xfrm>
          <a:prstGeom prst="rect">
            <a:avLst/>
          </a:prstGeom>
          <a:noFill/>
          <a:ln w="0">
            <a:noFill/>
          </a:ln>
        </p:spPr>
        <p:txBody>
          <a:bodyPr lIns="68400" rIns="68400" tIns="34200" bIns="0" anchor="b">
            <a:normAutofit/>
          </a:bodyPr>
          <a:p>
            <a:pPr indent="0">
              <a:lnSpc>
                <a:spcPct val="90000"/>
              </a:lnSpc>
              <a:buNone/>
              <a:tabLst>
                <a:tab algn="l" pos="0"/>
              </a:tabLst>
            </a:pPr>
            <a:r>
              <a:rPr b="0" lang="fr" sz="3300" spc="-1" strike="noStrike">
                <a:solidFill>
                  <a:schemeClr val="accent1"/>
                </a:solidFill>
                <a:latin typeface="Calibri"/>
                <a:ea typeface="Calibri"/>
              </a:rPr>
              <a:t>Requête 6</a:t>
            </a:r>
            <a:endParaRPr b="0" lang="fr-FR" sz="3300" spc="-1" strike="noStrike">
              <a:solidFill>
                <a:srgbClr val="000000"/>
              </a:solidFill>
              <a:latin typeface="Arial"/>
            </a:endParaRPr>
          </a:p>
        </p:txBody>
      </p:sp>
      <p:sp>
        <p:nvSpPr>
          <p:cNvPr id="246" name="PlaceHolder 2"/>
          <p:cNvSpPr>
            <a:spLocks noGrp="1"/>
          </p:cNvSpPr>
          <p:nvPr>
            <p:ph type="sldNum" idx="55"/>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130B1735-B7DF-419D-BEF4-787D0EC7C76A}"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247" name="PlaceHolder 3"/>
          <p:cNvSpPr>
            <a:spLocks noGrp="1"/>
          </p:cNvSpPr>
          <p:nvPr>
            <p:ph/>
          </p:nvPr>
        </p:nvSpPr>
        <p:spPr>
          <a:xfrm>
            <a:off x="390240" y="1032840"/>
            <a:ext cx="5524560" cy="455040"/>
          </a:xfrm>
          <a:prstGeom prst="rect">
            <a:avLst/>
          </a:prstGeom>
          <a:noFill/>
          <a:ln w="0">
            <a:noFill/>
          </a:ln>
        </p:spPr>
        <p:txBody>
          <a:bodyPr lIns="68400" rIns="68400" tIns="34200" bIns="34200" anchor="t">
            <a:noAutofit/>
          </a:bodyPr>
          <a:p>
            <a:pPr indent="0">
              <a:lnSpc>
                <a:spcPct val="90000"/>
              </a:lnSpc>
              <a:buNone/>
              <a:tabLst>
                <a:tab algn="l" pos="0"/>
              </a:tabLst>
            </a:pPr>
            <a:r>
              <a:rPr b="0" lang="fr-FR" sz="1500" spc="-1" strike="noStrike">
                <a:solidFill>
                  <a:schemeClr val="accent6"/>
                </a:solidFill>
                <a:latin typeface="Calibri"/>
                <a:ea typeface="Calibri"/>
              </a:rPr>
              <a:t>Liste des 10 appartements les plus chers avec la région et le nombre</a:t>
            </a:r>
            <a:endParaRPr b="0" lang="fr-FR" sz="1500" spc="-1" strike="noStrike">
              <a:solidFill>
                <a:srgbClr val="000000"/>
              </a:solidFill>
              <a:latin typeface="Arial"/>
            </a:endParaRPr>
          </a:p>
          <a:p>
            <a:pPr indent="0">
              <a:lnSpc>
                <a:spcPct val="90000"/>
              </a:lnSpc>
              <a:buNone/>
              <a:tabLst>
                <a:tab algn="l" pos="0"/>
              </a:tabLst>
            </a:pPr>
            <a:r>
              <a:rPr b="0" lang="fr-FR" sz="1500" spc="-1" strike="noStrike">
                <a:solidFill>
                  <a:schemeClr val="accent6"/>
                </a:solidFill>
                <a:latin typeface="Calibri"/>
                <a:ea typeface="Calibri"/>
              </a:rPr>
              <a:t>de mètres carrés.</a:t>
            </a:r>
            <a:endParaRPr b="0" lang="fr-FR" sz="1500" spc="-1" strike="noStrike">
              <a:solidFill>
                <a:srgbClr val="000000"/>
              </a:solidFill>
              <a:latin typeface="Arial"/>
            </a:endParaRPr>
          </a:p>
        </p:txBody>
      </p:sp>
      <p:sp>
        <p:nvSpPr>
          <p:cNvPr id="248" name="ZoneTexte 2"/>
          <p:cNvSpPr/>
          <p:nvPr/>
        </p:nvSpPr>
        <p:spPr>
          <a:xfrm>
            <a:off x="360000" y="1793160"/>
            <a:ext cx="4573800" cy="2743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1100" spc="-1" strike="noStrike">
                <a:solidFill>
                  <a:srgbClr val="569cd6"/>
                </a:solidFill>
                <a:latin typeface="Consolas"/>
                <a:ea typeface="Arial"/>
              </a:rPr>
              <a:t>SELECT </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valeur,</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bien.surface_carrez,</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region.nom as region</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FROM vente</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bien ON vente.id_bien = bien.id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commune ON bien.code_dep_code_com = commune.code_dep_code_com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departement ON commune.id_dep = departement.id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region ON departement.id_region = region.id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WHERE vente.valeur != ''</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AND bien.type_local = 'Appartement'</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ORDER BY</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valeur DESC LIMIT 10;</a:t>
            </a:r>
            <a:endParaRPr b="0" lang="fr-FR" sz="1100" spc="-1" strike="noStrike">
              <a:solidFill>
                <a:srgbClr val="000000"/>
              </a:solidFill>
              <a:latin typeface="Arial"/>
            </a:endParaRPr>
          </a:p>
          <a:p>
            <a:pPr>
              <a:lnSpc>
                <a:spcPct val="100000"/>
              </a:lnSpc>
            </a:pPr>
            <a:br>
              <a:rPr sz="1000"/>
            </a:br>
            <a:endParaRPr b="0" lang="fr-FR" sz="1000" spc="-1" strike="noStrike">
              <a:solidFill>
                <a:srgbClr val="000000"/>
              </a:solidFill>
              <a:latin typeface="Arial"/>
            </a:endParaRPr>
          </a:p>
        </p:txBody>
      </p:sp>
      <p:pic>
        <p:nvPicPr>
          <p:cNvPr id="249" name="Image 4" descr=""/>
          <p:cNvPicPr/>
          <p:nvPr/>
        </p:nvPicPr>
        <p:blipFill>
          <a:blip r:embed="rId1"/>
          <a:stretch/>
        </p:blipFill>
        <p:spPr>
          <a:xfrm>
            <a:off x="4789080" y="1672560"/>
            <a:ext cx="3846960" cy="298008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389160" y="156600"/>
            <a:ext cx="6248160" cy="859320"/>
          </a:xfrm>
          <a:prstGeom prst="rect">
            <a:avLst/>
          </a:prstGeom>
          <a:noFill/>
          <a:ln w="0">
            <a:noFill/>
          </a:ln>
        </p:spPr>
        <p:txBody>
          <a:bodyPr lIns="68400" rIns="68400" tIns="34200" bIns="0" anchor="b">
            <a:normAutofit/>
          </a:bodyPr>
          <a:p>
            <a:pPr indent="0">
              <a:lnSpc>
                <a:spcPct val="90000"/>
              </a:lnSpc>
              <a:buNone/>
              <a:tabLst>
                <a:tab algn="l" pos="0"/>
              </a:tabLst>
            </a:pPr>
            <a:r>
              <a:rPr b="0" lang="fr" sz="3300" spc="-1" strike="noStrike">
                <a:solidFill>
                  <a:schemeClr val="accent1"/>
                </a:solidFill>
                <a:latin typeface="Calibri"/>
                <a:ea typeface="Calibri"/>
              </a:rPr>
              <a:t>Requête 7 </a:t>
            </a:r>
            <a:endParaRPr b="0" lang="fr-FR" sz="3300" spc="-1" strike="noStrike">
              <a:solidFill>
                <a:srgbClr val="000000"/>
              </a:solidFill>
              <a:latin typeface="Arial"/>
            </a:endParaRPr>
          </a:p>
        </p:txBody>
      </p:sp>
      <p:sp>
        <p:nvSpPr>
          <p:cNvPr id="251" name="PlaceHolder 2"/>
          <p:cNvSpPr>
            <a:spLocks noGrp="1"/>
          </p:cNvSpPr>
          <p:nvPr>
            <p:ph type="ftr" idx="56"/>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chemeClr val="lt2"/>
                </a:solidFill>
                <a:latin typeface="Calibri"/>
                <a:ea typeface="Calibri"/>
              </a:defRPr>
            </a:lvl1pPr>
          </a:lstStyle>
          <a:p>
            <a:pPr indent="0" algn="ctr">
              <a:lnSpc>
                <a:spcPct val="100000"/>
              </a:lnSpc>
              <a:buNone/>
              <a:tabLst>
                <a:tab algn="l" pos="0"/>
              </a:tabLst>
            </a:pPr>
            <a:r>
              <a:rPr b="0" lang="fr" sz="900" spc="-1" strike="noStrike">
                <a:solidFill>
                  <a:schemeClr val="lt2"/>
                </a:solidFill>
                <a:latin typeface="Calibri"/>
                <a:ea typeface="Calibri"/>
              </a:rPr>
              <a:t>Ajouter un pied de page</a:t>
            </a:r>
            <a:endParaRPr b="0" lang="fr-FR" sz="900" spc="-1" strike="noStrike">
              <a:solidFill>
                <a:srgbClr val="000000"/>
              </a:solidFill>
              <a:latin typeface="Times New Roman"/>
            </a:endParaRPr>
          </a:p>
        </p:txBody>
      </p:sp>
      <p:sp>
        <p:nvSpPr>
          <p:cNvPr id="252" name="PlaceHolder 3"/>
          <p:cNvSpPr>
            <a:spLocks noGrp="1"/>
          </p:cNvSpPr>
          <p:nvPr>
            <p:ph type="sldNum" idx="57"/>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46679E1A-6B70-4354-923D-A75493669A09}"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253" name="PlaceHolder 4"/>
          <p:cNvSpPr>
            <a:spLocks noGrp="1"/>
          </p:cNvSpPr>
          <p:nvPr>
            <p:ph/>
          </p:nvPr>
        </p:nvSpPr>
        <p:spPr>
          <a:xfrm>
            <a:off x="390240" y="1032840"/>
            <a:ext cx="5524560" cy="455040"/>
          </a:xfrm>
          <a:prstGeom prst="rect">
            <a:avLst/>
          </a:prstGeom>
          <a:noFill/>
          <a:ln w="0">
            <a:noFill/>
          </a:ln>
        </p:spPr>
        <p:txBody>
          <a:bodyPr lIns="68400" rIns="68400" tIns="34200" bIns="34200" anchor="t">
            <a:noAutofit/>
          </a:bodyPr>
          <a:p>
            <a:pPr indent="0">
              <a:lnSpc>
                <a:spcPct val="90000"/>
              </a:lnSpc>
              <a:buNone/>
              <a:tabLst>
                <a:tab algn="l" pos="0"/>
              </a:tabLst>
            </a:pPr>
            <a:r>
              <a:rPr b="0" lang="fr-FR" sz="1500" spc="-1" strike="noStrike">
                <a:solidFill>
                  <a:schemeClr val="accent6"/>
                </a:solidFill>
                <a:latin typeface="Calibri"/>
                <a:ea typeface="Calibri"/>
              </a:rPr>
              <a:t>Taux d’évolution du nombre de ventes entre le premier et le second</a:t>
            </a:r>
            <a:endParaRPr b="0" lang="fr-FR" sz="1500" spc="-1" strike="noStrike">
              <a:solidFill>
                <a:srgbClr val="000000"/>
              </a:solidFill>
              <a:latin typeface="Arial"/>
            </a:endParaRPr>
          </a:p>
          <a:p>
            <a:pPr indent="0">
              <a:lnSpc>
                <a:spcPct val="90000"/>
              </a:lnSpc>
              <a:buNone/>
              <a:tabLst>
                <a:tab algn="l" pos="0"/>
              </a:tabLst>
            </a:pPr>
            <a:r>
              <a:rPr b="0" lang="fr-FR" sz="1500" spc="-1" strike="noStrike">
                <a:solidFill>
                  <a:schemeClr val="accent6"/>
                </a:solidFill>
                <a:latin typeface="Calibri"/>
                <a:ea typeface="Calibri"/>
              </a:rPr>
              <a:t>trimestre de 2020.</a:t>
            </a:r>
            <a:endParaRPr b="0" lang="fr-FR" sz="1500" spc="-1" strike="noStrike">
              <a:solidFill>
                <a:srgbClr val="000000"/>
              </a:solidFill>
              <a:latin typeface="Arial"/>
            </a:endParaRPr>
          </a:p>
        </p:txBody>
      </p:sp>
      <p:sp>
        <p:nvSpPr>
          <p:cNvPr id="254" name="ZoneTexte 2"/>
          <p:cNvSpPr/>
          <p:nvPr/>
        </p:nvSpPr>
        <p:spPr>
          <a:xfrm>
            <a:off x="389160" y="1618200"/>
            <a:ext cx="4573800" cy="3109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1100" spc="-1" strike="noStrike">
                <a:solidFill>
                  <a:srgbClr val="729fcf"/>
                </a:solidFill>
                <a:latin typeface="Consolas"/>
                <a:ea typeface="Arial"/>
              </a:rPr>
              <a:t>SELECT </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ROUND((deuxieme_trimestre.nb_ventes - premier_trimestre.nb_ventes)*100.0 / premier_trimestre.nb_ventes, 2)  AS taux_evolution_en_pourcent</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FROM</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  </a:t>
            </a:r>
            <a:r>
              <a:rPr b="0" lang="fr-FR" sz="1100" spc="-1" strike="noStrike">
                <a:solidFill>
                  <a:srgbClr val="729fcf"/>
                </a:solidFill>
                <a:latin typeface="Consolas"/>
                <a:ea typeface="Arial"/>
              </a:rPr>
              <a:t>( SELECT </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        </a:t>
            </a:r>
            <a:r>
              <a:rPr b="0" lang="fr-FR" sz="1100" spc="-1" strike="noStrike">
                <a:solidFill>
                  <a:srgbClr val="729fcf"/>
                </a:solidFill>
                <a:latin typeface="Consolas"/>
                <a:ea typeface="Arial"/>
              </a:rPr>
              <a:t>COUNT(vente.id) AS nb_ventes</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        </a:t>
            </a:r>
            <a:r>
              <a:rPr b="0" lang="fr-FR" sz="1100" spc="-1" strike="noStrike">
                <a:solidFill>
                  <a:srgbClr val="729fcf"/>
                </a:solidFill>
                <a:latin typeface="Consolas"/>
                <a:ea typeface="Arial"/>
              </a:rPr>
              <a:t>FROM vente </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        </a:t>
            </a:r>
            <a:r>
              <a:rPr b="0" lang="fr-FR" sz="1100" spc="-1" strike="noStrike">
                <a:solidFill>
                  <a:srgbClr val="729fcf"/>
                </a:solidFill>
                <a:latin typeface="Consolas"/>
                <a:ea typeface="Arial"/>
              </a:rPr>
              <a:t>WHERE date &lt; '2020-04-01</a:t>
            </a:r>
            <a:r>
              <a:rPr b="0" lang="fr-FR" sz="1100" spc="-1" strike="noStrike">
                <a:solidFill>
                  <a:srgbClr val="729fcf"/>
                </a:solidFill>
                <a:latin typeface="Consolas"/>
                <a:ea typeface="Arial"/>
              </a:rPr>
              <a:t>'</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        </a:t>
            </a:r>
            <a:r>
              <a:rPr b="0" lang="fr-FR" sz="1100" spc="-1" strike="noStrike">
                <a:solidFill>
                  <a:srgbClr val="729fcf"/>
                </a:solidFill>
                <a:latin typeface="Consolas"/>
                <a:ea typeface="Arial"/>
              </a:rPr>
              <a:t>AND date &gt;=</a:t>
            </a:r>
            <a:r>
              <a:rPr b="0" lang="fr-FR" sz="1100" spc="-1" strike="noStrike">
                <a:solidFill>
                  <a:srgbClr val="729fcf"/>
                </a:solidFill>
                <a:latin typeface="Consolas"/>
                <a:ea typeface="Arial"/>
              </a:rPr>
              <a:t> '2020-01-01')</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    </a:t>
            </a:r>
            <a:r>
              <a:rPr b="0" lang="fr-FR" sz="1100" spc="-1" strike="noStrike">
                <a:solidFill>
                  <a:srgbClr val="729fcf"/>
                </a:solidFill>
                <a:latin typeface="Consolas"/>
                <a:ea typeface="Arial"/>
              </a:rPr>
              <a:t>AS premier_trimestre,</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  </a:t>
            </a:r>
            <a:r>
              <a:rPr b="0" lang="fr-FR" sz="1100" spc="-1" strike="noStrike">
                <a:solidFill>
                  <a:srgbClr val="729fcf"/>
                </a:solidFill>
                <a:latin typeface="Consolas"/>
                <a:ea typeface="Arial"/>
              </a:rPr>
              <a:t>( SELECT </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        </a:t>
            </a:r>
            <a:r>
              <a:rPr b="0" lang="fr-FR" sz="1100" spc="-1" strike="noStrike">
                <a:solidFill>
                  <a:srgbClr val="729fcf"/>
                </a:solidFill>
                <a:latin typeface="Consolas"/>
                <a:ea typeface="Arial"/>
              </a:rPr>
              <a:t>COUNT(vente.id) AS nb_ventes</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        </a:t>
            </a:r>
            <a:r>
              <a:rPr b="0" lang="fr-FR" sz="1100" spc="-1" strike="noStrike">
                <a:solidFill>
                  <a:srgbClr val="729fcf"/>
                </a:solidFill>
                <a:latin typeface="Consolas"/>
                <a:ea typeface="Arial"/>
              </a:rPr>
              <a:t>FROM vente </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        </a:t>
            </a:r>
            <a:r>
              <a:rPr b="0" lang="fr-FR" sz="1100" spc="-1" strike="noStrike">
                <a:solidFill>
                  <a:srgbClr val="729fcf"/>
                </a:solidFill>
                <a:latin typeface="Consolas"/>
                <a:ea typeface="Arial"/>
              </a:rPr>
              <a:t>WHERE date &gt;= '2020-04-01'</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        </a:t>
            </a:r>
            <a:r>
              <a:rPr b="0" lang="fr-FR" sz="1100" spc="-1" strike="noStrike">
                <a:solidFill>
                  <a:srgbClr val="729fcf"/>
                </a:solidFill>
                <a:latin typeface="Consolas"/>
                <a:ea typeface="Arial"/>
              </a:rPr>
              <a:t>AND date &lt; </a:t>
            </a:r>
            <a:r>
              <a:rPr b="0" lang="fr-FR" sz="1100" spc="-1" strike="noStrike">
                <a:solidFill>
                  <a:srgbClr val="729fcf"/>
                </a:solidFill>
                <a:latin typeface="Consolas"/>
                <a:ea typeface="Arial"/>
              </a:rPr>
              <a:t>'2020-07-01')</a:t>
            </a:r>
            <a:endParaRPr b="0" lang="fr-FR" sz="1100" spc="-1" strike="noStrike">
              <a:solidFill>
                <a:srgbClr val="000000"/>
              </a:solidFill>
              <a:latin typeface="Arial"/>
            </a:endParaRPr>
          </a:p>
          <a:p>
            <a:pPr>
              <a:lnSpc>
                <a:spcPct val="100000"/>
              </a:lnSpc>
            </a:pPr>
            <a:r>
              <a:rPr b="0" lang="fr-FR" sz="1100" spc="-1" strike="noStrike">
                <a:solidFill>
                  <a:srgbClr val="729fcf"/>
                </a:solidFill>
                <a:latin typeface="Consolas"/>
                <a:ea typeface="Arial"/>
              </a:rPr>
              <a:t>    </a:t>
            </a:r>
            <a:r>
              <a:rPr b="0" lang="fr-FR" sz="1100" spc="-1" strike="noStrike">
                <a:solidFill>
                  <a:srgbClr val="729fcf"/>
                </a:solidFill>
                <a:latin typeface="Consolas"/>
                <a:ea typeface="Arial"/>
              </a:rPr>
              <a:t>AS deuxieme_trimestre</a:t>
            </a:r>
            <a:endParaRPr b="0" lang="fr-FR" sz="1100" spc="-1" strike="noStrike">
              <a:solidFill>
                <a:srgbClr val="000000"/>
              </a:solidFill>
              <a:latin typeface="Arial"/>
            </a:endParaRPr>
          </a:p>
        </p:txBody>
      </p:sp>
      <p:pic>
        <p:nvPicPr>
          <p:cNvPr id="255" name="Image 4" descr=""/>
          <p:cNvPicPr/>
          <p:nvPr/>
        </p:nvPicPr>
        <p:blipFill>
          <a:blip r:embed="rId1"/>
          <a:stretch/>
        </p:blipFill>
        <p:spPr>
          <a:xfrm>
            <a:off x="4483080" y="2516400"/>
            <a:ext cx="3113280" cy="60804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389160" y="156600"/>
            <a:ext cx="6248160" cy="859320"/>
          </a:xfrm>
          <a:prstGeom prst="rect">
            <a:avLst/>
          </a:prstGeom>
          <a:noFill/>
          <a:ln w="0">
            <a:noFill/>
          </a:ln>
        </p:spPr>
        <p:txBody>
          <a:bodyPr lIns="68400" rIns="68400" tIns="34200" bIns="0" anchor="b">
            <a:normAutofit/>
          </a:bodyPr>
          <a:p>
            <a:pPr indent="0">
              <a:lnSpc>
                <a:spcPct val="90000"/>
              </a:lnSpc>
              <a:buNone/>
              <a:tabLst>
                <a:tab algn="l" pos="0"/>
              </a:tabLst>
            </a:pPr>
            <a:r>
              <a:rPr b="0" lang="fr" sz="3300" spc="-1" strike="noStrike">
                <a:solidFill>
                  <a:schemeClr val="accent1"/>
                </a:solidFill>
                <a:latin typeface="Calibri"/>
                <a:ea typeface="Calibri"/>
              </a:rPr>
              <a:t>Requête 8</a:t>
            </a:r>
            <a:endParaRPr b="0" lang="fr-FR" sz="3300" spc="-1" strike="noStrike">
              <a:solidFill>
                <a:srgbClr val="000000"/>
              </a:solidFill>
              <a:latin typeface="Arial"/>
            </a:endParaRPr>
          </a:p>
        </p:txBody>
      </p:sp>
      <p:sp>
        <p:nvSpPr>
          <p:cNvPr id="257" name="PlaceHolder 2"/>
          <p:cNvSpPr>
            <a:spLocks noGrp="1"/>
          </p:cNvSpPr>
          <p:nvPr>
            <p:ph type="ftr" idx="58"/>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chemeClr val="lt2"/>
                </a:solidFill>
                <a:latin typeface="Calibri"/>
                <a:ea typeface="Calibri"/>
              </a:defRPr>
            </a:lvl1pPr>
          </a:lstStyle>
          <a:p>
            <a:pPr indent="0" algn="ctr">
              <a:lnSpc>
                <a:spcPct val="100000"/>
              </a:lnSpc>
              <a:buNone/>
              <a:tabLst>
                <a:tab algn="l" pos="0"/>
              </a:tabLst>
            </a:pPr>
            <a:r>
              <a:rPr b="0" lang="fr" sz="900" spc="-1" strike="noStrike">
                <a:solidFill>
                  <a:schemeClr val="lt2"/>
                </a:solidFill>
                <a:latin typeface="Calibri"/>
                <a:ea typeface="Calibri"/>
              </a:rPr>
              <a:t>Ajouter un pied de page</a:t>
            </a:r>
            <a:endParaRPr b="0" lang="fr-FR" sz="900" spc="-1" strike="noStrike">
              <a:solidFill>
                <a:srgbClr val="000000"/>
              </a:solidFill>
              <a:latin typeface="Times New Roman"/>
            </a:endParaRPr>
          </a:p>
        </p:txBody>
      </p:sp>
      <p:sp>
        <p:nvSpPr>
          <p:cNvPr id="258" name="PlaceHolder 3"/>
          <p:cNvSpPr>
            <a:spLocks noGrp="1"/>
          </p:cNvSpPr>
          <p:nvPr>
            <p:ph type="sldNum" idx="59"/>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CCCD3B84-5829-42E1-B229-9AC135CD2D6C}"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259" name="PlaceHolder 4"/>
          <p:cNvSpPr>
            <a:spLocks noGrp="1"/>
          </p:cNvSpPr>
          <p:nvPr>
            <p:ph/>
          </p:nvPr>
        </p:nvSpPr>
        <p:spPr>
          <a:xfrm>
            <a:off x="390240" y="1032840"/>
            <a:ext cx="5524560" cy="455040"/>
          </a:xfrm>
          <a:prstGeom prst="rect">
            <a:avLst/>
          </a:prstGeom>
          <a:noFill/>
          <a:ln w="0">
            <a:noFill/>
          </a:ln>
        </p:spPr>
        <p:txBody>
          <a:bodyPr lIns="68400" rIns="68400" tIns="34200" bIns="34200" anchor="t">
            <a:noAutofit/>
          </a:bodyPr>
          <a:p>
            <a:pPr indent="0">
              <a:lnSpc>
                <a:spcPct val="90000"/>
              </a:lnSpc>
              <a:buNone/>
              <a:tabLst>
                <a:tab algn="l" pos="0"/>
              </a:tabLst>
            </a:pPr>
            <a:r>
              <a:rPr b="0" lang="fr-FR" sz="1500" spc="-1" strike="noStrike">
                <a:solidFill>
                  <a:schemeClr val="accent6"/>
                </a:solidFill>
                <a:latin typeface="Calibri"/>
                <a:ea typeface="Calibri"/>
              </a:rPr>
              <a:t>Le classement des régions par rapport au prix au mètre carré des</a:t>
            </a:r>
            <a:endParaRPr b="0" lang="fr-FR" sz="1500" spc="-1" strike="noStrike">
              <a:solidFill>
                <a:srgbClr val="000000"/>
              </a:solidFill>
              <a:latin typeface="Arial"/>
            </a:endParaRPr>
          </a:p>
          <a:p>
            <a:pPr indent="0">
              <a:lnSpc>
                <a:spcPct val="90000"/>
              </a:lnSpc>
              <a:buNone/>
              <a:tabLst>
                <a:tab algn="l" pos="0"/>
              </a:tabLst>
            </a:pPr>
            <a:r>
              <a:rPr b="0" lang="fr-FR" sz="1500" spc="-1" strike="noStrike">
                <a:solidFill>
                  <a:schemeClr val="accent6"/>
                </a:solidFill>
                <a:latin typeface="Calibri"/>
                <a:ea typeface="Calibri"/>
              </a:rPr>
              <a:t>appartement de plus de 4 pièces.</a:t>
            </a:r>
            <a:endParaRPr b="0" lang="fr-FR" sz="1500" spc="-1" strike="noStrike">
              <a:solidFill>
                <a:srgbClr val="000000"/>
              </a:solidFill>
              <a:latin typeface="Arial"/>
            </a:endParaRPr>
          </a:p>
        </p:txBody>
      </p:sp>
      <p:sp>
        <p:nvSpPr>
          <p:cNvPr id="260" name="ZoneTexte 2"/>
          <p:cNvSpPr/>
          <p:nvPr/>
        </p:nvSpPr>
        <p:spPr>
          <a:xfrm>
            <a:off x="253800" y="1661400"/>
            <a:ext cx="4573800" cy="2773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1100" spc="-1" strike="noStrike">
                <a:solidFill>
                  <a:srgbClr val="569cd6"/>
                </a:solidFill>
                <a:latin typeface="Consolas"/>
                <a:ea typeface="Arial"/>
              </a:rPr>
              <a:t>SELECT </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region.nom AS region,</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ROUND(AVG(vente.valeur / bien.surface_carrez), 2) AS prix_moyen_m2_appartement</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FROM vente</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bien ON vente.id_bien = bien.id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commune ON bien.code_dep_code_com = commune.code_dep_code_com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departement ON commune.id_dep = departement.id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region ON departement.id_region = region.id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WHERE bien.nb_pieces &gt; 4</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AND bien.type_local = 'Appartement'</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AND vente.valeur != ''</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AND bien.surface_carrez != 0</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GROUP BY region.nom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ORDER BY prix_moyen_m2_appartement DESC;</a:t>
            </a:r>
            <a:endParaRPr b="0" lang="fr-FR" sz="1100" spc="-1" strike="noStrike">
              <a:solidFill>
                <a:srgbClr val="000000"/>
              </a:solidFill>
              <a:latin typeface="Arial"/>
            </a:endParaRPr>
          </a:p>
        </p:txBody>
      </p:sp>
      <p:pic>
        <p:nvPicPr>
          <p:cNvPr id="261" name="Image 3" descr=""/>
          <p:cNvPicPr/>
          <p:nvPr/>
        </p:nvPicPr>
        <p:blipFill>
          <a:blip r:embed="rId1"/>
          <a:stretch/>
        </p:blipFill>
        <p:spPr>
          <a:xfrm>
            <a:off x="4897080" y="1661400"/>
            <a:ext cx="3481560" cy="279900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389160" y="156600"/>
            <a:ext cx="6248160" cy="859320"/>
          </a:xfrm>
          <a:prstGeom prst="rect">
            <a:avLst/>
          </a:prstGeom>
          <a:noFill/>
          <a:ln w="0">
            <a:noFill/>
          </a:ln>
        </p:spPr>
        <p:txBody>
          <a:bodyPr lIns="68400" rIns="68400" tIns="34200" bIns="0" anchor="b">
            <a:normAutofit/>
          </a:bodyPr>
          <a:p>
            <a:pPr indent="0">
              <a:lnSpc>
                <a:spcPct val="90000"/>
              </a:lnSpc>
              <a:buNone/>
              <a:tabLst>
                <a:tab algn="l" pos="0"/>
              </a:tabLst>
            </a:pPr>
            <a:r>
              <a:rPr b="0" lang="fr-FR" sz="3300" spc="-1" strike="noStrike">
                <a:solidFill>
                  <a:schemeClr val="accent1"/>
                </a:solidFill>
                <a:latin typeface="Calibri"/>
                <a:ea typeface="Calibri"/>
              </a:rPr>
              <a:t>Requête 9</a:t>
            </a:r>
            <a:endParaRPr b="0" lang="fr-FR" sz="3300" spc="-1" strike="noStrike">
              <a:solidFill>
                <a:srgbClr val="000000"/>
              </a:solidFill>
              <a:latin typeface="Arial"/>
            </a:endParaRPr>
          </a:p>
        </p:txBody>
      </p:sp>
      <p:sp>
        <p:nvSpPr>
          <p:cNvPr id="263" name="PlaceHolder 2"/>
          <p:cNvSpPr>
            <a:spLocks noGrp="1"/>
          </p:cNvSpPr>
          <p:nvPr>
            <p:ph type="ftr" idx="60"/>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chemeClr val="lt2"/>
                </a:solidFill>
                <a:latin typeface="Calibri"/>
                <a:ea typeface="Calibri"/>
              </a:defRPr>
            </a:lvl1pPr>
          </a:lstStyle>
          <a:p>
            <a:pPr indent="0" algn="ctr">
              <a:lnSpc>
                <a:spcPct val="100000"/>
              </a:lnSpc>
              <a:buNone/>
              <a:tabLst>
                <a:tab algn="l" pos="0"/>
              </a:tabLst>
            </a:pPr>
            <a:r>
              <a:rPr b="0" lang="fr" sz="900" spc="-1" strike="noStrike">
                <a:solidFill>
                  <a:schemeClr val="lt2"/>
                </a:solidFill>
                <a:latin typeface="Calibri"/>
                <a:ea typeface="Calibri"/>
              </a:rPr>
              <a:t>Ajouter un pied de page</a:t>
            </a:r>
            <a:endParaRPr b="0" lang="fr-FR" sz="900" spc="-1" strike="noStrike">
              <a:solidFill>
                <a:srgbClr val="000000"/>
              </a:solidFill>
              <a:latin typeface="Times New Roman"/>
            </a:endParaRPr>
          </a:p>
        </p:txBody>
      </p:sp>
      <p:sp>
        <p:nvSpPr>
          <p:cNvPr id="264" name="PlaceHolder 3"/>
          <p:cNvSpPr>
            <a:spLocks noGrp="1"/>
          </p:cNvSpPr>
          <p:nvPr>
            <p:ph type="sldNum" idx="61"/>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3DA166E9-5125-4476-8FE0-693CCF4EBAD8}"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265" name="PlaceHolder 4"/>
          <p:cNvSpPr>
            <a:spLocks noGrp="1"/>
          </p:cNvSpPr>
          <p:nvPr>
            <p:ph/>
          </p:nvPr>
        </p:nvSpPr>
        <p:spPr>
          <a:xfrm>
            <a:off x="390240" y="1032840"/>
            <a:ext cx="5524560" cy="455040"/>
          </a:xfrm>
          <a:prstGeom prst="rect">
            <a:avLst/>
          </a:prstGeom>
          <a:noFill/>
          <a:ln w="0">
            <a:noFill/>
          </a:ln>
        </p:spPr>
        <p:txBody>
          <a:bodyPr lIns="68400" rIns="68400" tIns="34200" bIns="34200" anchor="t">
            <a:noAutofit/>
          </a:bodyPr>
          <a:p>
            <a:pPr indent="0">
              <a:lnSpc>
                <a:spcPct val="90000"/>
              </a:lnSpc>
              <a:buNone/>
              <a:tabLst>
                <a:tab algn="l" pos="0"/>
              </a:tabLst>
            </a:pPr>
            <a:r>
              <a:rPr b="0" lang="fr-FR" sz="1500" spc="-1" strike="noStrike">
                <a:solidFill>
                  <a:schemeClr val="accent6"/>
                </a:solidFill>
                <a:latin typeface="Calibri"/>
                <a:ea typeface="Calibri"/>
              </a:rPr>
              <a:t>Liste des communes ayant eu au moins 50 ventes au 1er trimestre</a:t>
            </a:r>
            <a:endParaRPr b="0" lang="fr-FR" sz="1500" spc="-1" strike="noStrike">
              <a:solidFill>
                <a:srgbClr val="000000"/>
              </a:solidFill>
              <a:latin typeface="Arial"/>
            </a:endParaRPr>
          </a:p>
        </p:txBody>
      </p:sp>
      <p:sp>
        <p:nvSpPr>
          <p:cNvPr id="266" name="ZoneTexte 2"/>
          <p:cNvSpPr/>
          <p:nvPr/>
        </p:nvSpPr>
        <p:spPr>
          <a:xfrm>
            <a:off x="253800" y="1530360"/>
            <a:ext cx="4573800" cy="2102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1100" spc="-1" strike="noStrike">
                <a:solidFill>
                  <a:srgbClr val="569cd6"/>
                </a:solidFill>
                <a:latin typeface="Consolas"/>
                <a:ea typeface="Arial"/>
              </a:rPr>
              <a:t>SELECT </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commune.nom,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COUNT(vente.id) AS nb_ventes</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FROM vente</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bien ON vente.id_bien = bien.id</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JOIN commune ON bien.code_dep_code_com = commune.code_dep_code_com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WHERE vente.date &lt; '2020-04-01'</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AND vente.date &gt;= '2020-01-01'</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GROUP BY commune.code_dep_code_com</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HAVING COUNT(vente.id) &gt;= 50</a:t>
            </a:r>
            <a:endParaRPr b="0" lang="fr-FR" sz="1100" spc="-1" strike="noStrike">
              <a:solidFill>
                <a:srgbClr val="000000"/>
              </a:solidFill>
              <a:latin typeface="Arial"/>
            </a:endParaRPr>
          </a:p>
          <a:p>
            <a:pPr>
              <a:lnSpc>
                <a:spcPct val="100000"/>
              </a:lnSpc>
            </a:pPr>
            <a:r>
              <a:rPr b="0" lang="fr-FR" sz="1100" spc="-1" strike="noStrike">
                <a:solidFill>
                  <a:srgbClr val="569cd6"/>
                </a:solidFill>
                <a:latin typeface="Consolas"/>
                <a:ea typeface="Arial"/>
              </a:rPr>
              <a:t>ORDER BY nb_ventes DESC;</a:t>
            </a:r>
            <a:endParaRPr b="0" lang="fr-FR" sz="1100" spc="-1" strike="noStrike">
              <a:solidFill>
                <a:srgbClr val="000000"/>
              </a:solidFill>
              <a:latin typeface="Arial"/>
            </a:endParaRPr>
          </a:p>
        </p:txBody>
      </p:sp>
      <p:pic>
        <p:nvPicPr>
          <p:cNvPr id="267" name="Image 3" descr=""/>
          <p:cNvPicPr/>
          <p:nvPr/>
        </p:nvPicPr>
        <p:blipFill>
          <a:blip r:embed="rId1"/>
          <a:stretch/>
        </p:blipFill>
        <p:spPr>
          <a:xfrm>
            <a:off x="4947840" y="1416600"/>
            <a:ext cx="2479680" cy="2015640"/>
          </a:xfrm>
          <a:prstGeom prst="rect">
            <a:avLst/>
          </a:prstGeom>
          <a:ln w="0">
            <a:noFill/>
          </a:ln>
        </p:spPr>
      </p:pic>
      <p:pic>
        <p:nvPicPr>
          <p:cNvPr id="268" name="Image 5" descr=""/>
          <p:cNvPicPr/>
          <p:nvPr/>
        </p:nvPicPr>
        <p:blipFill>
          <a:blip r:embed="rId2"/>
          <a:stretch/>
        </p:blipFill>
        <p:spPr>
          <a:xfrm>
            <a:off x="4947840" y="3484800"/>
            <a:ext cx="2479680" cy="82548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389160" y="156600"/>
            <a:ext cx="6248160" cy="859320"/>
          </a:xfrm>
          <a:prstGeom prst="rect">
            <a:avLst/>
          </a:prstGeom>
          <a:noFill/>
          <a:ln w="0">
            <a:noFill/>
          </a:ln>
        </p:spPr>
        <p:txBody>
          <a:bodyPr lIns="68400" rIns="68400" tIns="34200" bIns="0" anchor="b">
            <a:normAutofit/>
          </a:bodyPr>
          <a:p>
            <a:pPr indent="0">
              <a:lnSpc>
                <a:spcPct val="90000"/>
              </a:lnSpc>
              <a:buNone/>
              <a:tabLst>
                <a:tab algn="l" pos="0"/>
              </a:tabLst>
            </a:pPr>
            <a:r>
              <a:rPr b="0" lang="fr" sz="3300" spc="-1" strike="noStrike">
                <a:solidFill>
                  <a:schemeClr val="accent1"/>
                </a:solidFill>
                <a:latin typeface="Calibri"/>
                <a:ea typeface="Calibri"/>
              </a:rPr>
              <a:t>Requête 10</a:t>
            </a:r>
            <a:endParaRPr b="0" lang="fr-FR" sz="3300" spc="-1" strike="noStrike">
              <a:solidFill>
                <a:srgbClr val="000000"/>
              </a:solidFill>
              <a:latin typeface="Arial"/>
            </a:endParaRPr>
          </a:p>
        </p:txBody>
      </p:sp>
      <p:sp>
        <p:nvSpPr>
          <p:cNvPr id="270" name="PlaceHolder 2"/>
          <p:cNvSpPr>
            <a:spLocks noGrp="1"/>
          </p:cNvSpPr>
          <p:nvPr>
            <p:ph type="ftr" idx="62"/>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chemeClr val="lt2"/>
                </a:solidFill>
                <a:latin typeface="Calibri"/>
                <a:ea typeface="Calibri"/>
              </a:defRPr>
            </a:lvl1pPr>
          </a:lstStyle>
          <a:p>
            <a:pPr indent="0" algn="ctr">
              <a:lnSpc>
                <a:spcPct val="100000"/>
              </a:lnSpc>
              <a:buNone/>
              <a:tabLst>
                <a:tab algn="l" pos="0"/>
              </a:tabLst>
            </a:pPr>
            <a:r>
              <a:rPr b="0" lang="fr" sz="900" spc="-1" strike="noStrike">
                <a:solidFill>
                  <a:schemeClr val="lt2"/>
                </a:solidFill>
                <a:latin typeface="Calibri"/>
                <a:ea typeface="Calibri"/>
              </a:rPr>
              <a:t>Ajouter un pied de page</a:t>
            </a:r>
            <a:endParaRPr b="0" lang="fr-FR" sz="900" spc="-1" strike="noStrike">
              <a:solidFill>
                <a:srgbClr val="000000"/>
              </a:solidFill>
              <a:latin typeface="Times New Roman"/>
            </a:endParaRPr>
          </a:p>
        </p:txBody>
      </p:sp>
      <p:sp>
        <p:nvSpPr>
          <p:cNvPr id="271" name="PlaceHolder 3"/>
          <p:cNvSpPr>
            <a:spLocks noGrp="1"/>
          </p:cNvSpPr>
          <p:nvPr>
            <p:ph type="sldNum" idx="63"/>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10AEC93B-D43E-48E1-A901-B999FFB6588D}"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272" name="PlaceHolder 4"/>
          <p:cNvSpPr>
            <a:spLocks noGrp="1"/>
          </p:cNvSpPr>
          <p:nvPr>
            <p:ph/>
          </p:nvPr>
        </p:nvSpPr>
        <p:spPr>
          <a:xfrm>
            <a:off x="390240" y="1032840"/>
            <a:ext cx="5524560" cy="455040"/>
          </a:xfrm>
          <a:prstGeom prst="rect">
            <a:avLst/>
          </a:prstGeom>
          <a:noFill/>
          <a:ln w="0">
            <a:noFill/>
          </a:ln>
        </p:spPr>
        <p:txBody>
          <a:bodyPr lIns="68400" rIns="68400" tIns="34200" bIns="34200" anchor="t">
            <a:noAutofit/>
          </a:bodyPr>
          <a:p>
            <a:pPr indent="0">
              <a:lnSpc>
                <a:spcPct val="90000"/>
              </a:lnSpc>
              <a:buNone/>
              <a:tabLst>
                <a:tab algn="l" pos="0"/>
              </a:tabLst>
            </a:pPr>
            <a:r>
              <a:rPr b="0" lang="fr-FR" sz="1500" spc="-1" strike="noStrike">
                <a:solidFill>
                  <a:schemeClr val="accent6"/>
                </a:solidFill>
                <a:latin typeface="Calibri"/>
                <a:ea typeface="Calibri"/>
              </a:rPr>
              <a:t>Différence en pourcentage du prix au mètre carré entre un</a:t>
            </a:r>
            <a:endParaRPr b="0" lang="fr-FR" sz="1500" spc="-1" strike="noStrike">
              <a:solidFill>
                <a:srgbClr val="000000"/>
              </a:solidFill>
              <a:latin typeface="Arial"/>
            </a:endParaRPr>
          </a:p>
          <a:p>
            <a:pPr indent="0">
              <a:lnSpc>
                <a:spcPct val="90000"/>
              </a:lnSpc>
              <a:buNone/>
              <a:tabLst>
                <a:tab algn="l" pos="0"/>
              </a:tabLst>
            </a:pPr>
            <a:r>
              <a:rPr b="0" lang="fr-FR" sz="1500" spc="-1" strike="noStrike">
                <a:solidFill>
                  <a:schemeClr val="accent6"/>
                </a:solidFill>
                <a:latin typeface="Calibri"/>
                <a:ea typeface="Calibri"/>
              </a:rPr>
              <a:t>appartement de 2 pièces et un appartement de 3 pièces.</a:t>
            </a:r>
            <a:endParaRPr b="0" lang="fr-FR" sz="1500" spc="-1" strike="noStrike">
              <a:solidFill>
                <a:srgbClr val="000000"/>
              </a:solidFill>
              <a:latin typeface="Arial"/>
            </a:endParaRPr>
          </a:p>
        </p:txBody>
      </p:sp>
      <p:sp>
        <p:nvSpPr>
          <p:cNvPr id="273" name="ZoneTexte 2"/>
          <p:cNvSpPr/>
          <p:nvPr/>
        </p:nvSpPr>
        <p:spPr>
          <a:xfrm>
            <a:off x="325800" y="1669320"/>
            <a:ext cx="4746960" cy="2766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800" spc="-1" strike="noStrike">
                <a:solidFill>
                  <a:srgbClr val="569cd6"/>
                </a:solidFill>
                <a:latin typeface="Consolas"/>
                <a:ea typeface="Arial"/>
              </a:rPr>
              <a:t>SELECT</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ROUND(((t3.prix_moyen - t2.prix_moyen) / t2.prix_moyen) * 100,00, 2) AS difference_pourcentage</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FROM</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(SELECT</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ROUND(AVG(vente.valeur / bien.surface_carrez), 2) AS prix_moyen</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FROM vente</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JOIN bien ON vente.id_bien = bien.id</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WHERE bien.type_local = 'Appartement'</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AND bien.nb_pieces = 2</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AND vente.valeur != ''</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AND bien.surface_carrez != 0</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 AS t2,</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(SELECT</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ROUND(AVG(vente.valeur / bien.surface_carrez), 2) AS prix_moyen</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FROM vente</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JOIN bien ON vente.id_bien = bien.id</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WHERE bien.type_local = 'Appartement'</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AND bien.nb_pieces = 3</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AND vente.valeur != ''</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AND bien.surface_carrez != 0</a:t>
            </a:r>
            <a:endParaRPr b="0" lang="fr-FR" sz="800" spc="-1" strike="noStrike">
              <a:solidFill>
                <a:srgbClr val="000000"/>
              </a:solidFill>
              <a:latin typeface="Arial"/>
            </a:endParaRPr>
          </a:p>
          <a:p>
            <a:pPr>
              <a:lnSpc>
                <a:spcPct val="100000"/>
              </a:lnSpc>
            </a:pPr>
            <a:r>
              <a:rPr b="0" lang="fr-FR" sz="800" spc="-1" strike="noStrike">
                <a:solidFill>
                  <a:srgbClr val="569cd6"/>
                </a:solidFill>
                <a:latin typeface="Consolas"/>
                <a:ea typeface="Arial"/>
              </a:rPr>
              <a:t>) AS t3;</a:t>
            </a:r>
            <a:endParaRPr b="0" lang="fr-FR" sz="800" spc="-1" strike="noStrike">
              <a:solidFill>
                <a:srgbClr val="000000"/>
              </a:solidFill>
              <a:latin typeface="Arial"/>
            </a:endParaRPr>
          </a:p>
        </p:txBody>
      </p:sp>
      <p:pic>
        <p:nvPicPr>
          <p:cNvPr id="274" name="Image 3" descr=""/>
          <p:cNvPicPr/>
          <p:nvPr/>
        </p:nvPicPr>
        <p:blipFill>
          <a:blip r:embed="rId1"/>
          <a:stretch/>
        </p:blipFill>
        <p:spPr>
          <a:xfrm>
            <a:off x="5638680" y="2796120"/>
            <a:ext cx="1998720" cy="45540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389160" y="156600"/>
            <a:ext cx="6248160" cy="859320"/>
          </a:xfrm>
          <a:prstGeom prst="rect">
            <a:avLst/>
          </a:prstGeom>
          <a:noFill/>
          <a:ln w="0">
            <a:noFill/>
          </a:ln>
        </p:spPr>
        <p:txBody>
          <a:bodyPr lIns="68400" rIns="68400" tIns="34200" bIns="0" anchor="b">
            <a:normAutofit/>
          </a:bodyPr>
          <a:p>
            <a:pPr indent="0">
              <a:lnSpc>
                <a:spcPct val="90000"/>
              </a:lnSpc>
              <a:buNone/>
              <a:tabLst>
                <a:tab algn="l" pos="0"/>
              </a:tabLst>
            </a:pPr>
            <a:r>
              <a:rPr b="0" lang="fr" sz="3300" spc="-1" strike="noStrike">
                <a:solidFill>
                  <a:schemeClr val="accent1"/>
                </a:solidFill>
                <a:latin typeface="Calibri"/>
                <a:ea typeface="Calibri"/>
              </a:rPr>
              <a:t>Requête 11</a:t>
            </a:r>
            <a:endParaRPr b="0" lang="fr-FR" sz="3300" spc="-1" strike="noStrike">
              <a:solidFill>
                <a:srgbClr val="000000"/>
              </a:solidFill>
              <a:latin typeface="Arial"/>
            </a:endParaRPr>
          </a:p>
        </p:txBody>
      </p:sp>
      <p:sp>
        <p:nvSpPr>
          <p:cNvPr id="276" name="PlaceHolder 2"/>
          <p:cNvSpPr>
            <a:spLocks noGrp="1"/>
          </p:cNvSpPr>
          <p:nvPr>
            <p:ph type="sldNum" idx="64"/>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AB4BAF7D-83FE-40A2-8DFB-6617D04FB3FC}"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277" name="PlaceHolder 3"/>
          <p:cNvSpPr>
            <a:spLocks noGrp="1"/>
          </p:cNvSpPr>
          <p:nvPr>
            <p:ph/>
          </p:nvPr>
        </p:nvSpPr>
        <p:spPr>
          <a:xfrm>
            <a:off x="390240" y="1032840"/>
            <a:ext cx="5524560" cy="455040"/>
          </a:xfrm>
          <a:prstGeom prst="rect">
            <a:avLst/>
          </a:prstGeom>
          <a:noFill/>
          <a:ln w="0">
            <a:noFill/>
          </a:ln>
        </p:spPr>
        <p:txBody>
          <a:bodyPr lIns="68400" rIns="68400" tIns="34200" bIns="34200" anchor="t">
            <a:noAutofit/>
          </a:bodyPr>
          <a:p>
            <a:pPr indent="0">
              <a:lnSpc>
                <a:spcPct val="90000"/>
              </a:lnSpc>
              <a:buNone/>
              <a:tabLst>
                <a:tab algn="l" pos="0"/>
              </a:tabLst>
            </a:pPr>
            <a:r>
              <a:rPr b="0" lang="fr-FR" sz="1500" spc="-1" strike="noStrike">
                <a:solidFill>
                  <a:schemeClr val="accent6"/>
                </a:solidFill>
                <a:latin typeface="Calibri"/>
                <a:ea typeface="Calibri"/>
              </a:rPr>
              <a:t>Les moyennes de valeurs foncières pour le top 3 des communes des</a:t>
            </a:r>
            <a:endParaRPr b="0" lang="fr-FR" sz="1500" spc="-1" strike="noStrike">
              <a:solidFill>
                <a:srgbClr val="000000"/>
              </a:solidFill>
              <a:latin typeface="Arial"/>
            </a:endParaRPr>
          </a:p>
          <a:p>
            <a:pPr indent="0">
              <a:lnSpc>
                <a:spcPct val="90000"/>
              </a:lnSpc>
              <a:buNone/>
              <a:tabLst>
                <a:tab algn="l" pos="0"/>
              </a:tabLst>
            </a:pPr>
            <a:r>
              <a:rPr b="0" lang="fr-FR" sz="1500" spc="-1" strike="noStrike">
                <a:solidFill>
                  <a:schemeClr val="accent6"/>
                </a:solidFill>
                <a:latin typeface="Calibri"/>
                <a:ea typeface="Calibri"/>
              </a:rPr>
              <a:t>départements 6, 13, 33, 59 et 69.</a:t>
            </a:r>
            <a:endParaRPr b="0" lang="fr-FR" sz="1500" spc="-1" strike="noStrike">
              <a:solidFill>
                <a:srgbClr val="000000"/>
              </a:solidFill>
              <a:latin typeface="Arial"/>
            </a:endParaRPr>
          </a:p>
          <a:p>
            <a:pPr indent="0">
              <a:lnSpc>
                <a:spcPct val="90000"/>
              </a:lnSpc>
              <a:buNone/>
              <a:tabLst>
                <a:tab algn="l" pos="0"/>
              </a:tabLst>
            </a:pPr>
            <a:endParaRPr b="0" lang="fr-FR" sz="1500" spc="-1" strike="noStrike">
              <a:solidFill>
                <a:srgbClr val="000000"/>
              </a:solidFill>
              <a:latin typeface="Arial"/>
            </a:endParaRPr>
          </a:p>
          <a:p>
            <a:pPr indent="0">
              <a:lnSpc>
                <a:spcPct val="90000"/>
              </a:lnSpc>
              <a:buNone/>
              <a:tabLst>
                <a:tab algn="l" pos="0"/>
              </a:tabLst>
            </a:pPr>
            <a:endParaRPr b="0" lang="fr-FR" sz="1500" spc="-1" strike="noStrike">
              <a:solidFill>
                <a:srgbClr val="000000"/>
              </a:solidFill>
              <a:latin typeface="Arial"/>
            </a:endParaRPr>
          </a:p>
        </p:txBody>
      </p:sp>
      <p:sp>
        <p:nvSpPr>
          <p:cNvPr id="278" name="ZoneTexte 4"/>
          <p:cNvSpPr/>
          <p:nvPr/>
        </p:nvSpPr>
        <p:spPr>
          <a:xfrm>
            <a:off x="389160" y="1672200"/>
            <a:ext cx="4264200" cy="2540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700" spc="-1" strike="noStrike">
                <a:solidFill>
                  <a:srgbClr val="569cd6"/>
                </a:solidFill>
                <a:latin typeface="Consolas"/>
                <a:ea typeface="Arial"/>
              </a:rPr>
              <a:t>SELECT</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id,</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departement,</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commune,</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moyenne_valeur</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FROM</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(SELECT</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departement.id AS id,</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departement.nom AS departement,</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commune.nom AS commune,</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ROUND(AVG(valeur), 2) AS moyenne_valeur</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FROM vente</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JOIN bien ON vente.id_bien = bien.id</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JOIN commune ON bien.code_dep_code_com = commune.code_dep_code_com</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JOIN departement ON commune.id_dep = departement.id</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WHERE departement.id = '6'</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GROUP BY departement.id,</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commune.nom</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ORDER BY moyenne_valeur DESC</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LIMIT 3)</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UNION </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(même requête pour chaque département:13, 33, 59, 69)</a:t>
            </a:r>
            <a:endParaRPr b="0" lang="fr-FR" sz="700" spc="-1" strike="noStrike">
              <a:solidFill>
                <a:srgbClr val="000000"/>
              </a:solidFill>
              <a:latin typeface="Arial"/>
            </a:endParaRPr>
          </a:p>
          <a:p>
            <a:pPr>
              <a:lnSpc>
                <a:spcPct val="100000"/>
              </a:lnSpc>
            </a:pPr>
            <a:r>
              <a:rPr b="0" lang="fr-FR" sz="700" spc="-1" strike="noStrike">
                <a:solidFill>
                  <a:srgbClr val="569cd6"/>
                </a:solidFill>
                <a:latin typeface="Consolas"/>
                <a:ea typeface="Arial"/>
              </a:rPr>
              <a:t>ORDER BY moyenne_valeur</a:t>
            </a:r>
            <a:r>
              <a:rPr b="0" lang="fr-FR" sz="700" spc="-1" strike="noStrike">
                <a:solidFill>
                  <a:srgbClr val="cccccc"/>
                </a:solidFill>
                <a:latin typeface="Consolas"/>
                <a:ea typeface="Arial"/>
              </a:rPr>
              <a:t> </a:t>
            </a:r>
            <a:r>
              <a:rPr b="0" lang="fr-FR" sz="700" spc="-1" strike="noStrike">
                <a:solidFill>
                  <a:srgbClr val="569cd6"/>
                </a:solidFill>
                <a:latin typeface="Consolas"/>
                <a:ea typeface="Arial"/>
              </a:rPr>
              <a:t>DESC</a:t>
            </a:r>
            <a:endParaRPr b="0" lang="fr-FR" sz="700" spc="-1" strike="noStrike">
              <a:solidFill>
                <a:srgbClr val="000000"/>
              </a:solidFill>
              <a:latin typeface="Arial"/>
            </a:endParaRPr>
          </a:p>
        </p:txBody>
      </p:sp>
      <p:pic>
        <p:nvPicPr>
          <p:cNvPr id="279" name="Image 3" descr=""/>
          <p:cNvPicPr/>
          <p:nvPr/>
        </p:nvPicPr>
        <p:blipFill>
          <a:blip r:embed="rId1"/>
          <a:stretch/>
        </p:blipFill>
        <p:spPr>
          <a:xfrm>
            <a:off x="4500000" y="1504440"/>
            <a:ext cx="4264200" cy="292644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389160" y="156600"/>
            <a:ext cx="6248160" cy="859320"/>
          </a:xfrm>
          <a:prstGeom prst="rect">
            <a:avLst/>
          </a:prstGeom>
          <a:noFill/>
          <a:ln w="0">
            <a:noFill/>
          </a:ln>
        </p:spPr>
        <p:txBody>
          <a:bodyPr lIns="68400" rIns="68400" tIns="34200" bIns="0" anchor="b">
            <a:normAutofit/>
          </a:bodyPr>
          <a:p>
            <a:pPr indent="0">
              <a:lnSpc>
                <a:spcPct val="90000"/>
              </a:lnSpc>
              <a:buNone/>
              <a:tabLst>
                <a:tab algn="l" pos="0"/>
              </a:tabLst>
            </a:pPr>
            <a:r>
              <a:rPr b="0" lang="fr" sz="3300" spc="-1" strike="noStrike">
                <a:solidFill>
                  <a:schemeClr val="accent1"/>
                </a:solidFill>
                <a:latin typeface="Calibri"/>
                <a:ea typeface="Calibri"/>
              </a:rPr>
              <a:t>Requête 12</a:t>
            </a:r>
            <a:endParaRPr b="0" lang="fr-FR" sz="3300" spc="-1" strike="noStrike">
              <a:solidFill>
                <a:srgbClr val="000000"/>
              </a:solidFill>
              <a:latin typeface="Arial"/>
            </a:endParaRPr>
          </a:p>
        </p:txBody>
      </p:sp>
      <p:sp>
        <p:nvSpPr>
          <p:cNvPr id="281" name="PlaceHolder 2"/>
          <p:cNvSpPr>
            <a:spLocks noGrp="1"/>
          </p:cNvSpPr>
          <p:nvPr>
            <p:ph type="ftr" idx="65"/>
          </p:nvPr>
        </p:nvSpPr>
        <p:spPr>
          <a:xfrm>
            <a:off x="253800" y="4767120"/>
            <a:ext cx="3084480" cy="27216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fr" sz="900" spc="-1" strike="noStrike">
                <a:solidFill>
                  <a:schemeClr val="lt2"/>
                </a:solidFill>
                <a:latin typeface="Calibri"/>
                <a:ea typeface="Calibri"/>
              </a:defRPr>
            </a:lvl1pPr>
          </a:lstStyle>
          <a:p>
            <a:pPr indent="0" algn="ctr">
              <a:lnSpc>
                <a:spcPct val="100000"/>
              </a:lnSpc>
              <a:buNone/>
              <a:tabLst>
                <a:tab algn="l" pos="0"/>
              </a:tabLst>
            </a:pPr>
            <a:r>
              <a:rPr b="0" lang="fr" sz="900" spc="-1" strike="noStrike">
                <a:solidFill>
                  <a:schemeClr val="lt2"/>
                </a:solidFill>
                <a:latin typeface="Calibri"/>
                <a:ea typeface="Calibri"/>
              </a:rPr>
              <a:t>Ajouter un pied de page</a:t>
            </a:r>
            <a:endParaRPr b="0" lang="fr-FR" sz="900" spc="-1" strike="noStrike">
              <a:solidFill>
                <a:srgbClr val="000000"/>
              </a:solidFill>
              <a:latin typeface="Times New Roman"/>
            </a:endParaRPr>
          </a:p>
        </p:txBody>
      </p:sp>
      <p:sp>
        <p:nvSpPr>
          <p:cNvPr id="282" name="PlaceHolder 3"/>
          <p:cNvSpPr>
            <a:spLocks noGrp="1"/>
          </p:cNvSpPr>
          <p:nvPr>
            <p:ph type="sldNum" idx="66"/>
          </p:nvPr>
        </p:nvSpPr>
        <p:spPr>
          <a:xfrm>
            <a:off x="8360280" y="4767120"/>
            <a:ext cx="553320" cy="2721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fr" sz="900" spc="-1" strike="noStrike">
                <a:solidFill>
                  <a:schemeClr val="lt2"/>
                </a:solidFill>
                <a:latin typeface="Calibri"/>
                <a:ea typeface="Calibri"/>
              </a:defRPr>
            </a:lvl1pPr>
          </a:lstStyle>
          <a:p>
            <a:pPr indent="0" algn="r">
              <a:lnSpc>
                <a:spcPct val="100000"/>
              </a:lnSpc>
              <a:buNone/>
              <a:tabLst>
                <a:tab algn="l" pos="0"/>
              </a:tabLst>
            </a:pPr>
            <a:fld id="{9E68E03E-09CC-415B-BDF5-7DE03516FDD8}" type="slidenum">
              <a:rPr b="0" lang="fr" sz="900" spc="-1" strike="noStrike">
                <a:solidFill>
                  <a:schemeClr val="lt2"/>
                </a:solidFill>
                <a:latin typeface="Calibri"/>
                <a:ea typeface="Calibri"/>
              </a:rPr>
              <a:t>&lt;numéro&gt;</a:t>
            </a:fld>
            <a:endParaRPr b="0" lang="fr-FR" sz="900" spc="-1" strike="noStrike">
              <a:solidFill>
                <a:srgbClr val="000000"/>
              </a:solidFill>
              <a:latin typeface="Times New Roman"/>
            </a:endParaRPr>
          </a:p>
        </p:txBody>
      </p:sp>
      <p:sp>
        <p:nvSpPr>
          <p:cNvPr id="283" name="PlaceHolder 4"/>
          <p:cNvSpPr>
            <a:spLocks noGrp="1"/>
          </p:cNvSpPr>
          <p:nvPr>
            <p:ph/>
          </p:nvPr>
        </p:nvSpPr>
        <p:spPr>
          <a:xfrm>
            <a:off x="390240" y="1032840"/>
            <a:ext cx="5524560" cy="455040"/>
          </a:xfrm>
          <a:prstGeom prst="rect">
            <a:avLst/>
          </a:prstGeom>
          <a:noFill/>
          <a:ln w="0">
            <a:noFill/>
          </a:ln>
        </p:spPr>
        <p:txBody>
          <a:bodyPr lIns="68400" rIns="68400" tIns="34200" bIns="34200" anchor="t">
            <a:noAutofit/>
          </a:bodyPr>
          <a:p>
            <a:pPr indent="0">
              <a:lnSpc>
                <a:spcPct val="90000"/>
              </a:lnSpc>
              <a:buNone/>
              <a:tabLst>
                <a:tab algn="l" pos="0"/>
              </a:tabLst>
            </a:pPr>
            <a:r>
              <a:rPr b="0" lang="fr-FR" sz="1500" spc="-1" strike="noStrike">
                <a:solidFill>
                  <a:schemeClr val="accent6"/>
                </a:solidFill>
                <a:latin typeface="Calibri"/>
                <a:ea typeface="Calibri"/>
              </a:rPr>
              <a:t>Les 20 communes avec le plus de transactions pour 1000 habitants</a:t>
            </a:r>
            <a:endParaRPr b="0" lang="fr-FR" sz="1500" spc="-1" strike="noStrike">
              <a:solidFill>
                <a:srgbClr val="000000"/>
              </a:solidFill>
              <a:latin typeface="Arial"/>
            </a:endParaRPr>
          </a:p>
          <a:p>
            <a:pPr indent="0">
              <a:lnSpc>
                <a:spcPct val="90000"/>
              </a:lnSpc>
              <a:buNone/>
              <a:tabLst>
                <a:tab algn="l" pos="0"/>
              </a:tabLst>
            </a:pPr>
            <a:r>
              <a:rPr b="0" lang="fr-FR" sz="1500" spc="-1" strike="noStrike">
                <a:solidFill>
                  <a:schemeClr val="accent6"/>
                </a:solidFill>
                <a:latin typeface="Calibri"/>
                <a:ea typeface="Calibri"/>
              </a:rPr>
              <a:t>pour les communes qui dépassent les 10 000 habitants.</a:t>
            </a:r>
            <a:endParaRPr b="0" lang="fr-FR" sz="1500" spc="-1" strike="noStrike">
              <a:solidFill>
                <a:srgbClr val="000000"/>
              </a:solidFill>
              <a:latin typeface="Arial"/>
            </a:endParaRPr>
          </a:p>
        </p:txBody>
      </p:sp>
      <p:sp>
        <p:nvSpPr>
          <p:cNvPr id="284" name="ZoneTexte 2"/>
          <p:cNvSpPr/>
          <p:nvPr/>
        </p:nvSpPr>
        <p:spPr>
          <a:xfrm>
            <a:off x="389160" y="1771920"/>
            <a:ext cx="3225240" cy="2327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1050" spc="-1" strike="noStrike">
                <a:solidFill>
                  <a:srgbClr val="569cd6"/>
                </a:solidFill>
                <a:latin typeface="Consolas"/>
                <a:ea typeface="Arial"/>
              </a:rPr>
              <a:t>SELECT </a:t>
            </a:r>
            <a:endParaRPr b="0" lang="fr-FR" sz="1050" spc="-1" strike="noStrike">
              <a:solidFill>
                <a:srgbClr val="000000"/>
              </a:solidFill>
              <a:latin typeface="Arial"/>
            </a:endParaRPr>
          </a:p>
          <a:p>
            <a:pPr>
              <a:lnSpc>
                <a:spcPct val="100000"/>
              </a:lnSpc>
            </a:pPr>
            <a:r>
              <a:rPr b="0" lang="fr-FR" sz="1050" spc="-1" strike="noStrike">
                <a:solidFill>
                  <a:srgbClr val="569cd6"/>
                </a:solidFill>
                <a:latin typeface="Consolas"/>
                <a:ea typeface="Arial"/>
              </a:rPr>
              <a:t>commune.code_dep_code_com,</a:t>
            </a:r>
            <a:endParaRPr b="0" lang="fr-FR" sz="1050" spc="-1" strike="noStrike">
              <a:solidFill>
                <a:srgbClr val="000000"/>
              </a:solidFill>
              <a:latin typeface="Arial"/>
            </a:endParaRPr>
          </a:p>
          <a:p>
            <a:pPr>
              <a:lnSpc>
                <a:spcPct val="100000"/>
              </a:lnSpc>
            </a:pPr>
            <a:r>
              <a:rPr b="0" lang="fr-FR" sz="1050" spc="-1" strike="noStrike">
                <a:solidFill>
                  <a:srgbClr val="569cd6"/>
                </a:solidFill>
                <a:latin typeface="Consolas"/>
                <a:ea typeface="Arial"/>
              </a:rPr>
              <a:t>commune.nom as commune,</a:t>
            </a:r>
            <a:endParaRPr b="0" lang="fr-FR" sz="1050" spc="-1" strike="noStrike">
              <a:solidFill>
                <a:srgbClr val="000000"/>
              </a:solidFill>
              <a:latin typeface="Arial"/>
            </a:endParaRPr>
          </a:p>
          <a:p>
            <a:pPr>
              <a:lnSpc>
                <a:spcPct val="100000"/>
              </a:lnSpc>
            </a:pPr>
            <a:r>
              <a:rPr b="0" lang="fr-FR" sz="1050" spc="-1" strike="noStrike">
                <a:solidFill>
                  <a:srgbClr val="569cd6"/>
                </a:solidFill>
                <a:latin typeface="Consolas"/>
                <a:ea typeface="Arial"/>
              </a:rPr>
              <a:t>ROUND(COUNT(vente.id) / (commune.population/1000.00), 2) AS transactions_pour_1000_hab</a:t>
            </a:r>
            <a:endParaRPr b="0" lang="fr-FR" sz="1050" spc="-1" strike="noStrike">
              <a:solidFill>
                <a:srgbClr val="000000"/>
              </a:solidFill>
              <a:latin typeface="Arial"/>
            </a:endParaRPr>
          </a:p>
          <a:p>
            <a:pPr>
              <a:lnSpc>
                <a:spcPct val="100000"/>
              </a:lnSpc>
            </a:pPr>
            <a:r>
              <a:rPr b="0" lang="fr-FR" sz="1050" spc="-1" strike="noStrike">
                <a:solidFill>
                  <a:srgbClr val="569cd6"/>
                </a:solidFill>
                <a:latin typeface="Consolas"/>
                <a:ea typeface="Arial"/>
              </a:rPr>
              <a:t>FROM vente</a:t>
            </a:r>
            <a:endParaRPr b="0" lang="fr-FR" sz="1050" spc="-1" strike="noStrike">
              <a:solidFill>
                <a:srgbClr val="000000"/>
              </a:solidFill>
              <a:latin typeface="Arial"/>
            </a:endParaRPr>
          </a:p>
          <a:p>
            <a:pPr>
              <a:lnSpc>
                <a:spcPct val="100000"/>
              </a:lnSpc>
            </a:pPr>
            <a:r>
              <a:rPr b="0" lang="fr-FR" sz="1050" spc="-1" strike="noStrike">
                <a:solidFill>
                  <a:srgbClr val="569cd6"/>
                </a:solidFill>
                <a:latin typeface="Consolas"/>
                <a:ea typeface="Arial"/>
              </a:rPr>
              <a:t>JOIN bien ON vente.id_bien = bien.id</a:t>
            </a:r>
            <a:endParaRPr b="0" lang="fr-FR" sz="1050" spc="-1" strike="noStrike">
              <a:solidFill>
                <a:srgbClr val="000000"/>
              </a:solidFill>
              <a:latin typeface="Arial"/>
            </a:endParaRPr>
          </a:p>
          <a:p>
            <a:pPr>
              <a:lnSpc>
                <a:spcPct val="100000"/>
              </a:lnSpc>
            </a:pPr>
            <a:r>
              <a:rPr b="0" lang="fr-FR" sz="1050" spc="-1" strike="noStrike">
                <a:solidFill>
                  <a:srgbClr val="569cd6"/>
                </a:solidFill>
                <a:latin typeface="Consolas"/>
                <a:ea typeface="Arial"/>
              </a:rPr>
              <a:t>JOIN commune ON bien.code_dep_code_com = commune.code_dep_code_com</a:t>
            </a:r>
            <a:endParaRPr b="0" lang="fr-FR" sz="1050" spc="-1" strike="noStrike">
              <a:solidFill>
                <a:srgbClr val="000000"/>
              </a:solidFill>
              <a:latin typeface="Arial"/>
            </a:endParaRPr>
          </a:p>
          <a:p>
            <a:pPr>
              <a:lnSpc>
                <a:spcPct val="100000"/>
              </a:lnSpc>
            </a:pPr>
            <a:r>
              <a:rPr b="0" lang="fr-FR" sz="1050" spc="-1" strike="noStrike">
                <a:solidFill>
                  <a:srgbClr val="569cd6"/>
                </a:solidFill>
                <a:latin typeface="Consolas"/>
                <a:ea typeface="Arial"/>
              </a:rPr>
              <a:t>WHERE commune.population &gt;= 10000</a:t>
            </a:r>
            <a:endParaRPr b="0" lang="fr-FR" sz="1050" spc="-1" strike="noStrike">
              <a:solidFill>
                <a:srgbClr val="000000"/>
              </a:solidFill>
              <a:latin typeface="Arial"/>
            </a:endParaRPr>
          </a:p>
          <a:p>
            <a:pPr>
              <a:lnSpc>
                <a:spcPct val="100000"/>
              </a:lnSpc>
            </a:pPr>
            <a:r>
              <a:rPr b="0" lang="fr-FR" sz="1050" spc="-1" strike="noStrike">
                <a:solidFill>
                  <a:srgbClr val="569cd6"/>
                </a:solidFill>
                <a:latin typeface="Consolas"/>
                <a:ea typeface="Arial"/>
              </a:rPr>
              <a:t>GROUP BY commune.code_dep_code_com</a:t>
            </a:r>
            <a:endParaRPr b="0" lang="fr-FR" sz="1050" spc="-1" strike="noStrike">
              <a:solidFill>
                <a:srgbClr val="000000"/>
              </a:solidFill>
              <a:latin typeface="Arial"/>
            </a:endParaRPr>
          </a:p>
          <a:p>
            <a:pPr>
              <a:lnSpc>
                <a:spcPct val="100000"/>
              </a:lnSpc>
            </a:pPr>
            <a:r>
              <a:rPr b="0" lang="fr-FR" sz="1050" spc="-1" strike="noStrike">
                <a:solidFill>
                  <a:srgbClr val="569cd6"/>
                </a:solidFill>
                <a:latin typeface="Consolas"/>
                <a:ea typeface="Arial"/>
              </a:rPr>
              <a:t>ORDER BY transactions_pour_1000_hab DESC LIMIT 20;</a:t>
            </a:r>
            <a:endParaRPr b="0" lang="fr-FR" sz="1050" spc="-1" strike="noStrike">
              <a:solidFill>
                <a:srgbClr val="000000"/>
              </a:solidFill>
              <a:latin typeface="Arial"/>
            </a:endParaRPr>
          </a:p>
        </p:txBody>
      </p:sp>
      <p:pic>
        <p:nvPicPr>
          <p:cNvPr id="285" name="Image 4" descr=""/>
          <p:cNvPicPr/>
          <p:nvPr/>
        </p:nvPicPr>
        <p:blipFill>
          <a:blip r:embed="rId1"/>
          <a:stretch/>
        </p:blipFill>
        <p:spPr>
          <a:xfrm>
            <a:off x="4662000" y="1705320"/>
            <a:ext cx="4218840" cy="330372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6" name="Google Shape;351;p43" descr=""/>
          <p:cNvPicPr/>
          <p:nvPr/>
        </p:nvPicPr>
        <p:blipFill>
          <a:blip r:embed="rId1"/>
          <a:srcRect l="20780" t="0" r="20780" b="0"/>
          <a:stretch/>
        </p:blipFill>
        <p:spPr>
          <a:xfrm>
            <a:off x="1262520" y="645840"/>
            <a:ext cx="3319560" cy="3850920"/>
          </a:xfrm>
          <a:prstGeom prst="rect">
            <a:avLst/>
          </a:prstGeom>
          <a:ln w="0">
            <a:noFill/>
          </a:ln>
        </p:spPr>
      </p:pic>
      <p:sp>
        <p:nvSpPr>
          <p:cNvPr id="287" name="Google Shape;352;p43"/>
          <p:cNvSpPr/>
          <p:nvPr/>
        </p:nvSpPr>
        <p:spPr>
          <a:xfrm rot="16200000">
            <a:off x="2009520" y="1793160"/>
            <a:ext cx="1807920" cy="1558440"/>
          </a:xfrm>
          <a:prstGeom prst="hexagon">
            <a:avLst>
              <a:gd name="adj" fmla="val 25000"/>
              <a:gd name="vf" fmla="val 115470"/>
            </a:avLst>
          </a:prstGeom>
          <a:solidFill>
            <a:schemeClr val="dk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fr-FR" sz="1400" spc="-1" strike="noStrike">
              <a:solidFill>
                <a:schemeClr val="lt1"/>
              </a:solidFill>
              <a:latin typeface="Calibri"/>
              <a:ea typeface="Calibri"/>
            </a:endParaRPr>
          </a:p>
        </p:txBody>
      </p:sp>
      <p:sp>
        <p:nvSpPr>
          <p:cNvPr id="288" name="PlaceHolder 1"/>
          <p:cNvSpPr>
            <a:spLocks noGrp="1"/>
          </p:cNvSpPr>
          <p:nvPr>
            <p:ph type="title"/>
          </p:nvPr>
        </p:nvSpPr>
        <p:spPr>
          <a:xfrm>
            <a:off x="4781880" y="1504440"/>
            <a:ext cx="3638520" cy="1210320"/>
          </a:xfrm>
          <a:prstGeom prst="rect">
            <a:avLst/>
          </a:prstGeom>
          <a:noFill/>
          <a:ln w="0">
            <a:noFill/>
          </a:ln>
        </p:spPr>
        <p:txBody>
          <a:bodyPr lIns="68400" rIns="68400" tIns="34200" bIns="0" anchor="b">
            <a:normAutofit/>
          </a:bodyPr>
          <a:p>
            <a:pPr indent="0">
              <a:lnSpc>
                <a:spcPct val="90000"/>
              </a:lnSpc>
              <a:buNone/>
              <a:tabLst>
                <a:tab algn="l" pos="0"/>
              </a:tabLst>
            </a:pPr>
            <a:r>
              <a:rPr b="1" lang="fr" sz="3200" spc="-1" strike="noStrike">
                <a:solidFill>
                  <a:schemeClr val="accent1"/>
                </a:solidFill>
                <a:latin typeface="Calibri"/>
                <a:ea typeface="Calibri"/>
              </a:rPr>
              <a:t>Merci !</a:t>
            </a:r>
            <a:endParaRPr b="0" lang="fr-FR" sz="3200" spc="-1" strike="noStrike">
              <a:solidFill>
                <a:srgbClr val="000000"/>
              </a:solidFill>
              <a:latin typeface="Arial"/>
            </a:endParaRPr>
          </a:p>
        </p:txBody>
      </p:sp>
      <p:pic>
        <p:nvPicPr>
          <p:cNvPr id="289" name="Google Shape;354;p43" descr="https://lh5.googleusercontent.com/TcdnvzxQ7ulQo8GiFwfIKujloK6EfAJv7ikP-EvnfdTVQnROS3WXw6XSx9Cpd73e_l7GCUAnbxroB-qlzG2fvYdCyl-Y5QZ95MpiD-GfDN-4taJyHRqsr3vOZzc3ONTBu52b0HIdUOMeHvdHiA_5tD0"/>
          <p:cNvPicPr/>
          <p:nvPr/>
        </p:nvPicPr>
        <p:blipFill>
          <a:blip r:embed="rId2"/>
          <a:srcRect l="11387" t="12668" r="63938" b="13980"/>
          <a:stretch/>
        </p:blipFill>
        <p:spPr>
          <a:xfrm>
            <a:off x="1980000" y="1578240"/>
            <a:ext cx="1800000" cy="177804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909</TotalTime>
  <Application>LibreOffice/24.2.7.2$Linux_X86_64 LibreOffice_project/420$Build-2</Application>
  <AppVersion>15.0000</AppVersion>
  <Words>2142</Words>
  <Paragraphs>348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fr-FR</dc:language>
  <cp:lastModifiedBy/>
  <dcterms:modified xsi:type="dcterms:W3CDTF">2026-03-06T10:47:49Z</dcterms:modified>
  <cp:revision>15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22</vt:i4>
  </property>
  <property fmtid="{D5CDD505-2E9C-101B-9397-08002B2CF9AE}" pid="3" name="PresentationFormat">
    <vt:lpwstr>Affichage à l'écran (16:9)</vt:lpwstr>
  </property>
  <property fmtid="{D5CDD505-2E9C-101B-9397-08002B2CF9AE}" pid="4" name="Slides">
    <vt:i4>22</vt:i4>
  </property>
</Properties>
</file>