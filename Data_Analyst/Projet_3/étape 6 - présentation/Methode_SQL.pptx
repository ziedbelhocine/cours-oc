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4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A9CF95F8-3373-4AE6-936A-273E4E1A6575}"/>
    <pc:docChg chg="undo custSel modSld">
      <pc:chgData name="Zied Belhocine" userId="200cc0e2b299676e" providerId="LiveId" clId="{A9CF95F8-3373-4AE6-936A-273E4E1A6575}" dt="2025-10-24T15:50:49.913" v="185" actId="20577"/>
      <pc:docMkLst>
        <pc:docMk/>
      </pc:docMkLst>
      <pc:sldChg chg="modSp mod">
        <pc:chgData name="Zied Belhocine" userId="200cc0e2b299676e" providerId="LiveId" clId="{A9CF95F8-3373-4AE6-936A-273E4E1A6575}" dt="2025-10-24T13:03:33.587" v="173" actId="1076"/>
        <pc:sldMkLst>
          <pc:docMk/>
          <pc:sldMk cId="0" sldId="256"/>
        </pc:sldMkLst>
        <pc:spChg chg="mod">
          <ac:chgData name="Zied Belhocine" userId="200cc0e2b299676e" providerId="LiveId" clId="{A9CF95F8-3373-4AE6-936A-273E4E1A6575}" dt="2025-10-24T13:03:33.587" v="173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Zied Belhocine" userId="200cc0e2b299676e" providerId="LiveId" clId="{A9CF95F8-3373-4AE6-936A-273E4E1A6575}" dt="2025-10-24T07:57:27.671" v="2" actId="790"/>
        <pc:sldMkLst>
          <pc:docMk/>
          <pc:sldMk cId="0" sldId="257"/>
        </pc:sldMkLst>
        <pc:spChg chg="mod">
          <ac:chgData name="Zied Belhocine" userId="200cc0e2b299676e" providerId="LiveId" clId="{A9CF95F8-3373-4AE6-936A-273E4E1A6575}" dt="2025-10-24T07:57:27.671" v="2" actId="79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Zied Belhocine" userId="200cc0e2b299676e" providerId="LiveId" clId="{A9CF95F8-3373-4AE6-936A-273E4E1A6575}" dt="2025-10-24T07:57:37.100" v="3" actId="790"/>
        <pc:sldMkLst>
          <pc:docMk/>
          <pc:sldMk cId="0" sldId="258"/>
        </pc:sldMkLst>
        <pc:spChg chg="mod">
          <ac:chgData name="Zied Belhocine" userId="200cc0e2b299676e" providerId="LiveId" clId="{A9CF95F8-3373-4AE6-936A-273E4E1A6575}" dt="2025-10-24T07:57:37.100" v="3" actId="79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Zied Belhocine" userId="200cc0e2b299676e" providerId="LiveId" clId="{A9CF95F8-3373-4AE6-936A-273E4E1A6575}" dt="2025-10-24T07:58:15.459" v="4" actId="790"/>
        <pc:sldMkLst>
          <pc:docMk/>
          <pc:sldMk cId="0" sldId="259"/>
        </pc:sldMkLst>
        <pc:spChg chg="mod">
          <ac:chgData name="Zied Belhocine" userId="200cc0e2b299676e" providerId="LiveId" clId="{A9CF95F8-3373-4AE6-936A-273E4E1A6575}" dt="2025-10-24T07:58:15.459" v="4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Zied Belhocine" userId="200cc0e2b299676e" providerId="LiveId" clId="{A9CF95F8-3373-4AE6-936A-273E4E1A6575}" dt="2025-10-24T07:58:15.459" v="4" actId="79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Zied Belhocine" userId="200cc0e2b299676e" providerId="LiveId" clId="{A9CF95F8-3373-4AE6-936A-273E4E1A6575}" dt="2025-10-24T15:50:49.913" v="185" actId="20577"/>
        <pc:sldMkLst>
          <pc:docMk/>
          <pc:sldMk cId="0" sldId="261"/>
        </pc:sldMkLst>
        <pc:spChg chg="mod">
          <ac:chgData name="Zied Belhocine" userId="200cc0e2b299676e" providerId="LiveId" clId="{A9CF95F8-3373-4AE6-936A-273E4E1A6575}" dt="2025-10-24T15:50:49.913" v="185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Zied Belhocine" userId="200cc0e2b299676e" providerId="LiveId" clId="{A9CF95F8-3373-4AE6-936A-273E4E1A6575}" dt="2025-10-24T08:46:28.258" v="124" actId="478"/>
        <pc:sldMkLst>
          <pc:docMk/>
          <pc:sldMk cId="0" sldId="262"/>
        </pc:sldMkLst>
        <pc:spChg chg="mod">
          <ac:chgData name="Zied Belhocine" userId="200cc0e2b299676e" providerId="LiveId" clId="{A9CF95F8-3373-4AE6-936A-273E4E1A6575}" dt="2025-10-24T08:37:21.232" v="28" actId="20577"/>
          <ac:spMkLst>
            <pc:docMk/>
            <pc:sldMk cId="0" sldId="262"/>
            <ac:spMk id="3" creationId="{00000000-0000-0000-0000-000000000000}"/>
          </ac:spMkLst>
        </pc:spChg>
        <pc:picChg chg="mod">
          <ac:chgData name="Zied Belhocine" userId="200cc0e2b299676e" providerId="LiveId" clId="{A9CF95F8-3373-4AE6-936A-273E4E1A6575}" dt="2025-10-15T10:07:38.040" v="0" actId="1076"/>
          <ac:picMkLst>
            <pc:docMk/>
            <pc:sldMk cId="0" sldId="262"/>
            <ac:picMk id="6" creationId="{058FA903-F0FF-785D-4D2F-644BE40EC596}"/>
          </ac:picMkLst>
        </pc:picChg>
        <pc:picChg chg="add mod">
          <ac:chgData name="Zied Belhocine" userId="200cc0e2b299676e" providerId="LiveId" clId="{A9CF95F8-3373-4AE6-936A-273E4E1A6575}" dt="2025-10-24T08:42:09.535" v="112" actId="1076"/>
          <ac:picMkLst>
            <pc:docMk/>
            <pc:sldMk cId="0" sldId="262"/>
            <ac:picMk id="7" creationId="{CC63AC88-CADC-CF98-9EE6-76AA300A17D9}"/>
          </ac:picMkLst>
        </pc:picChg>
        <pc:picChg chg="del">
          <ac:chgData name="Zied Belhocine" userId="200cc0e2b299676e" providerId="LiveId" clId="{A9CF95F8-3373-4AE6-936A-273E4E1A6575}" dt="2025-10-24T08:42:10.709" v="113" actId="478"/>
          <ac:picMkLst>
            <pc:docMk/>
            <pc:sldMk cId="0" sldId="262"/>
            <ac:picMk id="8" creationId="{7292CA3B-93FC-C190-47DF-01847EDD34E8}"/>
          </ac:picMkLst>
        </pc:picChg>
        <pc:picChg chg="del">
          <ac:chgData name="Zied Belhocine" userId="200cc0e2b299676e" providerId="LiveId" clId="{A9CF95F8-3373-4AE6-936A-273E4E1A6575}" dt="2025-10-24T08:46:28.258" v="124" actId="478"/>
          <ac:picMkLst>
            <pc:docMk/>
            <pc:sldMk cId="0" sldId="262"/>
            <ac:picMk id="9" creationId="{C26BE7C2-CED2-13E2-99A7-64BAC5AAD5F3}"/>
          </ac:picMkLst>
        </pc:picChg>
        <pc:picChg chg="add del mod">
          <ac:chgData name="Zied Belhocine" userId="200cc0e2b299676e" providerId="LiveId" clId="{A9CF95F8-3373-4AE6-936A-273E4E1A6575}" dt="2025-10-24T08:46:25.874" v="123" actId="478"/>
          <ac:picMkLst>
            <pc:docMk/>
            <pc:sldMk cId="0" sldId="262"/>
            <ac:picMk id="10" creationId="{E8190761-BDC1-4832-3B2E-90344745AE8B}"/>
          </ac:picMkLst>
        </pc:picChg>
        <pc:picChg chg="add mod">
          <ac:chgData name="Zied Belhocine" userId="200cc0e2b299676e" providerId="LiveId" clId="{A9CF95F8-3373-4AE6-936A-273E4E1A6575}" dt="2025-10-24T08:46:16.432" v="120" actId="1076"/>
          <ac:picMkLst>
            <pc:docMk/>
            <pc:sldMk cId="0" sldId="262"/>
            <ac:picMk id="14" creationId="{1AE7E034-6DBF-E0F2-D996-66161A3FA487}"/>
          </ac:picMkLst>
        </pc:picChg>
      </pc:sldChg>
      <pc:sldChg chg="addSp delSp modSp mod">
        <pc:chgData name="Zied Belhocine" userId="200cc0e2b299676e" providerId="LiveId" clId="{A9CF95F8-3373-4AE6-936A-273E4E1A6575}" dt="2025-10-24T08:47:30.710" v="130" actId="478"/>
        <pc:sldMkLst>
          <pc:docMk/>
          <pc:sldMk cId="0" sldId="263"/>
        </pc:sldMkLst>
        <pc:spChg chg="mod">
          <ac:chgData name="Zied Belhocine" userId="200cc0e2b299676e" providerId="LiveId" clId="{A9CF95F8-3373-4AE6-936A-273E4E1A6575}" dt="2025-10-24T08:37:44.400" v="43" actId="20577"/>
          <ac:spMkLst>
            <pc:docMk/>
            <pc:sldMk cId="0" sldId="263"/>
            <ac:spMk id="3" creationId="{00000000-0000-0000-0000-000000000000}"/>
          </ac:spMkLst>
        </pc:spChg>
        <pc:picChg chg="mod">
          <ac:chgData name="Zied Belhocine" userId="200cc0e2b299676e" providerId="LiveId" clId="{A9CF95F8-3373-4AE6-936A-273E4E1A6575}" dt="2025-10-24T08:47:07.801" v="126" actId="1076"/>
          <ac:picMkLst>
            <pc:docMk/>
            <pc:sldMk cId="0" sldId="263"/>
            <ac:picMk id="5" creationId="{CEB48E87-8A7E-C4CD-2CCD-7EDD5111AB54}"/>
          </ac:picMkLst>
        </pc:picChg>
        <pc:picChg chg="del">
          <ac:chgData name="Zied Belhocine" userId="200cc0e2b299676e" providerId="LiveId" clId="{A9CF95F8-3373-4AE6-936A-273E4E1A6575}" dt="2025-10-24T08:36:32.116" v="7" actId="478"/>
          <ac:picMkLst>
            <pc:docMk/>
            <pc:sldMk cId="0" sldId="263"/>
            <ac:picMk id="6" creationId="{FC067FB8-1757-EDAF-88D2-36F2C8711032}"/>
          </ac:picMkLst>
        </pc:picChg>
        <pc:picChg chg="del">
          <ac:chgData name="Zied Belhocine" userId="200cc0e2b299676e" providerId="LiveId" clId="{A9CF95F8-3373-4AE6-936A-273E4E1A6575}" dt="2025-10-24T08:47:30.710" v="130" actId="478"/>
          <ac:picMkLst>
            <pc:docMk/>
            <pc:sldMk cId="0" sldId="263"/>
            <ac:picMk id="7" creationId="{86FC82CC-7C7A-8780-3F78-C3EE56D057A3}"/>
          </ac:picMkLst>
        </pc:picChg>
        <pc:picChg chg="mod">
          <ac:chgData name="Zied Belhocine" userId="200cc0e2b299676e" providerId="LiveId" clId="{A9CF95F8-3373-4AE6-936A-273E4E1A6575}" dt="2025-10-24T08:47:13.638" v="127" actId="1076"/>
          <ac:picMkLst>
            <pc:docMk/>
            <pc:sldMk cId="0" sldId="263"/>
            <ac:picMk id="8" creationId="{C4DA0E0B-BA74-7435-CFEB-6B41AA5E0B57}"/>
          </ac:picMkLst>
        </pc:picChg>
        <pc:picChg chg="add mod">
          <ac:chgData name="Zied Belhocine" userId="200cc0e2b299676e" providerId="LiveId" clId="{A9CF95F8-3373-4AE6-936A-273E4E1A6575}" dt="2025-10-24T08:46:59.719" v="125" actId="1076"/>
          <ac:picMkLst>
            <pc:docMk/>
            <pc:sldMk cId="0" sldId="263"/>
            <ac:picMk id="11" creationId="{066656B7-D09A-B8AA-D328-EBE0087E8439}"/>
          </ac:picMkLst>
        </pc:picChg>
        <pc:picChg chg="add mod">
          <ac:chgData name="Zied Belhocine" userId="200cc0e2b299676e" providerId="LiveId" clId="{A9CF95F8-3373-4AE6-936A-273E4E1A6575}" dt="2025-10-24T08:47:27.041" v="129" actId="1076"/>
          <ac:picMkLst>
            <pc:docMk/>
            <pc:sldMk cId="0" sldId="263"/>
            <ac:picMk id="13" creationId="{BC5D5DDB-D839-B3D1-C612-FCB434EA1472}"/>
          </ac:picMkLst>
        </pc:picChg>
      </pc:sldChg>
      <pc:sldChg chg="addSp delSp modSp mod">
        <pc:chgData name="Zied Belhocine" userId="200cc0e2b299676e" providerId="LiveId" clId="{A9CF95F8-3373-4AE6-936A-273E4E1A6575}" dt="2025-10-24T09:57:12.515" v="150" actId="1076"/>
        <pc:sldMkLst>
          <pc:docMk/>
          <pc:sldMk cId="109378894" sldId="265"/>
        </pc:sldMkLst>
        <pc:spChg chg="mod">
          <ac:chgData name="Zied Belhocine" userId="200cc0e2b299676e" providerId="LiveId" clId="{A9CF95F8-3373-4AE6-936A-273E4E1A6575}" dt="2025-10-24T09:54:36.027" v="136" actId="20577"/>
          <ac:spMkLst>
            <pc:docMk/>
            <pc:sldMk cId="109378894" sldId="265"/>
            <ac:spMk id="3" creationId="{F15EBE71-4A2E-7830-6CC0-01CA1E253CA7}"/>
          </ac:spMkLst>
        </pc:spChg>
        <pc:spChg chg="del mod">
          <ac:chgData name="Zied Belhocine" userId="200cc0e2b299676e" providerId="LiveId" clId="{A9CF95F8-3373-4AE6-936A-273E4E1A6575}" dt="2025-10-24T08:38:17.400" v="70" actId="478"/>
          <ac:spMkLst>
            <pc:docMk/>
            <pc:sldMk cId="109378894" sldId="265"/>
            <ac:spMk id="6" creationId="{2A23FA9F-9F1A-A593-DD28-8BD481E10541}"/>
          </ac:spMkLst>
        </pc:spChg>
        <pc:picChg chg="add del mod">
          <ac:chgData name="Zied Belhocine" userId="200cc0e2b299676e" providerId="LiveId" clId="{A9CF95F8-3373-4AE6-936A-273E4E1A6575}" dt="2025-10-24T09:55:15.456" v="139" actId="478"/>
          <ac:picMkLst>
            <pc:docMk/>
            <pc:sldMk cId="109378894" sldId="265"/>
            <ac:picMk id="5" creationId="{5A5D48B1-D5F2-70BB-0BEE-F3BFD32A927E}"/>
          </ac:picMkLst>
        </pc:picChg>
        <pc:picChg chg="add mod">
          <ac:chgData name="Zied Belhocine" userId="200cc0e2b299676e" providerId="LiveId" clId="{A9CF95F8-3373-4AE6-936A-273E4E1A6575}" dt="2025-10-24T09:55:19.074" v="140" actId="1076"/>
          <ac:picMkLst>
            <pc:docMk/>
            <pc:sldMk cId="109378894" sldId="265"/>
            <ac:picMk id="8" creationId="{5745656A-9ED9-731D-4C3A-D558FBB62CD5}"/>
          </ac:picMkLst>
        </pc:picChg>
        <pc:picChg chg="del">
          <ac:chgData name="Zied Belhocine" userId="200cc0e2b299676e" providerId="LiveId" clId="{A9CF95F8-3373-4AE6-936A-273E4E1A6575}" dt="2025-10-24T09:57:02.107" v="148" actId="478"/>
          <ac:picMkLst>
            <pc:docMk/>
            <pc:sldMk cId="109378894" sldId="265"/>
            <ac:picMk id="9" creationId="{169477CA-E542-B737-B766-183BF4C783B5}"/>
          </ac:picMkLst>
        </pc:picChg>
        <pc:picChg chg="del">
          <ac:chgData name="Zied Belhocine" userId="200cc0e2b299676e" providerId="LiveId" clId="{A9CF95F8-3373-4AE6-936A-273E4E1A6575}" dt="2025-10-24T09:54:21.702" v="131" actId="478"/>
          <ac:picMkLst>
            <pc:docMk/>
            <pc:sldMk cId="109378894" sldId="265"/>
            <ac:picMk id="12" creationId="{4324CB83-B25E-E74E-ACD4-521869084E68}"/>
          </ac:picMkLst>
        </pc:picChg>
        <pc:picChg chg="del">
          <ac:chgData name="Zied Belhocine" userId="200cc0e2b299676e" providerId="LiveId" clId="{A9CF95F8-3373-4AE6-936A-273E4E1A6575}" dt="2025-10-24T09:55:20.264" v="141" actId="478"/>
          <ac:picMkLst>
            <pc:docMk/>
            <pc:sldMk cId="109378894" sldId="265"/>
            <ac:picMk id="13" creationId="{1B681488-08E6-44F1-F917-AC7AE291C8F8}"/>
          </ac:picMkLst>
        </pc:picChg>
        <pc:picChg chg="del">
          <ac:chgData name="Zied Belhocine" userId="200cc0e2b299676e" providerId="LiveId" clId="{A9CF95F8-3373-4AE6-936A-273E4E1A6575}" dt="2025-10-24T09:56:58.589" v="146" actId="478"/>
          <ac:picMkLst>
            <pc:docMk/>
            <pc:sldMk cId="109378894" sldId="265"/>
            <ac:picMk id="15" creationId="{E40B3BE4-C06A-82AA-478B-02D2278D9E20}"/>
          </ac:picMkLst>
        </pc:picChg>
        <pc:picChg chg="add mod">
          <ac:chgData name="Zied Belhocine" userId="200cc0e2b299676e" providerId="LiveId" clId="{A9CF95F8-3373-4AE6-936A-273E4E1A6575}" dt="2025-10-24T09:55:30.075" v="143" actId="1076"/>
          <ac:picMkLst>
            <pc:docMk/>
            <pc:sldMk cId="109378894" sldId="265"/>
            <ac:picMk id="16" creationId="{F9D51D17-A5A8-2B05-8438-C63297B8C963}"/>
          </ac:picMkLst>
        </pc:picChg>
        <pc:picChg chg="add mod">
          <ac:chgData name="Zied Belhocine" userId="200cc0e2b299676e" providerId="LiveId" clId="{A9CF95F8-3373-4AE6-936A-273E4E1A6575}" dt="2025-10-24T09:57:00.655" v="147" actId="1076"/>
          <ac:picMkLst>
            <pc:docMk/>
            <pc:sldMk cId="109378894" sldId="265"/>
            <ac:picMk id="18" creationId="{CDF36332-1BA0-392A-B52C-C4F7F8A4A99A}"/>
          </ac:picMkLst>
        </pc:picChg>
        <pc:picChg chg="add mod">
          <ac:chgData name="Zied Belhocine" userId="200cc0e2b299676e" providerId="LiveId" clId="{A9CF95F8-3373-4AE6-936A-273E4E1A6575}" dt="2025-10-24T09:57:12.515" v="150" actId="1076"/>
          <ac:picMkLst>
            <pc:docMk/>
            <pc:sldMk cId="109378894" sldId="265"/>
            <ac:picMk id="20" creationId="{4CDBAFB3-6CFB-4F9C-2B16-D1E825EB3CBD}"/>
          </ac:picMkLst>
        </pc:picChg>
      </pc:sldChg>
      <pc:sldChg chg="addSp delSp modSp mod">
        <pc:chgData name="Zied Belhocine" userId="200cc0e2b299676e" providerId="LiveId" clId="{A9CF95F8-3373-4AE6-936A-273E4E1A6575}" dt="2025-10-24T10:03:19.703" v="171" actId="1076"/>
        <pc:sldMkLst>
          <pc:docMk/>
          <pc:sldMk cId="3551166604" sldId="267"/>
        </pc:sldMkLst>
        <pc:spChg chg="mod">
          <ac:chgData name="Zied Belhocine" userId="200cc0e2b299676e" providerId="LiveId" clId="{A9CF95F8-3373-4AE6-936A-273E4E1A6575}" dt="2025-10-24T08:39:02.007" v="109" actId="5793"/>
          <ac:spMkLst>
            <pc:docMk/>
            <pc:sldMk cId="3551166604" sldId="267"/>
            <ac:spMk id="3" creationId="{F15EBE71-4A2E-7830-6CC0-01CA1E253CA7}"/>
          </ac:spMkLst>
        </pc:spChg>
        <pc:picChg chg="del">
          <ac:chgData name="Zied Belhocine" userId="200cc0e2b299676e" providerId="LiveId" clId="{A9CF95F8-3373-4AE6-936A-273E4E1A6575}" dt="2025-10-24T09:59:22.702" v="152" actId="478"/>
          <ac:picMkLst>
            <pc:docMk/>
            <pc:sldMk cId="3551166604" sldId="267"/>
            <ac:picMk id="5" creationId="{891B045A-67E9-B84B-75D5-37F78C19E20B}"/>
          </ac:picMkLst>
        </pc:picChg>
        <pc:picChg chg="add mod">
          <ac:chgData name="Zied Belhocine" userId="200cc0e2b299676e" providerId="LiveId" clId="{A9CF95F8-3373-4AE6-936A-273E4E1A6575}" dt="2025-10-24T10:03:19.703" v="171" actId="1076"/>
          <ac:picMkLst>
            <pc:docMk/>
            <pc:sldMk cId="3551166604" sldId="267"/>
            <ac:picMk id="6" creationId="{E67692FD-5189-C041-9BA1-B3BC83EC7ED3}"/>
          </ac:picMkLst>
        </pc:picChg>
        <pc:picChg chg="del mod">
          <ac:chgData name="Zied Belhocine" userId="200cc0e2b299676e" providerId="LiveId" clId="{A9CF95F8-3373-4AE6-936A-273E4E1A6575}" dt="2025-10-24T10:00:30.141" v="164" actId="478"/>
          <ac:picMkLst>
            <pc:docMk/>
            <pc:sldMk cId="3551166604" sldId="267"/>
            <ac:picMk id="8" creationId="{770FA73D-238B-4D6D-E403-156E1311CDA7}"/>
          </ac:picMkLst>
        </pc:picChg>
        <pc:picChg chg="add mod">
          <ac:chgData name="Zied Belhocine" userId="200cc0e2b299676e" providerId="LiveId" clId="{A9CF95F8-3373-4AE6-936A-273E4E1A6575}" dt="2025-10-24T10:00:38.105" v="168" actId="1076"/>
          <ac:picMkLst>
            <pc:docMk/>
            <pc:sldMk cId="3551166604" sldId="267"/>
            <ac:picMk id="9" creationId="{F37A39C3-52CB-781A-F32F-9D906A3AF9AF}"/>
          </ac:picMkLst>
        </pc:picChg>
        <pc:picChg chg="mod">
          <ac:chgData name="Zied Belhocine" userId="200cc0e2b299676e" providerId="LiveId" clId="{A9CF95F8-3373-4AE6-936A-273E4E1A6575}" dt="2025-10-24T09:59:36.734" v="156" actId="1076"/>
          <ac:picMkLst>
            <pc:docMk/>
            <pc:sldMk cId="3551166604" sldId="267"/>
            <ac:picMk id="17" creationId="{0574D1BC-B679-41D7-3BCA-9ACF09ABCAB9}"/>
          </ac:picMkLst>
        </pc:picChg>
        <pc:picChg chg="mod">
          <ac:chgData name="Zied Belhocine" userId="200cc0e2b299676e" providerId="LiveId" clId="{A9CF95F8-3373-4AE6-936A-273E4E1A6575}" dt="2025-10-24T10:00:46.187" v="170" actId="1076"/>
          <ac:picMkLst>
            <pc:docMk/>
            <pc:sldMk cId="3551166604" sldId="267"/>
            <ac:picMk id="19" creationId="{316946CF-B4BC-E76D-C95E-0B7023D1F2FC}"/>
          </ac:picMkLst>
        </pc:picChg>
        <pc:picChg chg="mod">
          <ac:chgData name="Zied Belhocine" userId="200cc0e2b299676e" providerId="LiveId" clId="{A9CF95F8-3373-4AE6-936A-273E4E1A6575}" dt="2025-10-24T10:00:17.510" v="163" actId="1076"/>
          <ac:picMkLst>
            <pc:docMk/>
            <pc:sldMk cId="3551166604" sldId="267"/>
            <ac:picMk id="22" creationId="{974034D1-67FA-F4BA-AC24-D4BA2C07BB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4800">
                <a:solidFill>
                  <a:srgbClr val="003366"/>
                </a:solidFill>
                <a:latin typeface="Calibri (Body)"/>
              </a:defRPr>
            </a:pPr>
            <a:r>
              <a:rPr dirty="0" err="1"/>
              <a:t>Requêtez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base de données avec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rPr dirty="0"/>
              <a:t>Bootcamp Data Analyst – Zied Belhocine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rPr dirty="0"/>
              <a:t>Objectif du </a:t>
            </a:r>
            <a:r>
              <a:rPr dirty="0" err="1"/>
              <a:t>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Nous disposons de trois documents relatifs aux contrats d’assurance habitation en France :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Un fichier CSV contenant les données des contrats clients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Un fichier CSV contenant le référentiel géographique des régions françaises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Un dictionnaire de données recensant les champs utilisés, leur type, taille et définition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But : intégrer ces deux CSV dans une base relationnelle en respectant les contraintes et relations, puis exécuter des requêtes SQL pour extraire des informations utiles.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t>Dictionnaire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À partir des fichiers CSV, on détermine pour chaque table :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Noms de colonnes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Type et taille des données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Clés primaires et étrangères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- Descriptions des champs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Tables principales : Contrat / Région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</p:txBody>
      </p:sp>
      <p:pic>
        <p:nvPicPr>
          <p:cNvPr id="4" name="Espace réservé du contenu 7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7E39362A-F132-1B7E-CAD2-6E6674C17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52203"/>
            <a:ext cx="7043198" cy="3221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rPr lang="fr-FR" dirty="0"/>
              <a:t>Schéma relationnel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dirty="0"/>
              <a:t>Le dictionnaire de données permet de construire un diagramme UML illustrant la structure et les liens entre les tables.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</p:txBody>
      </p:sp>
      <p:pic>
        <p:nvPicPr>
          <p:cNvPr id="4" name="Espace réservé du contenu 8" descr="Une image contenant texte, reçu, Police, capture d’écran">
            <a:extLst>
              <a:ext uri="{FF2B5EF4-FFF2-40B4-BE49-F238E27FC236}">
                <a16:creationId xmlns:a16="http://schemas.microsoft.com/office/drawing/2014/main" id="{19E07CBE-8FF8-7B7F-0552-401841B2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587" y="2809690"/>
            <a:ext cx="8259328" cy="2648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t>Création des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94350"/>
            <a:ext cx="8229600" cy="67310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💡 Remarque : la table Region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créée</a:t>
            </a:r>
            <a:r>
              <a:rPr dirty="0"/>
              <a:t> </a:t>
            </a:r>
            <a:r>
              <a:rPr dirty="0" err="1"/>
              <a:t>avant</a:t>
            </a:r>
            <a:r>
              <a:rPr dirty="0"/>
              <a:t> </a:t>
            </a:r>
            <a:r>
              <a:rPr dirty="0" err="1"/>
              <a:t>Contrat</a:t>
            </a:r>
            <a:r>
              <a:rPr dirty="0"/>
              <a:t> car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dernière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étrangère</a:t>
            </a:r>
            <a:r>
              <a:rPr dirty="0"/>
              <a:t> la </a:t>
            </a:r>
            <a:r>
              <a:rPr dirty="0" err="1"/>
              <a:t>référant</a:t>
            </a:r>
            <a:r>
              <a:rPr dirty="0"/>
              <a:t>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7A6C84-70E5-8EC1-2DA7-EF4B8ED39670}"/>
              </a:ext>
            </a:extLst>
          </p:cNvPr>
          <p:cNvSpPr txBox="1"/>
          <p:nvPr/>
        </p:nvSpPr>
        <p:spPr>
          <a:xfrm>
            <a:off x="996950" y="2074395"/>
            <a:ext cx="4203700" cy="22467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CREATE TABLE </a:t>
            </a:r>
            <a:r>
              <a:rPr lang="fr-FR" sz="1400" dirty="0" err="1"/>
              <a:t>Region</a:t>
            </a:r>
            <a:r>
              <a:rPr lang="fr-FR" sz="1400" dirty="0"/>
              <a:t> (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Code_dep_code_commune</a:t>
            </a:r>
            <a:r>
              <a:rPr lang="fr-FR" sz="1400" dirty="0"/>
              <a:t>  INTEGER PRIMARY KEY,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reg_code</a:t>
            </a:r>
            <a:r>
              <a:rPr lang="fr-FR" sz="1400" dirty="0"/>
              <a:t>               INTEGER,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reg_nom</a:t>
            </a:r>
            <a:r>
              <a:rPr lang="fr-FR" sz="1400" dirty="0"/>
              <a:t>                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aca_nom</a:t>
            </a:r>
            <a:r>
              <a:rPr lang="fr-FR" sz="1400" dirty="0"/>
              <a:t>                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dep_nom</a:t>
            </a:r>
            <a:r>
              <a:rPr lang="fr-FR" sz="1400" dirty="0"/>
              <a:t>                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com_nom_maj_court</a:t>
            </a:r>
            <a:r>
              <a:rPr lang="fr-FR" sz="1400" dirty="0"/>
              <a:t>      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dep_code</a:t>
            </a:r>
            <a:r>
              <a:rPr lang="fr-FR" sz="1400" dirty="0"/>
              <a:t>               INTEGER,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dep_nom_num</a:t>
            </a:r>
            <a:r>
              <a:rPr lang="fr-FR" sz="1400" dirty="0"/>
              <a:t>            VARCHAR(50)</a:t>
            </a:r>
          </a:p>
          <a:p>
            <a:r>
              <a:rPr lang="fr-FR" sz="1400" dirty="0"/>
              <a:t>);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8E93D9C-8226-1532-3ADD-E2C5F643BA49}"/>
              </a:ext>
            </a:extLst>
          </p:cNvPr>
          <p:cNvSpPr txBox="1"/>
          <p:nvPr/>
        </p:nvSpPr>
        <p:spPr>
          <a:xfrm>
            <a:off x="6521450" y="1104900"/>
            <a:ext cx="4502150" cy="41857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CREATE TABLE Contrat (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Contrat_ID</a:t>
            </a:r>
            <a:r>
              <a:rPr lang="fr-FR" sz="1400" dirty="0"/>
              <a:t> 			INTEGER PRIMARY KEY,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No_voie</a:t>
            </a:r>
            <a:r>
              <a:rPr lang="fr-FR" sz="1400" dirty="0"/>
              <a:t>				INTEGER,</a:t>
            </a:r>
          </a:p>
          <a:p>
            <a:r>
              <a:rPr lang="fr-FR" sz="1400" dirty="0"/>
              <a:t>    B_T_Q				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Type_de_voie</a:t>
            </a:r>
            <a:r>
              <a:rPr lang="fr-FR" sz="1400" dirty="0"/>
              <a:t>			VARCHAR(50),</a:t>
            </a:r>
          </a:p>
          <a:p>
            <a:r>
              <a:rPr lang="fr-FR" sz="1400" dirty="0"/>
              <a:t>    Voie                 			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Code_dep_code_commune</a:t>
            </a:r>
            <a:r>
              <a:rPr lang="fr-FR" sz="1400" dirty="0"/>
              <a:t> 	INTEGER,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Code_postal</a:t>
            </a:r>
            <a:r>
              <a:rPr lang="fr-FR" sz="1400" dirty="0"/>
              <a:t>           		INTEGER,</a:t>
            </a:r>
          </a:p>
          <a:p>
            <a:r>
              <a:rPr lang="fr-FR" sz="1400" dirty="0"/>
              <a:t>    Surface             			INTEGER,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Type_local</a:t>
            </a:r>
            <a:r>
              <a:rPr lang="fr-FR" sz="1400" dirty="0"/>
              <a:t>          			VARCHAR(50),</a:t>
            </a:r>
          </a:p>
          <a:p>
            <a:r>
              <a:rPr lang="fr-FR" sz="1400" dirty="0"/>
              <a:t>    Occupation         			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Type_contrat</a:t>
            </a:r>
            <a:r>
              <a:rPr lang="fr-FR" sz="1400" dirty="0"/>
              <a:t>         		VARCHAR(50),</a:t>
            </a:r>
          </a:p>
          <a:p>
            <a:r>
              <a:rPr lang="fr-FR" sz="1400" dirty="0"/>
              <a:t>    Formule              			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Valeur_declaree_biens</a:t>
            </a:r>
            <a:r>
              <a:rPr lang="fr-FR" sz="1400" dirty="0"/>
              <a:t>  	VARCHAR(50),</a:t>
            </a:r>
          </a:p>
          <a:p>
            <a:r>
              <a:rPr lang="fr-FR" sz="1400" dirty="0"/>
              <a:t>    </a:t>
            </a:r>
            <a:r>
              <a:rPr lang="fr-FR" sz="1400" dirty="0" err="1"/>
              <a:t>Prix_cotisation_mensuel</a:t>
            </a:r>
            <a:r>
              <a:rPr lang="fr-FR" sz="1400" dirty="0"/>
              <a:t> 	INTEGER,</a:t>
            </a:r>
          </a:p>
          <a:p>
            <a:r>
              <a:rPr lang="fr-FR" sz="1400" dirty="0"/>
              <a:t>    FOREIGN KEY (</a:t>
            </a:r>
            <a:r>
              <a:rPr lang="fr-FR" sz="1400" dirty="0" err="1"/>
              <a:t>Code_dep_code_commune</a:t>
            </a:r>
            <a:r>
              <a:rPr lang="fr-FR" sz="1400" dirty="0"/>
              <a:t>) REFERENCES </a:t>
            </a:r>
            <a:r>
              <a:rPr lang="fr-FR" sz="1400" dirty="0" err="1"/>
              <a:t>Region</a:t>
            </a:r>
            <a:r>
              <a:rPr lang="fr-FR" sz="1400" dirty="0"/>
              <a:t>(</a:t>
            </a:r>
            <a:r>
              <a:rPr lang="fr-FR" sz="1400" dirty="0" err="1"/>
              <a:t>Code_dep_code_commune</a:t>
            </a:r>
            <a:r>
              <a:rPr lang="fr-FR" sz="1400" dirty="0"/>
              <a:t>) ON DELETE RESTRICT</a:t>
            </a:r>
          </a:p>
          <a:p>
            <a:r>
              <a:rPr lang="fr-FR" sz="1400" dirty="0"/>
              <a:t>ON UPDATE CASCADE</a:t>
            </a:r>
          </a:p>
          <a:p>
            <a:r>
              <a:rPr lang="fr-FR" sz="1400" dirty="0"/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rPr dirty="0"/>
              <a:t>Importation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Les </a:t>
            </a:r>
            <a:r>
              <a:rPr dirty="0" err="1"/>
              <a:t>fichiers</a:t>
            </a:r>
            <a:r>
              <a:rPr dirty="0"/>
              <a:t> CSV </a:t>
            </a:r>
            <a:r>
              <a:rPr lang="fr-FR" dirty="0"/>
              <a:t>peuvent être</a:t>
            </a:r>
            <a:r>
              <a:rPr dirty="0"/>
              <a:t> </a:t>
            </a:r>
            <a:r>
              <a:rPr dirty="0" err="1"/>
              <a:t>importés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dans SQLite :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1. </a:t>
            </a:r>
            <a:r>
              <a:rPr dirty="0" err="1"/>
              <a:t>Clic</a:t>
            </a:r>
            <a:r>
              <a:rPr dirty="0"/>
              <a:t> droit sur la base → Importer</a:t>
            </a: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2. </a:t>
            </a:r>
            <a:r>
              <a:rPr dirty="0" err="1"/>
              <a:t>Sélectionner</a:t>
            </a:r>
            <a:r>
              <a:rPr dirty="0"/>
              <a:t> le </a:t>
            </a:r>
            <a:r>
              <a:rPr dirty="0" err="1"/>
              <a:t>fichier</a:t>
            </a:r>
            <a:r>
              <a:rPr dirty="0"/>
              <a:t> CSV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3. </a:t>
            </a:r>
            <a:r>
              <a:rPr dirty="0" err="1"/>
              <a:t>Cocher</a:t>
            </a:r>
            <a:r>
              <a:rPr dirty="0"/>
              <a:t> :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   - La première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les </a:t>
            </a:r>
            <a:r>
              <a:rPr dirty="0" err="1"/>
              <a:t>noms</a:t>
            </a:r>
            <a:r>
              <a:rPr dirty="0"/>
              <a:t> de </a:t>
            </a:r>
            <a:r>
              <a:rPr dirty="0" err="1"/>
              <a:t>colonnes</a:t>
            </a: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dirty="0"/>
              <a:t>   - </a:t>
            </a:r>
            <a:r>
              <a:rPr dirty="0" err="1"/>
              <a:t>Séparateur</a:t>
            </a:r>
            <a:r>
              <a:rPr dirty="0"/>
              <a:t> : ;</a:t>
            </a: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5ECE74-ED42-7B85-07E3-E3AD972B1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93" y="2423655"/>
            <a:ext cx="2935658" cy="120383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4AA629C-B0BA-A20A-967B-F4941E00F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394" y="2109194"/>
            <a:ext cx="4925112" cy="42582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t>Premières requêtes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I</a:t>
            </a:r>
            <a:r>
              <a:rPr b="1" dirty="0"/>
              <a:t> </a:t>
            </a:r>
            <a:r>
              <a:rPr lang="fr-FR" b="1" dirty="0"/>
              <a:t>- </a:t>
            </a:r>
            <a:r>
              <a:rPr lang="fr-FR" dirty="0"/>
              <a:t>Lister les numéros de contrats (</a:t>
            </a:r>
            <a:r>
              <a:rPr lang="fr-FR" dirty="0" err="1"/>
              <a:t>contrat_ID</a:t>
            </a:r>
            <a:r>
              <a:rPr lang="fr-FR" dirty="0"/>
              <a:t>) avec leur surface pour la commune de Caen.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II -</a:t>
            </a:r>
            <a:r>
              <a:rPr b="1" dirty="0"/>
              <a:t> </a:t>
            </a:r>
            <a:r>
              <a:rPr lang="fr-FR" dirty="0"/>
              <a:t>Lister les numéros de contrats avec le type de contrat et leur formule pour les maisons du département 71.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 marL="0" indent="0">
              <a:buNone/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III -</a:t>
            </a:r>
            <a:r>
              <a:rPr dirty="0"/>
              <a:t> </a:t>
            </a:r>
            <a:r>
              <a:rPr lang="fr-FR" dirty="0"/>
              <a:t>Lister le nom des régions de France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4910E6-34EA-149E-998E-C8C1030F3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96" y="1942900"/>
            <a:ext cx="3991532" cy="9526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58FA903-F0FF-785D-4D2F-644BE40EC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401" y="1876358"/>
            <a:ext cx="27717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B1FC026-4738-C014-E9FC-7DA87453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875" y="5751377"/>
            <a:ext cx="2305372" cy="22863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02F2798-636F-B4F1-D6EF-4C59E3CA13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009" y="4959350"/>
            <a:ext cx="864029" cy="1584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63AC88-CADC-CF98-9EE6-76AA300A1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689" y="3572425"/>
            <a:ext cx="4067743" cy="1400370"/>
          </a:xfrm>
          <a:prstGeom prst="rect">
            <a:avLst/>
          </a:prstGeom>
        </p:spPr>
      </p:pic>
      <p:pic>
        <p:nvPicPr>
          <p:cNvPr id="14" name="Image 1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AE7E034-6DBF-E0F2-D996-66161A3FA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996" y="3858214"/>
            <a:ext cx="3648584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rPr dirty="0"/>
              <a:t>Analyses </a:t>
            </a:r>
            <a:r>
              <a:rPr dirty="0" err="1"/>
              <a:t>complémentaires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794"/>
            <a:ext cx="8229600" cy="4525963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IV -</a:t>
            </a:r>
            <a:r>
              <a:rPr lang="fr-FR" dirty="0"/>
              <a:t> Quels sont les 5 contrats qui ont les surfaces les plus élevées ?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V -</a:t>
            </a:r>
            <a:r>
              <a:rPr lang="fr-FR" dirty="0"/>
              <a:t> Quel est le prix moyen de la cotisation mensuelle ? 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VI - </a:t>
            </a:r>
            <a:r>
              <a:rPr lang="fr-FR" dirty="0"/>
              <a:t>Quel est le nombre de contrats pour chaque catégorie de prix de la valeur déclarée des biens ?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6584ADC-1FCB-0481-C364-85F84EB9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280" y="1804997"/>
            <a:ext cx="1362265" cy="102884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EB48E87-8A7E-C4CD-2CCD-7EDD5111A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166" y="1837225"/>
            <a:ext cx="1095528" cy="10193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4DA0E0B-BA74-7435-CFEB-6B41AA5E0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033" y="5375615"/>
            <a:ext cx="2457793" cy="9716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DA41079-7226-27A7-C8C1-A8D0A70C6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779" y="5397619"/>
            <a:ext cx="2267266" cy="80973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66656B7-D09A-B8AA-D328-EBE0087E8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8532" y="3577627"/>
            <a:ext cx="4448796" cy="60968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C5D5DDB-D839-B3D1-C612-FCB434EA14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095" y="3696705"/>
            <a:ext cx="206721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75AA3-C339-C468-3F20-6469DE7F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Analyses complémentaires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5EBE71-4A2E-7830-6CC0-01CA1E253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VII - </a:t>
            </a:r>
            <a:r>
              <a:rPr lang="fr-FR" dirty="0"/>
              <a:t>Quel est le nombre de formules “</a:t>
            </a:r>
            <a:r>
              <a:rPr lang="fr-FR" dirty="0" err="1"/>
              <a:t>integral</a:t>
            </a:r>
            <a:r>
              <a:rPr lang="fr-FR" dirty="0"/>
              <a:t>” sur la région Pays de la Loire ?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 marL="0" indent="0">
              <a:buNone/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VIII - </a:t>
            </a:r>
            <a:r>
              <a:rPr lang="fr-FR" dirty="0"/>
              <a:t>Lister les numéros de contrats avec le type de contrat et leur formule pour les </a:t>
            </a:r>
            <a:r>
              <a:rPr lang="fr-FR" sz="1800" dirty="0"/>
              <a:t>maisons du département 71.</a:t>
            </a:r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r>
              <a:rPr lang="fr-FR" sz="1800" dirty="0"/>
              <a:t>IX - </a:t>
            </a:r>
            <a:r>
              <a:rPr lang="fr-FR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Quelle est la surface moyenne des contrats à Paris ?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8ED0AB0-7CDC-A596-849A-8F0DA240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840" y="2068619"/>
            <a:ext cx="2969376" cy="8534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023FB1D-B684-8256-0D06-36C194F2C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213" y="2304807"/>
            <a:ext cx="3467584" cy="38105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745656A-9ED9-731D-4C3A-D558FBB62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762" y="3696299"/>
            <a:ext cx="3991532" cy="141942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9D51D17-A5A8-2B05-8438-C63297B8C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082" y="3986853"/>
            <a:ext cx="3019846" cy="8383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DF36332-1BA0-392A-B52C-C4F7F8A4A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5683" y="5526003"/>
            <a:ext cx="3867690" cy="120031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CDBAFB3-6CFB-4F9C-2B16-D1E825EB3C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214" y="5930872"/>
            <a:ext cx="165758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75AA3-C339-C468-3F20-6469DE7F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Analyses complémentaires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5EBE71-4A2E-7830-6CC0-01CA1E253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3650"/>
            <a:ext cx="8229600" cy="4525963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X - </a:t>
            </a:r>
            <a:r>
              <a:rPr lang="fr-FR" dirty="0"/>
              <a:t>Classement des 10 départements où le prix moyen de la cotisation est le plus élevé. 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 marL="0" indent="0">
              <a:buNone/>
              <a:defRPr sz="1800">
                <a:solidFill>
                  <a:srgbClr val="3C3C3C"/>
                </a:solidFill>
                <a:latin typeface="Calibri Light"/>
              </a:defRPr>
            </a:pPr>
            <a:endParaRPr lang="fr-FR" dirty="0"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rPr lang="fr-FR" b="1" dirty="0"/>
              <a:t>XI - </a:t>
            </a:r>
            <a:r>
              <a:rPr lang="fr-FR" dirty="0"/>
              <a:t>Liste des communes ayant eu au moins 150 contrats.</a:t>
            </a:r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r>
              <a:rPr lang="fr-FR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XII - </a:t>
            </a:r>
            <a:r>
              <a:rPr lang="fr-FR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Quel est le nombre de contrats pour chaque région ?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574D1BC-B679-41D7-3BCA-9ACF09AB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86" y="3249032"/>
            <a:ext cx="2687227" cy="113865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16946CF-B4BC-E76D-C95E-0B7023D1F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352" y="2765811"/>
            <a:ext cx="1128274" cy="204217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3595B89-3865-50F8-8858-798B28B2F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286" y="4940942"/>
            <a:ext cx="3905795" cy="141942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74034D1-67FA-F4BA-AC24-D4BA2C07B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966" y="4853576"/>
            <a:ext cx="1795920" cy="187207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67692FD-5189-C041-9BA1-B3BC83EC7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9344" y="1561326"/>
            <a:ext cx="3281677" cy="113783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37A39C3-52CB-781A-F32F-9D906A3AF9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9881" y="1417638"/>
            <a:ext cx="2239217" cy="12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66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Calibri (Body)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t>Ce projet illustre la chaîne complète d’un mini-projet SQL :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t>- Création du modèle de données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t>- Intégration de fichiers bruts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t>- Analyse et extraction d’informations via des requêtes structurées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/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r>
              <a:t>Merci pour votre attention.</a:t>
            </a:r>
          </a:p>
          <a:p>
            <a:pPr>
              <a:defRPr sz="1800">
                <a:solidFill>
                  <a:srgbClr val="3C3C3C"/>
                </a:solidFill>
                <a:latin typeface="Calibri Light"/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716</Words>
  <Application>Microsoft Office PowerPoint</Application>
  <PresentationFormat>Personnalisé</PresentationFormat>
  <Paragraphs>114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Requêtez une base de données avec SQL</vt:lpstr>
      <vt:lpstr>Objectif du projet</vt:lpstr>
      <vt:lpstr>Dictionnaire de données</vt:lpstr>
      <vt:lpstr>Schéma relationnel</vt:lpstr>
      <vt:lpstr>Création des tables</vt:lpstr>
      <vt:lpstr>Importation des données</vt:lpstr>
      <vt:lpstr>Premières requêtes SQL</vt:lpstr>
      <vt:lpstr>Analyses complémentaires</vt:lpstr>
      <vt:lpstr>Analyses complémentaires</vt:lpstr>
      <vt:lpstr>Analyses complémentaires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Zied Belhocine</cp:lastModifiedBy>
  <cp:revision>3</cp:revision>
  <dcterms:created xsi:type="dcterms:W3CDTF">2013-01-27T09:14:16Z</dcterms:created>
  <dcterms:modified xsi:type="dcterms:W3CDTF">2025-10-24T16:11:14Z</dcterms:modified>
  <cp:category/>
</cp:coreProperties>
</file>