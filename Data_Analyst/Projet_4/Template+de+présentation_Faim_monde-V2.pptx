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5" r:id="rId18"/>
    <p:sldId id="273" r:id="rId19"/>
    <p:sldId id="271" r:id="rId20"/>
  </p:sldIdLst>
  <p:sldSz cx="12192000" cy="6858000"/>
  <p:notesSz cx="6858000" cy="9144000"/>
  <p:embeddedFontLst>
    <p:embeddedFont>
      <p:font typeface="Century Gothic" panose="020B0502020202020204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6" roundtripDataSignature="AMtx7mirjfFyYNBG5sNntC35Cbhoqt17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5F02"/>
    <a:srgbClr val="ED5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36CCCAD6-9B8B-4ECC-B7BF-7E36B9ADD69A}"/>
    <pc:docChg chg="undo custSel addSld delSld modSld">
      <pc:chgData name="Zied Belhocine" userId="200cc0e2b299676e" providerId="LiveId" clId="{36CCCAD6-9B8B-4ECC-B7BF-7E36B9ADD69A}" dt="2026-02-12T11:26:53.476" v="3301" actId="1076"/>
      <pc:docMkLst>
        <pc:docMk/>
      </pc:docMkLst>
      <pc:sldChg chg="addSp delSp modSp mod">
        <pc:chgData name="Zied Belhocine" userId="200cc0e2b299676e" providerId="LiveId" clId="{36CCCAD6-9B8B-4ECC-B7BF-7E36B9ADD69A}" dt="2026-01-28T14:29:46.176" v="1087" actId="2711"/>
        <pc:sldMkLst>
          <pc:docMk/>
          <pc:sldMk cId="0" sldId="256"/>
        </pc:sldMkLst>
        <pc:spChg chg="mod or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1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3" creationId="{00000000-0000-0000-0000-000000000000}"/>
          </ac:spMkLst>
        </pc:spChg>
        <pc:spChg chg="del">
          <ac:chgData name="Zied Belhocine" userId="200cc0e2b299676e" providerId="LiveId" clId="{36CCCAD6-9B8B-4ECC-B7BF-7E36B9ADD69A}" dt="2026-01-22T11:05:07.407" v="6" actId="478"/>
          <ac:spMkLst>
            <pc:docMk/>
            <pc:sldMk cId="0" sldId="256"/>
            <ac:spMk id="125" creationId="{00000000-0000-0000-0000-000000000000}"/>
          </ac:spMkLst>
        </pc:spChg>
        <pc:picChg chg="del">
          <ac:chgData name="Zied Belhocine" userId="200cc0e2b299676e" providerId="LiveId" clId="{36CCCAD6-9B8B-4ECC-B7BF-7E36B9ADD69A}" dt="2026-01-22T11:05:04.695" v="5" actId="478"/>
          <ac:picMkLst>
            <pc:docMk/>
            <pc:sldMk cId="0" sldId="256"/>
            <ac:picMk id="124" creationId="{00000000-0000-0000-0000-000000000000}"/>
          </ac:picMkLst>
        </pc:picChg>
        <pc:picChg chg="add mod">
          <ac:chgData name="Zied Belhocine" userId="200cc0e2b299676e" providerId="LiveId" clId="{36CCCAD6-9B8B-4ECC-B7BF-7E36B9ADD69A}" dt="2026-01-28T14:29:46.176" v="1087" actId="2711"/>
          <ac:picMkLst>
            <pc:docMk/>
            <pc:sldMk cId="0" sldId="256"/>
            <ac:picMk id="1026" creationId="{801B4146-AC81-015A-C5F6-016F190EE981}"/>
          </ac:picMkLst>
        </pc:picChg>
      </pc:sldChg>
      <pc:sldChg chg="addSp delSp modSp mod">
        <pc:chgData name="Zied Belhocine" userId="200cc0e2b299676e" providerId="LiveId" clId="{36CCCAD6-9B8B-4ECC-B7BF-7E36B9ADD69A}" dt="2026-02-05T08:47:15.528" v="2515" actId="1076"/>
        <pc:sldMkLst>
          <pc:docMk/>
          <pc:sldMk cId="0" sldId="257"/>
        </pc:sldMkLst>
        <pc:spChg chg="add mod">
          <ac:chgData name="Zied Belhocine" userId="200cc0e2b299676e" providerId="LiveId" clId="{36CCCAD6-9B8B-4ECC-B7BF-7E36B9ADD69A}" dt="2026-02-05T08:47:15.528" v="2515" actId="1076"/>
          <ac:spMkLst>
            <pc:docMk/>
            <pc:sldMk cId="0" sldId="257"/>
            <ac:spMk id="2" creationId="{502E3F99-3B74-F244-9CD3-C337EAE5FFF7}"/>
          </ac:spMkLst>
        </pc:spChg>
        <pc:spChg chg="add del mod">
          <ac:chgData name="Zied Belhocine" userId="200cc0e2b299676e" providerId="LiveId" clId="{36CCCAD6-9B8B-4ECC-B7BF-7E36B9ADD69A}" dt="2026-01-28T14:03:31.604" v="698"/>
          <ac:spMkLst>
            <pc:docMk/>
            <pc:sldMk cId="0" sldId="257"/>
            <ac:spMk id="13" creationId="{A1D4AEB0-0B7A-608E-927D-A1E8BC2B9D3F}"/>
          </ac:spMkLst>
        </pc:spChg>
        <pc:spChg chg="add mod">
          <ac:chgData name="Zied Belhocine" userId="200cc0e2b299676e" providerId="LiveId" clId="{36CCCAD6-9B8B-4ECC-B7BF-7E36B9ADD69A}" dt="2026-01-28T14:04:34.663" v="731" actId="1076"/>
          <ac:spMkLst>
            <pc:docMk/>
            <pc:sldMk cId="0" sldId="257"/>
            <ac:spMk id="15" creationId="{DC22E4E6-ED57-8B00-7961-177B59E2654B}"/>
          </ac:spMkLst>
        </pc:spChg>
        <pc:spChg chg="add del mod">
          <ac:chgData name="Zied Belhocine" userId="200cc0e2b299676e" providerId="LiveId" clId="{36CCCAD6-9B8B-4ECC-B7BF-7E36B9ADD69A}" dt="2026-01-28T14:04:22.850" v="727" actId="478"/>
          <ac:spMkLst>
            <pc:docMk/>
            <pc:sldMk cId="0" sldId="257"/>
            <ac:spMk id="17" creationId="{32B95310-0C24-2803-1B2A-0D5C6F252912}"/>
          </ac:spMkLst>
        </pc:spChg>
        <pc:spChg chg="add mod">
          <ac:chgData name="Zied Belhocine" userId="200cc0e2b299676e" providerId="LiveId" clId="{36CCCAD6-9B8B-4ECC-B7BF-7E36B9ADD69A}" dt="2026-01-28T14:05:02.836" v="744" actId="1076"/>
          <ac:spMkLst>
            <pc:docMk/>
            <pc:sldMk cId="0" sldId="257"/>
            <ac:spMk id="18" creationId="{B8AD7F91-224E-4E58-1E9B-8CF6F2BC5A10}"/>
          </ac:spMkLst>
        </pc:spChg>
        <pc:spChg chg="add mod">
          <ac:chgData name="Zied Belhocine" userId="200cc0e2b299676e" providerId="LiveId" clId="{36CCCAD6-9B8B-4ECC-B7BF-7E36B9ADD69A}" dt="2026-01-28T14:05:24.037" v="763" actId="1076"/>
          <ac:spMkLst>
            <pc:docMk/>
            <pc:sldMk cId="0" sldId="257"/>
            <ac:spMk id="19" creationId="{FE5646BF-38AB-8B4E-AE81-B47E38FFB4CD}"/>
          </ac:spMkLst>
        </pc:spChg>
        <pc:spChg chg="add mod">
          <ac:chgData name="Zied Belhocine" userId="200cc0e2b299676e" providerId="LiveId" clId="{36CCCAD6-9B8B-4ECC-B7BF-7E36B9ADD69A}" dt="2026-01-28T14:05:37.814" v="780" actId="1076"/>
          <ac:spMkLst>
            <pc:docMk/>
            <pc:sldMk cId="0" sldId="257"/>
            <ac:spMk id="20" creationId="{34CD730F-DE43-F7D8-55FB-06E87979880C}"/>
          </ac:spMkLst>
        </pc:spChg>
        <pc:spChg chg="add mod">
          <ac:chgData name="Zied Belhocine" userId="200cc0e2b299676e" providerId="LiveId" clId="{36CCCAD6-9B8B-4ECC-B7BF-7E36B9ADD69A}" dt="2026-01-28T14:06:01.989" v="802" actId="1076"/>
          <ac:spMkLst>
            <pc:docMk/>
            <pc:sldMk cId="0" sldId="257"/>
            <ac:spMk id="21" creationId="{CA73EB3A-A00B-827C-12E6-9E9C62C1B0EA}"/>
          </ac:spMkLst>
        </pc:spChg>
        <pc:spChg chg="del mod">
          <ac:chgData name="Zied Belhocine" userId="200cc0e2b299676e" providerId="LiveId" clId="{36CCCAD6-9B8B-4ECC-B7BF-7E36B9ADD69A}" dt="2026-01-28T14:04:17.757" v="725" actId="478"/>
          <ac:spMkLst>
            <pc:docMk/>
            <pc:sldMk cId="0" sldId="257"/>
            <ac:spMk id="131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3:39:11.310" v="455" actId="478"/>
          <ac:spMkLst>
            <pc:docMk/>
            <pc:sldMk cId="0" sldId="257"/>
            <ac:spMk id="132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1-28T13:55:01.567" v="651" actId="478"/>
          <ac:picMkLst>
            <pc:docMk/>
            <pc:sldMk cId="0" sldId="257"/>
            <ac:picMk id="2" creationId="{D28E7D32-8AEC-5DCC-8123-0662C73CF435}"/>
          </ac:picMkLst>
        </pc:picChg>
        <pc:picChg chg="add del">
          <ac:chgData name="Zied Belhocine" userId="200cc0e2b299676e" providerId="LiveId" clId="{36CCCAD6-9B8B-4ECC-B7BF-7E36B9ADD69A}" dt="2026-02-03T10:37:18.631" v="2084" actId="22"/>
          <ac:picMkLst>
            <pc:docMk/>
            <pc:sldMk cId="0" sldId="257"/>
            <ac:picMk id="3" creationId="{3E45E234-3144-1F7E-EFCC-848AAE2DE0D5}"/>
          </ac:picMkLst>
        </pc:picChg>
        <pc:picChg chg="add del mod">
          <ac:chgData name="Zied Belhocine" userId="200cc0e2b299676e" providerId="LiveId" clId="{36CCCAD6-9B8B-4ECC-B7BF-7E36B9ADD69A}" dt="2026-01-28T13:46:30.979" v="629" actId="478"/>
          <ac:picMkLst>
            <pc:docMk/>
            <pc:sldMk cId="0" sldId="257"/>
            <ac:picMk id="3" creationId="{CE2D3E78-94E0-33A2-B003-41AFC89F1630}"/>
          </ac:picMkLst>
        </pc:picChg>
        <pc:picChg chg="add del">
          <ac:chgData name="Zied Belhocine" userId="200cc0e2b299676e" providerId="LiveId" clId="{36CCCAD6-9B8B-4ECC-B7BF-7E36B9ADD69A}" dt="2026-01-28T14:00:49.741" v="654" actId="478"/>
          <ac:picMkLst>
            <pc:docMk/>
            <pc:sldMk cId="0" sldId="257"/>
            <ac:picMk id="4" creationId="{7FCF4687-E68B-A097-149A-56A858B2D858}"/>
          </ac:picMkLst>
        </pc:picChg>
        <pc:picChg chg="add mod">
          <ac:chgData name="Zied Belhocine" userId="200cc0e2b299676e" providerId="LiveId" clId="{36CCCAD6-9B8B-4ECC-B7BF-7E36B9ADD69A}" dt="2026-01-28T14:02:56.529" v="691" actId="1076"/>
          <ac:picMkLst>
            <pc:docMk/>
            <pc:sldMk cId="0" sldId="257"/>
            <ac:picMk id="6" creationId="{E96593C4-5F17-1784-5D86-B25CEC5A0CFA}"/>
          </ac:picMkLst>
        </pc:picChg>
        <pc:picChg chg="add mod">
          <ac:chgData name="Zied Belhocine" userId="200cc0e2b299676e" providerId="LiveId" clId="{36CCCAD6-9B8B-4ECC-B7BF-7E36B9ADD69A}" dt="2026-01-28T14:02:53.193" v="689" actId="14100"/>
          <ac:picMkLst>
            <pc:docMk/>
            <pc:sldMk cId="0" sldId="257"/>
            <ac:picMk id="8" creationId="{E9E961B2-5A76-FBC0-4674-27E6CC2013E9}"/>
          </ac:picMkLst>
        </pc:picChg>
        <pc:picChg chg="add mod">
          <ac:chgData name="Zied Belhocine" userId="200cc0e2b299676e" providerId="LiveId" clId="{36CCCAD6-9B8B-4ECC-B7BF-7E36B9ADD69A}" dt="2026-01-28T14:02:48.848" v="687" actId="14100"/>
          <ac:picMkLst>
            <pc:docMk/>
            <pc:sldMk cId="0" sldId="257"/>
            <ac:picMk id="10" creationId="{D1AFCA19-923C-B2E1-4542-9FD9C8FB66C8}"/>
          </ac:picMkLst>
        </pc:picChg>
        <pc:picChg chg="add mod">
          <ac:chgData name="Zied Belhocine" userId="200cc0e2b299676e" providerId="LiveId" clId="{36CCCAD6-9B8B-4ECC-B7BF-7E36B9ADD69A}" dt="2026-01-28T14:02:50.931" v="688" actId="14100"/>
          <ac:picMkLst>
            <pc:docMk/>
            <pc:sldMk cId="0" sldId="257"/>
            <ac:picMk id="12" creationId="{8CE40920-D2F2-4DCD-E0DB-060718A0E545}"/>
          </ac:picMkLst>
        </pc:picChg>
        <pc:picChg chg="add del mod">
          <ac:chgData name="Zied Belhocine" userId="200cc0e2b299676e" providerId="LiveId" clId="{36CCCAD6-9B8B-4ECC-B7BF-7E36B9ADD69A}" dt="2026-01-22T11:07:20.520" v="39" actId="478"/>
          <ac:picMkLst>
            <pc:docMk/>
            <pc:sldMk cId="0" sldId="257"/>
            <ac:picMk id="2050" creationId="{214EB35B-3934-99D3-0A18-A0B907F54F31}"/>
          </ac:picMkLst>
        </pc:picChg>
        <pc:picChg chg="add del mod">
          <ac:chgData name="Zied Belhocine" userId="200cc0e2b299676e" providerId="LiveId" clId="{36CCCAD6-9B8B-4ECC-B7BF-7E36B9ADD69A}" dt="2026-01-28T14:02:08.017" v="681" actId="478"/>
          <ac:picMkLst>
            <pc:docMk/>
            <pc:sldMk cId="0" sldId="257"/>
            <ac:picMk id="2050" creationId="{6C279282-AC02-04C4-F8C7-83DFA344BAFB}"/>
          </ac:picMkLst>
        </pc:picChg>
        <pc:picChg chg="add del mod">
          <ac:chgData name="Zied Belhocine" userId="200cc0e2b299676e" providerId="LiveId" clId="{36CCCAD6-9B8B-4ECC-B7BF-7E36B9ADD69A}" dt="2026-01-28T14:02:00.643" v="677" actId="478"/>
          <ac:picMkLst>
            <pc:docMk/>
            <pc:sldMk cId="0" sldId="257"/>
            <ac:picMk id="2052" creationId="{ADCC6600-870F-5D7C-DF83-ECCCF2E4873F}"/>
          </ac:picMkLst>
        </pc:picChg>
        <pc:picChg chg="add del mod">
          <ac:chgData name="Zied Belhocine" userId="200cc0e2b299676e" providerId="LiveId" clId="{36CCCAD6-9B8B-4ECC-B7BF-7E36B9ADD69A}" dt="2026-01-28T14:01:15.138" v="662" actId="478"/>
          <ac:picMkLst>
            <pc:docMk/>
            <pc:sldMk cId="0" sldId="257"/>
            <ac:picMk id="2054" creationId="{C43AEC59-FACF-7421-5D0E-673416DFEC31}"/>
          </ac:picMkLst>
        </pc:picChg>
      </pc:sldChg>
      <pc:sldChg chg="addSp delSp modSp mod">
        <pc:chgData name="Zied Belhocine" userId="200cc0e2b299676e" providerId="LiveId" clId="{36CCCAD6-9B8B-4ECC-B7BF-7E36B9ADD69A}" dt="2026-02-05T08:47:58.630" v="2519" actId="1076"/>
        <pc:sldMkLst>
          <pc:docMk/>
          <pc:sldMk cId="0" sldId="258"/>
        </pc:sldMkLst>
        <pc:spChg chg="add mod">
          <ac:chgData name="Zied Belhocine" userId="200cc0e2b299676e" providerId="LiveId" clId="{36CCCAD6-9B8B-4ECC-B7BF-7E36B9ADD69A}" dt="2026-02-05T08:47:58.630" v="2519" actId="1076"/>
          <ac:spMkLst>
            <pc:docMk/>
            <pc:sldMk cId="0" sldId="258"/>
            <ac:spMk id="3" creationId="{EECD0240-8179-BCDF-47CF-EC5CF7CB5FB6}"/>
          </ac:spMkLst>
        </pc:spChg>
        <pc:spChg chg="add mod">
          <ac:chgData name="Zied Belhocine" userId="200cc0e2b299676e" providerId="LiveId" clId="{36CCCAD6-9B8B-4ECC-B7BF-7E36B9ADD69A}" dt="2026-02-05T08:47:55.226" v="2518" actId="1076"/>
          <ac:spMkLst>
            <pc:docMk/>
            <pc:sldMk cId="0" sldId="258"/>
            <ac:spMk id="4" creationId="{45559D09-3D65-7B25-A451-9C10E26A6A25}"/>
          </ac:spMkLst>
        </pc:spChg>
        <pc:spChg chg="add del mod">
          <ac:chgData name="Zied Belhocine" userId="200cc0e2b299676e" providerId="LiveId" clId="{36CCCAD6-9B8B-4ECC-B7BF-7E36B9ADD69A}" dt="2026-01-28T14:09:54.591" v="943" actId="478"/>
          <ac:spMkLst>
            <pc:docMk/>
            <pc:sldMk cId="0" sldId="258"/>
            <ac:spMk id="4" creationId="{F7B36883-404B-4CE4-050C-5044F70B4A1E}"/>
          </ac:spMkLst>
        </pc:spChg>
        <pc:spChg chg="add mod">
          <ac:chgData name="Zied Belhocine" userId="200cc0e2b299676e" providerId="LiveId" clId="{36CCCAD6-9B8B-4ECC-B7BF-7E36B9ADD69A}" dt="2026-01-28T14:09:50.835" v="942" actId="20577"/>
          <ac:spMkLst>
            <pc:docMk/>
            <pc:sldMk cId="0" sldId="258"/>
            <ac:spMk id="6" creationId="{083BBDBB-4C1A-0131-5FF2-0FC124AAF63E}"/>
          </ac:spMkLst>
        </pc:spChg>
        <pc:spChg chg="add del">
          <ac:chgData name="Zied Belhocine" userId="200cc0e2b299676e" providerId="LiveId" clId="{36CCCAD6-9B8B-4ECC-B7BF-7E36B9ADD69A}" dt="2026-01-28T14:12:27.898" v="966" actId="478"/>
          <ac:spMkLst>
            <pc:docMk/>
            <pc:sldMk cId="0" sldId="258"/>
            <ac:spMk id="10" creationId="{481B25D7-E35C-FD08-E08B-B7CFB5D0C2E0}"/>
          </ac:spMkLst>
        </pc:spChg>
        <pc:spChg chg="add mod">
          <ac:chgData name="Zied Belhocine" userId="200cc0e2b299676e" providerId="LiveId" clId="{36CCCAD6-9B8B-4ECC-B7BF-7E36B9ADD69A}" dt="2026-01-28T14:14:33.287" v="1073" actId="14100"/>
          <ac:spMkLst>
            <pc:docMk/>
            <pc:sldMk cId="0" sldId="258"/>
            <ac:spMk id="12" creationId="{17D4718E-3242-053A-E02A-1051C4EDB346}"/>
          </ac:spMkLst>
        </pc:spChg>
        <pc:spChg chg="add mod">
          <ac:chgData name="Zied Belhocine" userId="200cc0e2b299676e" providerId="LiveId" clId="{36CCCAD6-9B8B-4ECC-B7BF-7E36B9ADD69A}" dt="2026-01-28T14:13:56.874" v="1045" actId="14100"/>
          <ac:spMkLst>
            <pc:docMk/>
            <pc:sldMk cId="0" sldId="258"/>
            <ac:spMk id="13" creationId="{061CF1BD-A45D-224F-ACCA-1E870EB53166}"/>
          </ac:spMkLst>
        </pc:spChg>
        <pc:spChg chg="add mod">
          <ac:chgData name="Zied Belhocine" userId="200cc0e2b299676e" providerId="LiveId" clId="{36CCCAD6-9B8B-4ECC-B7BF-7E36B9ADD69A}" dt="2026-01-28T14:14:47.297" v="1086" actId="14100"/>
          <ac:spMkLst>
            <pc:docMk/>
            <pc:sldMk cId="0" sldId="258"/>
            <ac:spMk id="14" creationId="{CD6A90EC-6099-7E3B-C134-5FA9C0719DC6}"/>
          </ac:spMkLst>
        </pc:spChg>
        <pc:spChg chg="del mod">
          <ac:chgData name="Zied Belhocine" userId="200cc0e2b299676e" providerId="LiveId" clId="{36CCCAD6-9B8B-4ECC-B7BF-7E36B9ADD69A}" dt="2026-01-28T14:07:20.192" v="813" actId="478"/>
          <ac:spMkLst>
            <pc:docMk/>
            <pc:sldMk cId="0" sldId="258"/>
            <ac:spMk id="138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4:10:05.233" v="946" actId="478"/>
          <ac:spMkLst>
            <pc:docMk/>
            <pc:sldMk cId="0" sldId="258"/>
            <ac:spMk id="139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4:09:01.050" v="823" actId="478"/>
          <ac:spMkLst>
            <pc:docMk/>
            <pc:sldMk cId="0" sldId="258"/>
            <ac:spMk id="140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2" creationId="{3B15BA9A-FE9C-13C9-8D6D-B0203B27CDA7}"/>
          </ac:picMkLst>
        </pc:picChg>
        <pc:picChg chg="add del mod">
          <ac:chgData name="Zied Belhocine" userId="200cc0e2b299676e" providerId="LiveId" clId="{36CCCAD6-9B8B-4ECC-B7BF-7E36B9ADD69A}" dt="2026-01-28T14:11:20.594" v="958" actId="478"/>
          <ac:picMkLst>
            <pc:docMk/>
            <pc:sldMk cId="0" sldId="258"/>
            <ac:picMk id="5" creationId="{4A8E4176-E6F9-1602-FE27-A69B18B73E4F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7" creationId="{B990FCBC-1B23-B5D7-6316-6C6F69C6756D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8" creationId="{04931248-A79D-0AF4-F81B-E47B6EF5BB30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11" creationId="{2D223084-931D-FFB2-E638-36887CF766F6}"/>
          </ac:picMkLst>
        </pc:picChg>
        <pc:picChg chg="add del mod">
          <ac:chgData name="Zied Belhocine" userId="200cc0e2b299676e" providerId="LiveId" clId="{36CCCAD6-9B8B-4ECC-B7BF-7E36B9ADD69A}" dt="2026-01-28T13:41:44.611" v="537" actId="478"/>
          <ac:picMkLst>
            <pc:docMk/>
            <pc:sldMk cId="0" sldId="258"/>
            <ac:picMk id="1026" creationId="{AFB696D4-79A7-79E1-B0D4-02C508BD5AF5}"/>
          </ac:picMkLst>
        </pc:picChg>
        <pc:picChg chg="add del mod">
          <ac:chgData name="Zied Belhocine" userId="200cc0e2b299676e" providerId="LiveId" clId="{36CCCAD6-9B8B-4ECC-B7BF-7E36B9ADD69A}" dt="2026-01-28T14:07:17.615" v="811" actId="478"/>
          <ac:picMkLst>
            <pc:docMk/>
            <pc:sldMk cId="0" sldId="258"/>
            <ac:picMk id="1028" creationId="{C2755AE2-D2BE-E4A2-2E1A-DB018DD7A3D5}"/>
          </ac:picMkLst>
        </pc:picChg>
      </pc:sldChg>
      <pc:sldChg chg="addSp delSp modSp mod">
        <pc:chgData name="Zied Belhocine" userId="200cc0e2b299676e" providerId="LiveId" clId="{36CCCAD6-9B8B-4ECC-B7BF-7E36B9ADD69A}" dt="2026-02-12T11:19:23.600" v="3290" actId="1076"/>
        <pc:sldMkLst>
          <pc:docMk/>
          <pc:sldMk cId="0" sldId="259"/>
        </pc:sldMkLst>
        <pc:spChg chg="add mod">
          <ac:chgData name="Zied Belhocine" userId="200cc0e2b299676e" providerId="LiveId" clId="{36CCCAD6-9B8B-4ECC-B7BF-7E36B9ADD69A}" dt="2026-02-12T11:19:23.600" v="3290" actId="1076"/>
          <ac:spMkLst>
            <pc:docMk/>
            <pc:sldMk cId="0" sldId="259"/>
            <ac:spMk id="2" creationId="{877C2B17-23E2-4B8A-E055-0F562898E27C}"/>
          </ac:spMkLst>
        </pc:spChg>
        <pc:spChg chg="add del">
          <ac:chgData name="Zied Belhocine" userId="200cc0e2b299676e" providerId="LiveId" clId="{36CCCAD6-9B8B-4ECC-B7BF-7E36B9ADD69A}" dt="2026-01-30T16:34:32.519" v="1114" actId="22"/>
          <ac:spMkLst>
            <pc:docMk/>
            <pc:sldMk cId="0" sldId="259"/>
            <ac:spMk id="3" creationId="{9BCD1FB3-DE5B-74E7-04C9-EB87A3944002}"/>
          </ac:spMkLst>
        </pc:spChg>
        <pc:spChg chg="add">
          <ac:chgData name="Zied Belhocine" userId="200cc0e2b299676e" providerId="LiveId" clId="{36CCCAD6-9B8B-4ECC-B7BF-7E36B9ADD69A}" dt="2026-01-30T16:34:35.892" v="1115"/>
          <ac:spMkLst>
            <pc:docMk/>
            <pc:sldMk cId="0" sldId="259"/>
            <ac:spMk id="4" creationId="{4854AF66-421A-0037-E3B6-BC967ECB2910}"/>
          </ac:spMkLst>
        </pc:spChg>
        <pc:spChg chg="add mod">
          <ac:chgData name="Zied Belhocine" userId="200cc0e2b299676e" providerId="LiveId" clId="{36CCCAD6-9B8B-4ECC-B7BF-7E36B9ADD69A}" dt="2026-01-30T16:34:47.167" v="1117"/>
          <ac:spMkLst>
            <pc:docMk/>
            <pc:sldMk cId="0" sldId="259"/>
            <ac:spMk id="5" creationId="{5CD9ED61-414C-F28E-508F-EA844F92704B}"/>
          </ac:spMkLst>
        </pc:spChg>
        <pc:spChg chg="add del mod">
          <ac:chgData name="Zied Belhocine" userId="200cc0e2b299676e" providerId="LiveId" clId="{36CCCAD6-9B8B-4ECC-B7BF-7E36B9ADD69A}" dt="2026-02-05T08:51:47.688" v="2527" actId="478"/>
          <ac:spMkLst>
            <pc:docMk/>
            <pc:sldMk cId="0" sldId="259"/>
            <ac:spMk id="6" creationId="{3AFB7DEC-ECDC-F409-D668-E1C2FC232B02}"/>
          </ac:spMkLst>
        </pc:spChg>
        <pc:spChg chg="add mod">
          <ac:chgData name="Zied Belhocine" userId="200cc0e2b299676e" providerId="LiveId" clId="{36CCCAD6-9B8B-4ECC-B7BF-7E36B9ADD69A}" dt="2026-02-12T09:51:47.166" v="2594" actId="1076"/>
          <ac:spMkLst>
            <pc:docMk/>
            <pc:sldMk cId="0" sldId="259"/>
            <ac:spMk id="7" creationId="{DE350F41-FEEB-F480-B4A8-DF32C04F4EB7}"/>
          </ac:spMkLst>
        </pc:spChg>
        <pc:spChg chg="add">
          <ac:chgData name="Zied Belhocine" userId="200cc0e2b299676e" providerId="LiveId" clId="{36CCCAD6-9B8B-4ECC-B7BF-7E36B9ADD69A}" dt="2026-01-30T16:35:53.170" v="1120"/>
          <ac:spMkLst>
            <pc:docMk/>
            <pc:sldMk cId="0" sldId="259"/>
            <ac:spMk id="8" creationId="{F7E3456F-0090-A2F0-3F23-0D13283B82EB}"/>
          </ac:spMkLst>
        </pc:spChg>
        <pc:spChg chg="add">
          <ac:chgData name="Zied Belhocine" userId="200cc0e2b299676e" providerId="LiveId" clId="{36CCCAD6-9B8B-4ECC-B7BF-7E36B9ADD69A}" dt="2026-01-30T16:37:57.364" v="1342"/>
          <ac:spMkLst>
            <pc:docMk/>
            <pc:sldMk cId="0" sldId="259"/>
            <ac:spMk id="11" creationId="{C30DEE9C-6013-2FDE-4F7D-FB3910A59E94}"/>
          </ac:spMkLst>
        </pc:spChg>
        <pc:spChg chg="add mod">
          <ac:chgData name="Zied Belhocine" userId="200cc0e2b299676e" providerId="LiveId" clId="{36CCCAD6-9B8B-4ECC-B7BF-7E36B9ADD69A}" dt="2026-01-30T16:39:58.947" v="1359"/>
          <ac:spMkLst>
            <pc:docMk/>
            <pc:sldMk cId="0" sldId="259"/>
            <ac:spMk id="14" creationId="{E8C93C5F-BC8D-6571-C5C6-87440A2E91DD}"/>
          </ac:spMkLst>
        </pc:spChg>
        <pc:spChg chg="add mod">
          <ac:chgData name="Zied Belhocine" userId="200cc0e2b299676e" providerId="LiveId" clId="{36CCCAD6-9B8B-4ECC-B7BF-7E36B9ADD69A}" dt="2026-01-30T16:39:58.947" v="1359"/>
          <ac:spMkLst>
            <pc:docMk/>
            <pc:sldMk cId="0" sldId="259"/>
            <ac:spMk id="15" creationId="{B5C06CD8-CF23-37C0-FA53-8EC695412C81}"/>
          </ac:spMkLst>
        </pc:spChg>
        <pc:spChg chg="add del">
          <ac:chgData name="Zied Belhocine" userId="200cc0e2b299676e" providerId="LiveId" clId="{36CCCAD6-9B8B-4ECC-B7BF-7E36B9ADD69A}" dt="2026-01-30T16:40:03.381" v="1362" actId="478"/>
          <ac:spMkLst>
            <pc:docMk/>
            <pc:sldMk cId="0" sldId="259"/>
            <ac:spMk id="17" creationId="{5CF54A93-067D-429C-DB59-0ADE12E96A22}"/>
          </ac:spMkLst>
        </pc:spChg>
        <pc:spChg chg="add del mod">
          <ac:chgData name="Zied Belhocine" userId="200cc0e2b299676e" providerId="LiveId" clId="{36CCCAD6-9B8B-4ECC-B7BF-7E36B9ADD69A}" dt="2026-01-30T16:41:26.304" v="1415"/>
          <ac:spMkLst>
            <pc:docMk/>
            <pc:sldMk cId="0" sldId="259"/>
            <ac:spMk id="20" creationId="{1B5B1C95-53BC-AF42-2134-37CE7C9A3E05}"/>
          </ac:spMkLst>
        </pc:spChg>
        <pc:spChg chg="add mod">
          <ac:chgData name="Zied Belhocine" userId="200cc0e2b299676e" providerId="LiveId" clId="{36CCCAD6-9B8B-4ECC-B7BF-7E36B9ADD69A}" dt="2026-01-30T16:41:25.874" v="1413" actId="1076"/>
          <ac:spMkLst>
            <pc:docMk/>
            <pc:sldMk cId="0" sldId="259"/>
            <ac:spMk id="21" creationId="{972F5F94-D4F7-FB0F-86DE-1DBA70A4C8A7}"/>
          </ac:spMkLst>
        </pc:spChg>
        <pc:spChg chg="mod">
          <ac:chgData name="Zied Belhocine" userId="200cc0e2b299676e" providerId="LiveId" clId="{36CCCAD6-9B8B-4ECC-B7BF-7E36B9ADD69A}" dt="2026-01-30T16:41:06.656" v="1384"/>
          <ac:spMkLst>
            <pc:docMk/>
            <pc:sldMk cId="0" sldId="259"/>
            <ac:spMk id="145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30T16:38:34.306" v="1355" actId="478"/>
          <ac:spMkLst>
            <pc:docMk/>
            <pc:sldMk cId="0" sldId="259"/>
            <ac:spMk id="146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30T15:11:01.354" v="1112" actId="478"/>
          <ac:spMkLst>
            <pc:docMk/>
            <pc:sldMk cId="0" sldId="259"/>
            <ac:spMk id="147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12T09:51:23.809" v="2586" actId="478"/>
          <ac:picMkLst>
            <pc:docMk/>
            <pc:sldMk cId="0" sldId="259"/>
            <ac:picMk id="5" creationId="{AFF187F8-70D2-A5B1-ED33-1CFD638C7EEC}"/>
          </ac:picMkLst>
        </pc:picChg>
        <pc:picChg chg="add mod ord">
          <ac:chgData name="Zied Belhocine" userId="200cc0e2b299676e" providerId="LiveId" clId="{36CCCAD6-9B8B-4ECC-B7BF-7E36B9ADD69A}" dt="2026-02-12T09:51:33.500" v="2589" actId="1076"/>
          <ac:picMkLst>
            <pc:docMk/>
            <pc:sldMk cId="0" sldId="259"/>
            <ac:picMk id="6" creationId="{F4A973E4-6F86-D130-76DC-512E6749EC8D}"/>
          </ac:picMkLst>
        </pc:picChg>
        <pc:picChg chg="add del mod ord">
          <ac:chgData name="Zied Belhocine" userId="200cc0e2b299676e" providerId="LiveId" clId="{36CCCAD6-9B8B-4ECC-B7BF-7E36B9ADD69A}" dt="2026-01-30T16:38:58.449" v="1357" actId="478"/>
          <ac:picMkLst>
            <pc:docMk/>
            <pc:sldMk cId="0" sldId="259"/>
            <ac:picMk id="7" creationId="{59B39551-E772-2CAF-CA7C-57770DFC7FBB}"/>
          </ac:picMkLst>
        </pc:picChg>
        <pc:picChg chg="add del mod">
          <ac:chgData name="Zied Belhocine" userId="200cc0e2b299676e" providerId="LiveId" clId="{36CCCAD6-9B8B-4ECC-B7BF-7E36B9ADD69A}" dt="2026-01-30T16:38:24.703" v="1352" actId="478"/>
          <ac:picMkLst>
            <pc:docMk/>
            <pc:sldMk cId="0" sldId="259"/>
            <ac:picMk id="10" creationId="{A9BA7499-DDDA-BFAA-34C2-4673C81E0671}"/>
          </ac:picMkLst>
        </pc:picChg>
        <pc:picChg chg="add del mod ord">
          <ac:chgData name="Zied Belhocine" userId="200cc0e2b299676e" providerId="LiveId" clId="{36CCCAD6-9B8B-4ECC-B7BF-7E36B9ADD69A}" dt="2026-02-05T08:50:55.834" v="2523" actId="478"/>
          <ac:picMkLst>
            <pc:docMk/>
            <pc:sldMk cId="0" sldId="259"/>
            <ac:picMk id="13" creationId="{D32B202C-3D8F-C06C-C81E-506CA6C77B7D}"/>
          </ac:picMkLst>
        </pc:picChg>
        <pc:picChg chg="add mod">
          <ac:chgData name="Zied Belhocine" userId="200cc0e2b299676e" providerId="LiveId" clId="{36CCCAD6-9B8B-4ECC-B7BF-7E36B9ADD69A}" dt="2026-01-30T16:40:30.793" v="1371" actId="1076"/>
          <ac:picMkLst>
            <pc:docMk/>
            <pc:sldMk cId="0" sldId="259"/>
            <ac:picMk id="19" creationId="{A3E9BD6F-847C-4219-5302-F3CEC09EB4BC}"/>
          </ac:picMkLst>
        </pc:picChg>
      </pc:sldChg>
      <pc:sldChg chg="addSp delSp modSp mod">
        <pc:chgData name="Zied Belhocine" userId="200cc0e2b299676e" providerId="LiveId" clId="{36CCCAD6-9B8B-4ECC-B7BF-7E36B9ADD69A}" dt="2026-02-12T11:19:38.741" v="3291" actId="478"/>
        <pc:sldMkLst>
          <pc:docMk/>
          <pc:sldMk cId="0" sldId="260"/>
        </pc:sldMkLst>
        <pc:spChg chg="add mod">
          <ac:chgData name="Zied Belhocine" userId="200cc0e2b299676e" providerId="LiveId" clId="{36CCCAD6-9B8B-4ECC-B7BF-7E36B9ADD69A}" dt="2026-02-03T11:08:41.080" v="2504" actId="20577"/>
          <ac:spMkLst>
            <pc:docMk/>
            <pc:sldMk cId="0" sldId="260"/>
            <ac:spMk id="2" creationId="{B4C59EA3-5F2F-CFF2-D4AD-4AC8D054B5DA}"/>
          </ac:spMkLst>
        </pc:spChg>
        <pc:spChg chg="add">
          <ac:chgData name="Zied Belhocine" userId="200cc0e2b299676e" providerId="LiveId" clId="{36CCCAD6-9B8B-4ECC-B7BF-7E36B9ADD69A}" dt="2026-02-02T13:37:06.568" v="1419"/>
          <ac:spMkLst>
            <pc:docMk/>
            <pc:sldMk cId="0" sldId="260"/>
            <ac:spMk id="3" creationId="{067FEDF7-DC9E-C02F-2DF6-9367BB6EDCB1}"/>
          </ac:spMkLst>
        </pc:spChg>
        <pc:spChg chg="add del">
          <ac:chgData name="Zied Belhocine" userId="200cc0e2b299676e" providerId="LiveId" clId="{36CCCAD6-9B8B-4ECC-B7BF-7E36B9ADD69A}" dt="2026-02-12T11:19:38.741" v="3291" actId="478"/>
          <ac:spMkLst>
            <pc:docMk/>
            <pc:sldMk cId="0" sldId="260"/>
            <ac:spMk id="3" creationId="{AB55F231-D0BB-0623-3E9C-FF81BAAE3219}"/>
          </ac:spMkLst>
        </pc:spChg>
        <pc:spChg chg="add">
          <ac:chgData name="Zied Belhocine" userId="200cc0e2b299676e" providerId="LiveId" clId="{36CCCAD6-9B8B-4ECC-B7BF-7E36B9ADD69A}" dt="2026-02-02T13:37:20.498" v="1420"/>
          <ac:spMkLst>
            <pc:docMk/>
            <pc:sldMk cId="0" sldId="260"/>
            <ac:spMk id="4" creationId="{3E3006DD-1B46-D53C-D44D-D7A28217E337}"/>
          </ac:spMkLst>
        </pc:spChg>
        <pc:spChg chg="add del mod">
          <ac:chgData name="Zied Belhocine" userId="200cc0e2b299676e" providerId="LiveId" clId="{36CCCAD6-9B8B-4ECC-B7BF-7E36B9ADD69A}" dt="2026-02-02T13:47:59.622" v="1735" actId="478"/>
          <ac:spMkLst>
            <pc:docMk/>
            <pc:sldMk cId="0" sldId="260"/>
            <ac:spMk id="7" creationId="{CE31435F-DDB0-AEF9-CC47-AEA80E6EA5B8}"/>
          </ac:spMkLst>
        </pc:spChg>
        <pc:spChg chg="add mod">
          <ac:chgData name="Zied Belhocine" userId="200cc0e2b299676e" providerId="LiveId" clId="{36CCCAD6-9B8B-4ECC-B7BF-7E36B9ADD69A}" dt="2026-02-02T13:53:00.276" v="1905" actId="20577"/>
          <ac:spMkLst>
            <pc:docMk/>
            <pc:sldMk cId="0" sldId="260"/>
            <ac:spMk id="8" creationId="{39ED7FC7-A5A5-D08A-AEB6-A498CF960A28}"/>
          </ac:spMkLst>
        </pc:spChg>
        <pc:spChg chg="add del mod">
          <ac:chgData name="Zied Belhocine" userId="200cc0e2b299676e" providerId="LiveId" clId="{36CCCAD6-9B8B-4ECC-B7BF-7E36B9ADD69A}" dt="2026-02-02T13:40:12.625" v="1463" actId="478"/>
          <ac:spMkLst>
            <pc:docMk/>
            <pc:sldMk cId="0" sldId="260"/>
            <ac:spMk id="9" creationId="{AECC73AF-460C-751B-48BA-5A3661CD84CE}"/>
          </ac:spMkLst>
        </pc:spChg>
        <pc:spChg chg="add del mod">
          <ac:chgData name="Zied Belhocine" userId="200cc0e2b299676e" providerId="LiveId" clId="{36CCCAD6-9B8B-4ECC-B7BF-7E36B9ADD69A}" dt="2026-02-02T13:40:14.093" v="1464" actId="478"/>
          <ac:spMkLst>
            <pc:docMk/>
            <pc:sldMk cId="0" sldId="260"/>
            <ac:spMk id="10" creationId="{A6A880FB-13BD-7367-FB2A-5CC2400B1EF2}"/>
          </ac:spMkLst>
        </pc:spChg>
        <pc:spChg chg="add mod">
          <ac:chgData name="Zied Belhocine" userId="200cc0e2b299676e" providerId="LiveId" clId="{36CCCAD6-9B8B-4ECC-B7BF-7E36B9ADD69A}" dt="2026-02-02T13:49:44.162" v="1781" actId="20577"/>
          <ac:spMkLst>
            <pc:docMk/>
            <pc:sldMk cId="0" sldId="260"/>
            <ac:spMk id="11" creationId="{EA18FBBD-EC4F-3A05-C02B-49434AEF7717}"/>
          </ac:spMkLst>
        </pc:spChg>
        <pc:spChg chg="add mod">
          <ac:chgData name="Zied Belhocine" userId="200cc0e2b299676e" providerId="LiveId" clId="{36CCCAD6-9B8B-4ECC-B7BF-7E36B9ADD69A}" dt="2026-02-02T13:48:48.289" v="1758" actId="1076"/>
          <ac:spMkLst>
            <pc:docMk/>
            <pc:sldMk cId="0" sldId="260"/>
            <ac:spMk id="16" creationId="{A74500E9-C47A-EB79-13AE-435EE8D6B2D7}"/>
          </ac:spMkLst>
        </pc:spChg>
        <pc:spChg chg="add mod">
          <ac:chgData name="Zied Belhocine" userId="200cc0e2b299676e" providerId="LiveId" clId="{36CCCAD6-9B8B-4ECC-B7BF-7E36B9ADD69A}" dt="2026-02-02T13:48:35.760" v="1741" actId="1076"/>
          <ac:spMkLst>
            <pc:docMk/>
            <pc:sldMk cId="0" sldId="260"/>
            <ac:spMk id="17" creationId="{E3F83F8E-FBD5-D3A6-36C1-32991F9C40E3}"/>
          </ac:spMkLst>
        </pc:spChg>
        <pc:spChg chg="add mod">
          <ac:chgData name="Zied Belhocine" userId="200cc0e2b299676e" providerId="LiveId" clId="{36CCCAD6-9B8B-4ECC-B7BF-7E36B9ADD69A}" dt="2026-02-02T13:53:15.305" v="1914" actId="20577"/>
          <ac:spMkLst>
            <pc:docMk/>
            <pc:sldMk cId="0" sldId="260"/>
            <ac:spMk id="18" creationId="{D7CC7DC0-BC77-AE9C-1812-7FBCCB438C89}"/>
          </ac:spMkLst>
        </pc:spChg>
        <pc:spChg chg="add mod">
          <ac:chgData name="Zied Belhocine" userId="200cc0e2b299676e" providerId="LiveId" clId="{36CCCAD6-9B8B-4ECC-B7BF-7E36B9ADD69A}" dt="2026-02-02T13:48:59.098" v="1773" actId="1037"/>
          <ac:spMkLst>
            <pc:docMk/>
            <pc:sldMk cId="0" sldId="260"/>
            <ac:spMk id="19" creationId="{EDF6C174-050D-7B87-A04E-0D9D2FF055A5}"/>
          </ac:spMkLst>
        </pc:spChg>
        <pc:spChg chg="add mod">
          <ac:chgData name="Zied Belhocine" userId="200cc0e2b299676e" providerId="LiveId" clId="{36CCCAD6-9B8B-4ECC-B7BF-7E36B9ADD69A}" dt="2026-02-02T13:48:29.157" v="1740" actId="207"/>
          <ac:spMkLst>
            <pc:docMk/>
            <pc:sldMk cId="0" sldId="260"/>
            <ac:spMk id="20" creationId="{D269DE3B-3BEA-B178-D27D-14C13DA838A9}"/>
          </ac:spMkLst>
        </pc:spChg>
        <pc:spChg chg="add del mod">
          <ac:chgData name="Zied Belhocine" userId="200cc0e2b299676e" providerId="LiveId" clId="{36CCCAD6-9B8B-4ECC-B7BF-7E36B9ADD69A}" dt="2026-02-02T13:50:59.831" v="1789"/>
          <ac:spMkLst>
            <pc:docMk/>
            <pc:sldMk cId="0" sldId="260"/>
            <ac:spMk id="22" creationId="{017A17B2-1B88-4667-8F51-FA4790813AF3}"/>
          </ac:spMkLst>
        </pc:spChg>
        <pc:spChg chg="add mod">
          <ac:chgData name="Zied Belhocine" userId="200cc0e2b299676e" providerId="LiveId" clId="{36CCCAD6-9B8B-4ECC-B7BF-7E36B9ADD69A}" dt="2026-02-03T11:08:29.269" v="2484" actId="20577"/>
          <ac:spMkLst>
            <pc:docMk/>
            <pc:sldMk cId="0" sldId="260"/>
            <ac:spMk id="24" creationId="{F1E7BF95-A00F-B687-0DEA-05EB431F0415}"/>
          </ac:spMkLst>
        </pc:spChg>
        <pc:spChg chg="mod">
          <ac:chgData name="Zied Belhocine" userId="200cc0e2b299676e" providerId="LiveId" clId="{36CCCAD6-9B8B-4ECC-B7BF-7E36B9ADD69A}" dt="2026-01-28T14:30:03.517" v="1089" actId="2711"/>
          <ac:spMkLst>
            <pc:docMk/>
            <pc:sldMk cId="0" sldId="260"/>
            <ac:spMk id="152" creationId="{00000000-0000-0000-0000-000000000000}"/>
          </ac:spMkLst>
        </pc:spChg>
        <pc:spChg chg="mod">
          <ac:chgData name="Zied Belhocine" userId="200cc0e2b299676e" providerId="LiveId" clId="{36CCCAD6-9B8B-4ECC-B7BF-7E36B9ADD69A}" dt="2026-02-02T13:39:18.605" v="1448" actId="1076"/>
          <ac:spMkLst>
            <pc:docMk/>
            <pc:sldMk cId="0" sldId="260"/>
            <ac:spMk id="153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1:05:58.105" v="2477" actId="1076"/>
          <ac:spMkLst>
            <pc:docMk/>
            <pc:sldMk cId="0" sldId="260"/>
            <ac:spMk id="154" creationId="{00000000-0000-0000-0000-000000000000}"/>
          </ac:spMkLst>
        </pc:spChg>
        <pc:graphicFrameChg chg="add del mod modGraphic">
          <ac:chgData name="Zied Belhocine" userId="200cc0e2b299676e" providerId="LiveId" clId="{36CCCAD6-9B8B-4ECC-B7BF-7E36B9ADD69A}" dt="2026-02-02T13:36:44.997" v="1418" actId="478"/>
          <ac:graphicFrameMkLst>
            <pc:docMk/>
            <pc:sldMk cId="0" sldId="260"/>
            <ac:graphicFrameMk id="2" creationId="{C9BBA2D7-3A66-0EE6-F082-68645F91156F}"/>
          </ac:graphicFrameMkLst>
        </pc:graphicFrameChg>
        <pc:picChg chg="add del mod">
          <ac:chgData name="Zied Belhocine" userId="200cc0e2b299676e" providerId="LiveId" clId="{36CCCAD6-9B8B-4ECC-B7BF-7E36B9ADD69A}" dt="2026-02-02T13:43:23.728" v="1625" actId="478"/>
          <ac:picMkLst>
            <pc:docMk/>
            <pc:sldMk cId="0" sldId="260"/>
            <ac:picMk id="6" creationId="{A0B29AA0-F167-AB5D-7E5F-D05B566642E8}"/>
          </ac:picMkLst>
        </pc:picChg>
        <pc:picChg chg="add del mod">
          <ac:chgData name="Zied Belhocine" userId="200cc0e2b299676e" providerId="LiveId" clId="{36CCCAD6-9B8B-4ECC-B7BF-7E36B9ADD69A}" dt="2026-02-02T13:43:55.043" v="1630" actId="478"/>
          <ac:picMkLst>
            <pc:docMk/>
            <pc:sldMk cId="0" sldId="260"/>
            <ac:picMk id="13" creationId="{E0AFDB26-6F91-0176-7719-BC2474F9BF6C}"/>
          </ac:picMkLst>
        </pc:picChg>
        <pc:picChg chg="add del mod">
          <ac:chgData name="Zied Belhocine" userId="200cc0e2b299676e" providerId="LiveId" clId="{36CCCAD6-9B8B-4ECC-B7BF-7E36B9ADD69A}" dt="2026-02-03T11:05:04.684" v="2428" actId="478"/>
          <ac:picMkLst>
            <pc:docMk/>
            <pc:sldMk cId="0" sldId="260"/>
            <ac:picMk id="15" creationId="{9F3B4AD3-9B1B-6735-3B8F-9CE94EF36596}"/>
          </ac:picMkLst>
        </pc:picChg>
        <pc:picChg chg="add del mod">
          <ac:chgData name="Zied Belhocine" userId="200cc0e2b299676e" providerId="LiveId" clId="{36CCCAD6-9B8B-4ECC-B7BF-7E36B9ADD69A}" dt="2026-02-02T13:50:41.209" v="1784" actId="478"/>
          <ac:picMkLst>
            <pc:docMk/>
            <pc:sldMk cId="0" sldId="260"/>
            <ac:picMk id="21" creationId="{AB18CDEC-81BE-E01E-2491-9AE303B53917}"/>
          </ac:picMkLst>
        </pc:picChg>
      </pc:sldChg>
      <pc:sldChg chg="addSp delSp modSp mod">
        <pc:chgData name="Zied Belhocine" userId="200cc0e2b299676e" providerId="LiveId" clId="{36CCCAD6-9B8B-4ECC-B7BF-7E36B9ADD69A}" dt="2026-02-03T11:09:16.280" v="2513" actId="20577"/>
        <pc:sldMkLst>
          <pc:docMk/>
          <pc:sldMk cId="0" sldId="261"/>
        </pc:sldMkLst>
        <pc:spChg chg="add mod">
          <ac:chgData name="Zied Belhocine" userId="200cc0e2b299676e" providerId="LiveId" clId="{36CCCAD6-9B8B-4ECC-B7BF-7E36B9ADD69A}" dt="2026-02-03T10:28:34.922" v="2004" actId="20577"/>
          <ac:spMkLst>
            <pc:docMk/>
            <pc:sldMk cId="0" sldId="261"/>
            <ac:spMk id="2" creationId="{69C9B610-9784-E7BC-09E1-304855359E98}"/>
          </ac:spMkLst>
        </pc:spChg>
        <pc:spChg chg="add mod">
          <ac:chgData name="Zied Belhocine" userId="200cc0e2b299676e" providerId="LiveId" clId="{36CCCAD6-9B8B-4ECC-B7BF-7E36B9ADD69A}" dt="2026-02-03T10:28:42.797" v="2013" actId="20577"/>
          <ac:spMkLst>
            <pc:docMk/>
            <pc:sldMk cId="0" sldId="261"/>
            <ac:spMk id="3" creationId="{BC1F652D-F5DE-C634-E07F-274418B0C7AC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5" creationId="{0495A920-A68F-CF17-7122-417C23D81BA3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6" creationId="{7D0D3F6A-C0E1-EA14-09D0-26AB77740A69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7" creationId="{31BF7932-C337-6BA2-ED62-C7C0D006D2FF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8" creationId="{F3D8CC57-8C8D-3871-46F5-C4529D4112A7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9" creationId="{5FDC7050-6E40-EA14-5130-48D10D56DFA5}"/>
          </ac:spMkLst>
        </pc:spChg>
        <pc:spChg chg="add mod">
          <ac:chgData name="Zied Belhocine" userId="200cc0e2b299676e" providerId="LiveId" clId="{36CCCAD6-9B8B-4ECC-B7BF-7E36B9ADD69A}" dt="2026-02-03T11:09:16.280" v="2513" actId="20577"/>
          <ac:spMkLst>
            <pc:docMk/>
            <pc:sldMk cId="0" sldId="261"/>
            <ac:spMk id="10" creationId="{3D3D1CBC-E1D7-4D4A-9AA0-011B7A1380C5}"/>
          </ac:spMkLst>
        </pc:spChg>
        <pc:spChg chg="add mod">
          <ac:chgData name="Zied Belhocine" userId="200cc0e2b299676e" providerId="LiveId" clId="{36CCCAD6-9B8B-4ECC-B7BF-7E36B9ADD69A}" dt="2026-02-03T11:09:02.004" v="2506"/>
          <ac:spMkLst>
            <pc:docMk/>
            <pc:sldMk cId="0" sldId="261"/>
            <ac:spMk id="11" creationId="{ED059039-EA47-C6E8-855C-7184EBEED48B}"/>
          </ac:spMkLst>
        </pc:spChg>
        <pc:spChg chg="mod">
          <ac:chgData name="Zied Belhocine" userId="200cc0e2b299676e" providerId="LiveId" clId="{36CCCAD6-9B8B-4ECC-B7BF-7E36B9ADD69A}" dt="2026-01-28T14:30:15.889" v="1091" actId="2711"/>
          <ac:spMkLst>
            <pc:docMk/>
            <pc:sldMk cId="0" sldId="261"/>
            <ac:spMk id="159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2T13:54:16.995" v="1917" actId="478"/>
          <ac:spMkLst>
            <pc:docMk/>
            <pc:sldMk cId="0" sldId="261"/>
            <ac:spMk id="160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0:28:55.749" v="2015" actId="1076"/>
          <ac:spMkLst>
            <pc:docMk/>
            <pc:sldMk cId="0" sldId="261"/>
            <ac:spMk id="161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3T11:08:58.761" v="2505" actId="478"/>
          <ac:picMkLst>
            <pc:docMk/>
            <pc:sldMk cId="0" sldId="261"/>
            <ac:picMk id="4" creationId="{B295E544-59BF-89F8-A5B6-64360E81DD5E}"/>
          </ac:picMkLst>
        </pc:picChg>
      </pc:sldChg>
      <pc:sldChg chg="addSp delSp modSp mod setBg">
        <pc:chgData name="Zied Belhocine" userId="200cc0e2b299676e" providerId="LiveId" clId="{36CCCAD6-9B8B-4ECC-B7BF-7E36B9ADD69A}" dt="2026-02-12T11:20:28.844" v="3295" actId="1076"/>
        <pc:sldMkLst>
          <pc:docMk/>
          <pc:sldMk cId="0" sldId="262"/>
        </pc:sldMkLst>
        <pc:spChg chg="mod">
          <ac:chgData name="Zied Belhocine" userId="200cc0e2b299676e" providerId="LiveId" clId="{36CCCAD6-9B8B-4ECC-B7BF-7E36B9ADD69A}" dt="2026-01-28T14:30:27.238" v="1093"/>
          <ac:spMkLst>
            <pc:docMk/>
            <pc:sldMk cId="0" sldId="262"/>
            <ac:spMk id="16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27.238" v="1093"/>
          <ac:spMkLst>
            <pc:docMk/>
            <pc:sldMk cId="0" sldId="262"/>
            <ac:spMk id="167" creationId="{00000000-0000-0000-0000-000000000000}"/>
          </ac:spMkLst>
        </pc:spChg>
        <pc:spChg chg="mod">
          <ac:chgData name="Zied Belhocine" userId="200cc0e2b299676e" providerId="LiveId" clId="{36CCCAD6-9B8B-4ECC-B7BF-7E36B9ADD69A}" dt="2026-02-12T11:20:26.060" v="3294" actId="1076"/>
          <ac:spMkLst>
            <pc:docMk/>
            <pc:sldMk cId="0" sldId="262"/>
            <ac:spMk id="168" creationId="{00000000-0000-0000-0000-000000000000}"/>
          </ac:spMkLst>
        </pc:spChg>
        <pc:spChg chg="mod">
          <ac:chgData name="Zied Belhocine" userId="200cc0e2b299676e" providerId="LiveId" clId="{36CCCAD6-9B8B-4ECC-B7BF-7E36B9ADD69A}" dt="2026-02-12T11:20:28.844" v="3295" actId="1076"/>
          <ac:spMkLst>
            <pc:docMk/>
            <pc:sldMk cId="0" sldId="262"/>
            <ac:spMk id="169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02T16:11:15.426" v="1950" actId="1076"/>
          <ac:picMkLst>
            <pc:docMk/>
            <pc:sldMk cId="0" sldId="262"/>
            <ac:picMk id="3" creationId="{B3760D85-B619-BBC4-7DD5-ACE85EF40AC1}"/>
          </ac:picMkLst>
        </pc:picChg>
        <pc:picChg chg="add del mod">
          <ac:chgData name="Zied Belhocine" userId="200cc0e2b299676e" providerId="LiveId" clId="{36CCCAD6-9B8B-4ECC-B7BF-7E36B9ADD69A}" dt="2026-02-05T10:14:15.975" v="2553" actId="478"/>
          <ac:picMkLst>
            <pc:docMk/>
            <pc:sldMk cId="0" sldId="262"/>
            <ac:picMk id="4" creationId="{AB88618B-EE6D-3F3C-6331-87E8DB4D97C9}"/>
          </ac:picMkLst>
        </pc:picChg>
        <pc:picChg chg="add mod">
          <ac:chgData name="Zied Belhocine" userId="200cc0e2b299676e" providerId="LiveId" clId="{36CCCAD6-9B8B-4ECC-B7BF-7E36B9ADD69A}" dt="2026-02-05T10:14:26.092" v="2557" actId="14100"/>
          <ac:picMkLst>
            <pc:docMk/>
            <pc:sldMk cId="0" sldId="262"/>
            <ac:picMk id="6" creationId="{D1F90F54-3FDF-D519-5E00-5C25FAD5E2F8}"/>
          </ac:picMkLst>
        </pc:picChg>
      </pc:sldChg>
      <pc:sldChg chg="addSp delSp modSp mod setBg">
        <pc:chgData name="Zied Belhocine" userId="200cc0e2b299676e" providerId="LiveId" clId="{36CCCAD6-9B8B-4ECC-B7BF-7E36B9ADD69A}" dt="2026-02-12T10:19:54.048" v="2597" actId="1076"/>
        <pc:sldMkLst>
          <pc:docMk/>
          <pc:sldMk cId="0" sldId="263"/>
        </pc:sldMkLst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4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5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6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12T10:19:51.643" v="2596" actId="478"/>
          <ac:picMkLst>
            <pc:docMk/>
            <pc:sldMk cId="0" sldId="263"/>
            <ac:picMk id="3" creationId="{3E9ECCD4-01EA-969D-859F-5F7106BE3752}"/>
          </ac:picMkLst>
        </pc:picChg>
        <pc:picChg chg="add mod">
          <ac:chgData name="Zied Belhocine" userId="200cc0e2b299676e" providerId="LiveId" clId="{36CCCAD6-9B8B-4ECC-B7BF-7E36B9ADD69A}" dt="2026-02-12T10:19:54.048" v="2597" actId="1076"/>
          <ac:picMkLst>
            <pc:docMk/>
            <pc:sldMk cId="0" sldId="263"/>
            <ac:picMk id="4" creationId="{4BCDA801-F47B-B04D-6BA2-40A14380D9D4}"/>
          </ac:picMkLst>
        </pc:picChg>
      </pc:sldChg>
      <pc:sldChg chg="addSp delSp modSp mod">
        <pc:chgData name="Zied Belhocine" userId="200cc0e2b299676e" providerId="LiveId" clId="{36CCCAD6-9B8B-4ECC-B7BF-7E36B9ADD69A}" dt="2026-02-05T10:22:28.146" v="2564" actId="14100"/>
        <pc:sldMkLst>
          <pc:docMk/>
          <pc:sldMk cId="0" sldId="264"/>
        </pc:sldMkLst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1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2T19:41:20.434" v="1962" actId="478"/>
          <ac:spMkLst>
            <pc:docMk/>
            <pc:sldMk cId="0" sldId="264"/>
            <ac:spMk id="18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3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22:17.766" v="2558" actId="478"/>
          <ac:picMkLst>
            <pc:docMk/>
            <pc:sldMk cId="0" sldId="264"/>
            <ac:picMk id="3" creationId="{DE0BFE79-B453-BC64-5349-643A0A078F3A}"/>
          </ac:picMkLst>
        </pc:picChg>
        <pc:picChg chg="add mod">
          <ac:chgData name="Zied Belhocine" userId="200cc0e2b299676e" providerId="LiveId" clId="{36CCCAD6-9B8B-4ECC-B7BF-7E36B9ADD69A}" dt="2026-02-05T10:22:28.146" v="2564" actId="14100"/>
          <ac:picMkLst>
            <pc:docMk/>
            <pc:sldMk cId="0" sldId="264"/>
            <ac:picMk id="4" creationId="{23A5F8A5-4B3E-7CB1-C38F-0DAB1A291480}"/>
          </ac:picMkLst>
        </pc:picChg>
      </pc:sldChg>
      <pc:sldChg chg="addSp delSp modSp mod">
        <pc:chgData name="Zied Belhocine" userId="200cc0e2b299676e" providerId="LiveId" clId="{36CCCAD6-9B8B-4ECC-B7BF-7E36B9ADD69A}" dt="2026-02-12T11:21:45.877" v="3296" actId="1076"/>
        <pc:sldMkLst>
          <pc:docMk/>
          <pc:sldMk cId="0" sldId="265"/>
        </pc:sldMkLst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88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2T19:41:48.402" v="1967" actId="478"/>
          <ac:spMkLst>
            <pc:docMk/>
            <pc:sldMk cId="0" sldId="265"/>
            <ac:spMk id="18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90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23:19.346" v="2567" actId="478"/>
          <ac:picMkLst>
            <pc:docMk/>
            <pc:sldMk cId="0" sldId="265"/>
            <ac:picMk id="3" creationId="{2E44E867-57FD-6800-B510-81134C522B50}"/>
          </ac:picMkLst>
        </pc:picChg>
        <pc:picChg chg="add mod">
          <ac:chgData name="Zied Belhocine" userId="200cc0e2b299676e" providerId="LiveId" clId="{36CCCAD6-9B8B-4ECC-B7BF-7E36B9ADD69A}" dt="2026-02-12T11:21:45.877" v="3296" actId="1076"/>
          <ac:picMkLst>
            <pc:docMk/>
            <pc:sldMk cId="0" sldId="265"/>
            <ac:picMk id="4" creationId="{207DCDAB-31D7-C2A5-DA44-B2B7F919E54C}"/>
          </ac:picMkLst>
        </pc:picChg>
      </pc:sldChg>
      <pc:sldChg chg="addSp delSp modSp mod">
        <pc:chgData name="Zied Belhocine" userId="200cc0e2b299676e" providerId="LiveId" clId="{36CCCAD6-9B8B-4ECC-B7BF-7E36B9ADD69A}" dt="2026-02-12T11:23:12.783" v="3297" actId="1076"/>
        <pc:sldMkLst>
          <pc:docMk/>
          <pc:sldMk cId="0" sldId="266"/>
        </pc:sldMkLst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5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5T10:25:07.903" v="2573" actId="478"/>
          <ac:spMkLst>
            <pc:docMk/>
            <pc:sldMk cId="0" sldId="266"/>
            <ac:spMk id="19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7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25:01.233" v="2571" actId="478"/>
          <ac:picMkLst>
            <pc:docMk/>
            <pc:sldMk cId="0" sldId="266"/>
            <ac:picMk id="3" creationId="{D7B53139-3E28-965A-42AE-ADA607776D00}"/>
          </ac:picMkLst>
        </pc:picChg>
        <pc:picChg chg="add del">
          <ac:chgData name="Zied Belhocine" userId="200cc0e2b299676e" providerId="LiveId" clId="{36CCCAD6-9B8B-4ECC-B7BF-7E36B9ADD69A}" dt="2026-02-05T10:24:57.144" v="2569" actId="478"/>
          <ac:picMkLst>
            <pc:docMk/>
            <pc:sldMk cId="0" sldId="266"/>
            <ac:picMk id="4" creationId="{027C19FC-6FE2-2143-3F74-CCD02A8D7E8D}"/>
          </ac:picMkLst>
        </pc:picChg>
        <pc:picChg chg="add mod">
          <ac:chgData name="Zied Belhocine" userId="200cc0e2b299676e" providerId="LiveId" clId="{36CCCAD6-9B8B-4ECC-B7BF-7E36B9ADD69A}" dt="2026-02-12T11:23:12.783" v="3297" actId="1076"/>
          <ac:picMkLst>
            <pc:docMk/>
            <pc:sldMk cId="0" sldId="266"/>
            <ac:picMk id="6" creationId="{ACAA7E2C-A938-C52D-9A74-A8814BAB7C35}"/>
          </ac:picMkLst>
        </pc:picChg>
      </pc:sldChg>
      <pc:sldChg chg="addSp delSp modSp mod">
        <pc:chgData name="Zied Belhocine" userId="200cc0e2b299676e" providerId="LiveId" clId="{36CCCAD6-9B8B-4ECC-B7BF-7E36B9ADD69A}" dt="2026-02-05T10:35:29.583" v="2583" actId="478"/>
        <pc:sldMkLst>
          <pc:docMk/>
          <pc:sldMk cId="0" sldId="267"/>
        </pc:sldMkLst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2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5T10:35:29.583" v="2583" actId="478"/>
          <ac:spMkLst>
            <pc:docMk/>
            <pc:sldMk cId="0" sldId="267"/>
            <ac:spMk id="203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4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35:24.711" v="2581" actId="478"/>
          <ac:picMkLst>
            <pc:docMk/>
            <pc:sldMk cId="0" sldId="267"/>
            <ac:picMk id="3" creationId="{AC3E736C-91B0-A1B9-78F2-90C36A8441C0}"/>
          </ac:picMkLst>
        </pc:picChg>
        <pc:picChg chg="add mod">
          <ac:chgData name="Zied Belhocine" userId="200cc0e2b299676e" providerId="LiveId" clId="{36CCCAD6-9B8B-4ECC-B7BF-7E36B9ADD69A}" dt="2026-02-05T10:35:27.187" v="2582" actId="1076"/>
          <ac:picMkLst>
            <pc:docMk/>
            <pc:sldMk cId="0" sldId="267"/>
            <ac:picMk id="4" creationId="{E4BD25E6-8A9C-B497-D9D8-FBB6322235FF}"/>
          </ac:picMkLst>
        </pc:picChg>
      </pc:sldChg>
      <pc:sldChg chg="addSp delSp modSp mod">
        <pc:chgData name="Zied Belhocine" userId="200cc0e2b299676e" providerId="LiveId" clId="{36CCCAD6-9B8B-4ECC-B7BF-7E36B9ADD69A}" dt="2026-02-05T10:35:03.426" v="2579" actId="1076"/>
        <pc:sldMkLst>
          <pc:docMk/>
          <pc:sldMk cId="0" sldId="268"/>
        </pc:sldMkLst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0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1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11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35:01.953" v="2578" actId="478"/>
          <ac:picMkLst>
            <pc:docMk/>
            <pc:sldMk cId="0" sldId="268"/>
            <ac:picMk id="3" creationId="{840195CE-C596-80CD-EF12-E37CDF7650DC}"/>
          </ac:picMkLst>
        </pc:picChg>
        <pc:picChg chg="add mod">
          <ac:chgData name="Zied Belhocine" userId="200cc0e2b299676e" providerId="LiveId" clId="{36CCCAD6-9B8B-4ECC-B7BF-7E36B9ADD69A}" dt="2026-02-05T10:35:03.426" v="2579" actId="1076"/>
          <ac:picMkLst>
            <pc:docMk/>
            <pc:sldMk cId="0" sldId="268"/>
            <ac:picMk id="4" creationId="{BCDD7AA4-44F0-295D-5EEA-DA216A7876FA}"/>
          </ac:picMkLst>
        </pc:picChg>
      </pc:sldChg>
      <pc:sldChg chg="addSp modSp mod">
        <pc:chgData name="Zied Belhocine" userId="200cc0e2b299676e" providerId="LiveId" clId="{36CCCAD6-9B8B-4ECC-B7BF-7E36B9ADD69A}" dt="2026-02-03T10:46:34.163" v="2425" actId="20577"/>
        <pc:sldMkLst>
          <pc:docMk/>
          <pc:sldMk cId="0" sldId="269"/>
        </pc:sldMkLst>
        <pc:spChg chg="add mod">
          <ac:chgData name="Zied Belhocine" userId="200cc0e2b299676e" providerId="LiveId" clId="{36CCCAD6-9B8B-4ECC-B7BF-7E36B9ADD69A}" dt="2026-02-03T10:45:57.205" v="2418" actId="404"/>
          <ac:spMkLst>
            <pc:docMk/>
            <pc:sldMk cId="0" sldId="269"/>
            <ac:spMk id="4" creationId="{A88531B9-B831-DC2D-C0E1-E9CB4313E0DC}"/>
          </ac:spMkLst>
        </pc:spChg>
        <pc:spChg chg="add mod">
          <ac:chgData name="Zied Belhocine" userId="200cc0e2b299676e" providerId="LiveId" clId="{36CCCAD6-9B8B-4ECC-B7BF-7E36B9ADD69A}" dt="2026-02-03T10:46:13.891" v="2420" actId="1076"/>
          <ac:spMkLst>
            <pc:docMk/>
            <pc:sldMk cId="0" sldId="269"/>
            <ac:spMk id="7" creationId="{EFA7C28F-73BB-1C83-A5CE-C957145CC904}"/>
          </ac:spMkLst>
        </pc:spChg>
        <pc:spChg chg="add mod">
          <ac:chgData name="Zied Belhocine" userId="200cc0e2b299676e" providerId="LiveId" clId="{36CCCAD6-9B8B-4ECC-B7BF-7E36B9ADD69A}" dt="2026-02-03T10:46:34.163" v="2425" actId="20577"/>
          <ac:spMkLst>
            <pc:docMk/>
            <pc:sldMk cId="0" sldId="269"/>
            <ac:spMk id="10" creationId="{49E975FD-507F-C91E-750D-B7DCD6A11A4C}"/>
          </ac:spMkLst>
        </pc:spChg>
        <pc:spChg chg="mod">
          <ac:chgData name="Zied Belhocine" userId="200cc0e2b299676e" providerId="LiveId" clId="{36CCCAD6-9B8B-4ECC-B7BF-7E36B9ADD69A}" dt="2026-02-03T10:32:53.209" v="2022" actId="108"/>
          <ac:spMkLst>
            <pc:docMk/>
            <pc:sldMk cId="0" sldId="269"/>
            <ac:spMk id="216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0:32:05.042" v="2019" actId="1076"/>
          <ac:spMkLst>
            <pc:docMk/>
            <pc:sldMk cId="0" sldId="269"/>
            <ac:spMk id="217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0:41:03.633" v="2258" actId="1076"/>
          <ac:spMkLst>
            <pc:docMk/>
            <pc:sldMk cId="0" sldId="269"/>
            <ac:spMk id="218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03T10:31:57.320" v="2017" actId="1076"/>
          <ac:picMkLst>
            <pc:docMk/>
            <pc:sldMk cId="0" sldId="269"/>
            <ac:picMk id="2" creationId="{4698441E-9425-EE13-89F4-DDCBABB1B25A}"/>
          </ac:picMkLst>
        </pc:picChg>
        <pc:picChg chg="add mod">
          <ac:chgData name="Zied Belhocine" userId="200cc0e2b299676e" providerId="LiveId" clId="{36CCCAD6-9B8B-4ECC-B7BF-7E36B9ADD69A}" dt="2026-02-03T10:37:30.663" v="2088" actId="14100"/>
          <ac:picMkLst>
            <pc:docMk/>
            <pc:sldMk cId="0" sldId="269"/>
            <ac:picMk id="6" creationId="{211723DC-2D6C-D54B-286C-AD73A72C4275}"/>
          </ac:picMkLst>
        </pc:picChg>
        <pc:picChg chg="add mod">
          <ac:chgData name="Zied Belhocine" userId="200cc0e2b299676e" providerId="LiveId" clId="{36CCCAD6-9B8B-4ECC-B7BF-7E36B9ADD69A}" dt="2026-02-03T10:40:11.535" v="2137" actId="14100"/>
          <ac:picMkLst>
            <pc:docMk/>
            <pc:sldMk cId="0" sldId="269"/>
            <ac:picMk id="9" creationId="{46EEB327-04F4-6F07-F03A-1E9C92048FBD}"/>
          </ac:picMkLst>
        </pc:picChg>
      </pc:sldChg>
      <pc:sldChg chg="addSp delSp modSp mod">
        <pc:chgData name="Zied Belhocine" userId="200cc0e2b299676e" providerId="LiveId" clId="{36CCCAD6-9B8B-4ECC-B7BF-7E36B9ADD69A}" dt="2026-02-12T11:26:53.476" v="3301" actId="1076"/>
        <pc:sldMkLst>
          <pc:docMk/>
          <pc:sldMk cId="0" sldId="270"/>
        </pc:sldMkLst>
        <pc:spChg chg="add">
          <ac:chgData name="Zied Belhocine" userId="200cc0e2b299676e" providerId="LiveId" clId="{36CCCAD6-9B8B-4ECC-B7BF-7E36B9ADD69A}" dt="2026-02-12T10:47:17.406" v="2607"/>
          <ac:spMkLst>
            <pc:docMk/>
            <pc:sldMk cId="0" sldId="270"/>
            <ac:spMk id="4" creationId="{A7101721-5212-C3D4-4359-19C285E78CD5}"/>
          </ac:spMkLst>
        </pc:spChg>
        <pc:spChg chg="mod">
          <ac:chgData name="Zied Belhocine" userId="200cc0e2b299676e" providerId="LiveId" clId="{36CCCAD6-9B8B-4ECC-B7BF-7E36B9ADD69A}" dt="2026-02-12T10:47:24.260" v="2610" actId="14100"/>
          <ac:spMkLst>
            <pc:docMk/>
            <pc:sldMk cId="0" sldId="270"/>
            <ac:spMk id="223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12T10:47:30.631" v="2612" actId="478"/>
          <ac:spMkLst>
            <pc:docMk/>
            <pc:sldMk cId="0" sldId="270"/>
            <ac:spMk id="224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12T10:45:13.854" v="2604" actId="478"/>
          <ac:spMkLst>
            <pc:docMk/>
            <pc:sldMk cId="0" sldId="270"/>
            <ac:spMk id="225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12T11:26:50.491" v="3299" actId="478"/>
          <ac:picMkLst>
            <pc:docMk/>
            <pc:sldMk cId="0" sldId="270"/>
            <ac:picMk id="3" creationId="{6AC2A5BE-8D31-79F7-599B-1F2ED57A10F6}"/>
          </ac:picMkLst>
        </pc:picChg>
        <pc:picChg chg="add mod">
          <ac:chgData name="Zied Belhocine" userId="200cc0e2b299676e" providerId="LiveId" clId="{36CCCAD6-9B8B-4ECC-B7BF-7E36B9ADD69A}" dt="2026-02-12T11:26:53.476" v="3301" actId="1076"/>
          <ac:picMkLst>
            <pc:docMk/>
            <pc:sldMk cId="0" sldId="270"/>
            <ac:picMk id="6" creationId="{EBB95A3E-9133-95B9-FC97-2FC4886C9A8E}"/>
          </ac:picMkLst>
        </pc:picChg>
      </pc:sldChg>
      <pc:sldChg chg="addSp delSp modSp mod">
        <pc:chgData name="Zied Belhocine" userId="200cc0e2b299676e" providerId="LiveId" clId="{36CCCAD6-9B8B-4ECC-B7BF-7E36B9ADD69A}" dt="2026-02-12T10:56:30.367" v="3288" actId="20577"/>
        <pc:sldMkLst>
          <pc:docMk/>
          <pc:sldMk cId="0" sldId="271"/>
        </pc:sldMkLst>
        <pc:spChg chg="add">
          <ac:chgData name="Zied Belhocine" userId="200cc0e2b299676e" providerId="LiveId" clId="{36CCCAD6-9B8B-4ECC-B7BF-7E36B9ADD69A}" dt="2026-02-12T10:54:38.914" v="3164"/>
          <ac:spMkLst>
            <pc:docMk/>
            <pc:sldMk cId="0" sldId="271"/>
            <ac:spMk id="2" creationId="{0D9D9BA8-F4E2-205E-76C2-58CAF79893FD}"/>
          </ac:spMkLst>
        </pc:spChg>
        <pc:spChg chg="add del mod">
          <ac:chgData name="Zied Belhocine" userId="200cc0e2b299676e" providerId="LiveId" clId="{36CCCAD6-9B8B-4ECC-B7BF-7E36B9ADD69A}" dt="2026-02-12T10:55:29.125" v="3179" actId="478"/>
          <ac:spMkLst>
            <pc:docMk/>
            <pc:sldMk cId="0" sldId="271"/>
            <ac:spMk id="4" creationId="{090708E3-92EC-9883-2AE1-447DFA4EFEE6}"/>
          </ac:spMkLst>
        </pc:spChg>
        <pc:spChg chg="mod">
          <ac:chgData name="Zied Belhocine" userId="200cc0e2b299676e" providerId="LiveId" clId="{36CCCAD6-9B8B-4ECC-B7BF-7E36B9ADD69A}" dt="2026-01-28T14:31:50.018" v="1111" actId="2711"/>
          <ac:spMkLst>
            <pc:docMk/>
            <pc:sldMk cId="0" sldId="271"/>
            <ac:spMk id="230" creationId="{00000000-0000-0000-0000-000000000000}"/>
          </ac:spMkLst>
        </pc:spChg>
        <pc:spChg chg="mod">
          <ac:chgData name="Zied Belhocine" userId="200cc0e2b299676e" providerId="LiveId" clId="{36CCCAD6-9B8B-4ECC-B7BF-7E36B9ADD69A}" dt="2026-02-12T10:56:30.367" v="3288" actId="20577"/>
          <ac:spMkLst>
            <pc:docMk/>
            <pc:sldMk cId="0" sldId="271"/>
            <ac:spMk id="231" creationId="{00000000-0000-0000-0000-000000000000}"/>
          </ac:spMkLst>
        </pc:spChg>
      </pc:sldChg>
      <pc:sldChg chg="addSp delSp modSp add mod">
        <pc:chgData name="Zied Belhocine" userId="200cc0e2b299676e" providerId="LiveId" clId="{36CCCAD6-9B8B-4ECC-B7BF-7E36B9ADD69A}" dt="2026-02-12T10:49:50.685" v="2668" actId="14100"/>
        <pc:sldMkLst>
          <pc:docMk/>
          <pc:sldMk cId="3408820770" sldId="272"/>
        </pc:sldMkLst>
        <pc:spChg chg="mod">
          <ac:chgData name="Zied Belhocine" userId="200cc0e2b299676e" providerId="LiveId" clId="{36CCCAD6-9B8B-4ECC-B7BF-7E36B9ADD69A}" dt="2026-02-12T10:48:21.511" v="2641" actId="14100"/>
          <ac:spMkLst>
            <pc:docMk/>
            <pc:sldMk cId="3408820770" sldId="272"/>
            <ac:spMk id="223" creationId="{00000000-0000-0000-0000-000000000000}"/>
          </ac:spMkLst>
        </pc:spChg>
        <pc:spChg chg="del">
          <ac:chgData name="Zied Belhocine" userId="200cc0e2b299676e" providerId="LiveId" clId="{36CCCAD6-9B8B-4ECC-B7BF-7E36B9ADD69A}" dt="2026-02-12T10:45:07.153" v="2601" actId="478"/>
          <ac:spMkLst>
            <pc:docMk/>
            <pc:sldMk cId="3408820770" sldId="272"/>
            <ac:spMk id="225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12T10:49:50.685" v="2668" actId="14100"/>
          <ac:picMkLst>
            <pc:docMk/>
            <pc:sldMk cId="3408820770" sldId="272"/>
            <ac:picMk id="3" creationId="{C9970D11-3414-7097-EEA2-9B50C41565C0}"/>
          </ac:picMkLst>
        </pc:picChg>
        <pc:picChg chg="add mod">
          <ac:chgData name="Zied Belhocine" userId="200cc0e2b299676e" providerId="LiveId" clId="{36CCCAD6-9B8B-4ECC-B7BF-7E36B9ADD69A}" dt="2026-02-12T10:49:42.676" v="2664" actId="1076"/>
          <ac:picMkLst>
            <pc:docMk/>
            <pc:sldMk cId="3408820770" sldId="272"/>
            <ac:picMk id="5" creationId="{00AF15FC-3967-03CB-1698-FD76812626DA}"/>
          </ac:picMkLst>
        </pc:picChg>
        <pc:picChg chg="add del mod">
          <ac:chgData name="Zied Belhocine" userId="200cc0e2b299676e" providerId="LiveId" clId="{36CCCAD6-9B8B-4ECC-B7BF-7E36B9ADD69A}" dt="2026-02-12T10:49:38.525" v="2661" actId="478"/>
          <ac:picMkLst>
            <pc:docMk/>
            <pc:sldMk cId="3408820770" sldId="272"/>
            <ac:picMk id="7" creationId="{E71D1DD4-5567-9DC7-ED57-69D823BFD388}"/>
          </ac:picMkLst>
        </pc:picChg>
      </pc:sldChg>
      <pc:sldChg chg="addSp delSp modSp add mod">
        <pc:chgData name="Zied Belhocine" userId="200cc0e2b299676e" providerId="LiveId" clId="{36CCCAD6-9B8B-4ECC-B7BF-7E36B9ADD69A}" dt="2026-02-12T10:51:06.131" v="2771" actId="20577"/>
        <pc:sldMkLst>
          <pc:docMk/>
          <pc:sldMk cId="286224588" sldId="273"/>
        </pc:sldMkLst>
        <pc:spChg chg="mod">
          <ac:chgData name="Zied Belhocine" userId="200cc0e2b299676e" providerId="LiveId" clId="{36CCCAD6-9B8B-4ECC-B7BF-7E36B9ADD69A}" dt="2026-02-12T10:51:06.131" v="2771" actId="20577"/>
          <ac:spMkLst>
            <pc:docMk/>
            <pc:sldMk cId="286224588" sldId="273"/>
            <ac:spMk id="223" creationId="{00000000-0000-0000-0000-000000000000}"/>
          </ac:spMkLst>
        </pc:spChg>
        <pc:spChg chg="del">
          <ac:chgData name="Zied Belhocine" userId="200cc0e2b299676e" providerId="LiveId" clId="{36CCCAD6-9B8B-4ECC-B7BF-7E36B9ADD69A}" dt="2026-02-12T10:50:22.557" v="2671" actId="478"/>
          <ac:spMkLst>
            <pc:docMk/>
            <pc:sldMk cId="286224588" sldId="273"/>
            <ac:spMk id="224" creationId="{00000000-0000-0000-0000-000000000000}"/>
          </ac:spMkLst>
        </pc:spChg>
        <pc:spChg chg="del">
          <ac:chgData name="Zied Belhocine" userId="200cc0e2b299676e" providerId="LiveId" clId="{36CCCAD6-9B8B-4ECC-B7BF-7E36B9ADD69A}" dt="2026-02-12T10:45:08.867" v="2602" actId="478"/>
          <ac:spMkLst>
            <pc:docMk/>
            <pc:sldMk cId="286224588" sldId="273"/>
            <ac:spMk id="225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12T10:50:18.216" v="2670" actId="1076"/>
          <ac:picMkLst>
            <pc:docMk/>
            <pc:sldMk cId="286224588" sldId="273"/>
            <ac:picMk id="3" creationId="{5BFDECEB-67F3-F950-8F64-578E87FEBF5D}"/>
          </ac:picMkLst>
        </pc:picChg>
      </pc:sldChg>
      <pc:sldChg chg="delSp add del mod">
        <pc:chgData name="Zied Belhocine" userId="200cc0e2b299676e" providerId="LiveId" clId="{36CCCAD6-9B8B-4ECC-B7BF-7E36B9ADD69A}" dt="2026-02-12T10:50:24.489" v="2672" actId="47"/>
        <pc:sldMkLst>
          <pc:docMk/>
          <pc:sldMk cId="674564647" sldId="274"/>
        </pc:sldMkLst>
        <pc:spChg chg="del">
          <ac:chgData name="Zied Belhocine" userId="200cc0e2b299676e" providerId="LiveId" clId="{36CCCAD6-9B8B-4ECC-B7BF-7E36B9ADD69A}" dt="2026-02-12T10:45:10.521" v="2603" actId="478"/>
          <ac:spMkLst>
            <pc:docMk/>
            <pc:sldMk cId="674564647" sldId="274"/>
            <ac:spMk id="225" creationId="{00000000-0000-0000-0000-000000000000}"/>
          </ac:spMkLst>
        </pc:spChg>
      </pc:sldChg>
      <pc:sldChg chg="addSp delSp modSp add mod">
        <pc:chgData name="Zied Belhocine" userId="200cc0e2b299676e" providerId="LiveId" clId="{36CCCAD6-9B8B-4ECC-B7BF-7E36B9ADD69A}" dt="2026-02-12T10:49:34.941" v="2660" actId="1076"/>
        <pc:sldMkLst>
          <pc:docMk/>
          <pc:sldMk cId="1677106621" sldId="275"/>
        </pc:sldMkLst>
        <pc:picChg chg="del">
          <ac:chgData name="Zied Belhocine" userId="200cc0e2b299676e" providerId="LiveId" clId="{36CCCAD6-9B8B-4ECC-B7BF-7E36B9ADD69A}" dt="2026-02-12T10:49:14.632" v="2652" actId="478"/>
          <ac:picMkLst>
            <pc:docMk/>
            <pc:sldMk cId="1677106621" sldId="275"/>
            <ac:picMk id="3" creationId="{C9970D11-3414-7097-EEA2-9B50C41565C0}"/>
          </ac:picMkLst>
        </pc:picChg>
        <pc:picChg chg="add mod">
          <ac:chgData name="Zied Belhocine" userId="200cc0e2b299676e" providerId="LiveId" clId="{36CCCAD6-9B8B-4ECC-B7BF-7E36B9ADD69A}" dt="2026-02-12T10:49:33.605" v="2659" actId="1076"/>
          <ac:picMkLst>
            <pc:docMk/>
            <pc:sldMk cId="1677106621" sldId="275"/>
            <ac:picMk id="4" creationId="{EDE9F132-C950-D0ED-CC61-F53E2B52079A}"/>
          </ac:picMkLst>
        </pc:picChg>
        <pc:picChg chg="del">
          <ac:chgData name="Zied Belhocine" userId="200cc0e2b299676e" providerId="LiveId" clId="{36CCCAD6-9B8B-4ECC-B7BF-7E36B9ADD69A}" dt="2026-02-12T10:49:15.156" v="2653" actId="478"/>
          <ac:picMkLst>
            <pc:docMk/>
            <pc:sldMk cId="1677106621" sldId="275"/>
            <ac:picMk id="5" creationId="{00AF15FC-3967-03CB-1698-FD76812626DA}"/>
          </ac:picMkLst>
        </pc:picChg>
        <pc:picChg chg="mod">
          <ac:chgData name="Zied Belhocine" userId="200cc0e2b299676e" providerId="LiveId" clId="{36CCCAD6-9B8B-4ECC-B7BF-7E36B9ADD69A}" dt="2026-02-12T10:49:34.941" v="2660" actId="1076"/>
          <ac:picMkLst>
            <pc:docMk/>
            <pc:sldMk cId="1677106621" sldId="275"/>
            <ac:picMk id="7" creationId="{E71D1DD4-5567-9DC7-ED57-69D823BFD38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233f607d43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3" name="Google Shape;193;g2233f607d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4" name="Google Shape;21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23108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688314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32121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/>
          <p:nvPr/>
        </p:nvSpPr>
        <p:spPr>
          <a:xfrm>
            <a:off x="0" y="-3175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7"/>
          <p:cNvSpPr txBox="1"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5400"/>
              <a:buFont typeface="Century Gothic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/>
          <p:nvPr/>
        </p:nvSpPr>
        <p:spPr>
          <a:xfrm>
            <a:off x="0" y="1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800"/>
              <a:buFont typeface="Century Gothic"/>
              <a:buNone/>
              <a:defRPr sz="48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5185873" cy="36387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87415" y="2222287"/>
            <a:ext cx="5194583" cy="363876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2"/>
          </p:nvPr>
        </p:nvSpPr>
        <p:spPr>
          <a:xfrm>
            <a:off x="814729" y="2751138"/>
            <a:ext cx="5189856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3"/>
          </p:nvPr>
        </p:nvSpPr>
        <p:spPr>
          <a:xfrm>
            <a:off x="6187415" y="2174875"/>
            <a:ext cx="5194583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4"/>
          </p:nvPr>
        </p:nvSpPr>
        <p:spPr>
          <a:xfrm>
            <a:off x="6187415" y="2751138"/>
            <a:ext cx="5194583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uniquement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/>
          <p:nvPr/>
        </p:nvSpPr>
        <p:spPr>
          <a:xfrm>
            <a:off x="1073151" y="446087"/>
            <a:ext cx="3547533" cy="1814651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000"/>
              <a:buFont typeface="Century Gothic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body" idx="1"/>
          </p:nvPr>
        </p:nvSpPr>
        <p:spPr>
          <a:xfrm>
            <a:off x="4855633" y="446088"/>
            <a:ext cx="6252633" cy="54149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2"/>
          </p:nvPr>
        </p:nvSpPr>
        <p:spPr>
          <a:xfrm>
            <a:off x="1073151" y="2260738"/>
            <a:ext cx="3547533" cy="36003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>
            <a:spLocks noGrp="1"/>
          </p:cNvSpPr>
          <p:nvPr>
            <p:ph type="pic" idx="2"/>
          </p:nvPr>
        </p:nvSpPr>
        <p:spPr>
          <a:xfrm>
            <a:off x="6098117" y="0"/>
            <a:ext cx="6093883" cy="6858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>
            <a:off x="814728" y="2344684"/>
            <a:ext cx="4852988" cy="35163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3885810" y="6041362"/>
            <a:ext cx="9768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590396" y="6041362"/>
            <a:ext cx="32954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4862689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panoramique avec légende">
  <p:cSld name="Image panoramique avec légen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4800600"/>
          </a:xfrm>
          <a:prstGeom prst="rect">
            <a:avLst/>
          </a:prstGeom>
          <a:noFill/>
          <a:ln w="95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82" name="Google Shape;82;p26"/>
          <p:cNvSpPr txBox="1">
            <a:spLocks noGrp="1"/>
          </p:cNvSpPr>
          <p:nvPr>
            <p:ph type="body" idx="1"/>
          </p:nvPr>
        </p:nvSpPr>
        <p:spPr>
          <a:xfrm>
            <a:off x="810000" y="5367338"/>
            <a:ext cx="10561418" cy="4937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tion avec légende">
  <p:cSld name="Citation avec légende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7"/>
          <p:cNvSpPr/>
          <p:nvPr/>
        </p:nvSpPr>
        <p:spPr>
          <a:xfrm>
            <a:off x="631697" y="1081456"/>
            <a:ext cx="6332416" cy="3239188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27"/>
          <p:cNvSpPr txBox="1"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200"/>
              <a:buFont typeface="Century Gothic"/>
              <a:buNone/>
              <a:defRPr sz="42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7"/>
          <p:cNvSpPr txBox="1"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2"/>
          </p:nvPr>
        </p:nvSpPr>
        <p:spPr>
          <a:xfrm>
            <a:off x="7574642" y="1081456"/>
            <a:ext cx="3810001" cy="40754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1" name="Google Shape;91;p2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te de nom">
  <p:cSld name="Carte de nom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8"/>
          <p:cNvSpPr/>
          <p:nvPr/>
        </p:nvSpPr>
        <p:spPr>
          <a:xfrm>
            <a:off x="1140884" y="2286585"/>
            <a:ext cx="4895115" cy="2503972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28"/>
          <p:cNvSpPr txBox="1"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8"/>
          <p:cNvSpPr txBox="1">
            <a:spLocks noGrp="1"/>
          </p:cNvSpPr>
          <p:nvPr>
            <p:ph type="body" idx="1"/>
          </p:nvPr>
        </p:nvSpPr>
        <p:spPr>
          <a:xfrm>
            <a:off x="6156000" y="2286000"/>
            <a:ext cx="4880300" cy="229552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8" name="Google Shape;98;p2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9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2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9"/>
          <p:cNvSpPr txBox="1">
            <a:spLocks noGrp="1"/>
          </p:cNvSpPr>
          <p:nvPr>
            <p:ph type="body" idx="1"/>
          </p:nvPr>
        </p:nvSpPr>
        <p:spPr>
          <a:xfrm rot="5400000">
            <a:off x="4254444" y="-1260043"/>
            <a:ext cx="3674397" cy="1056328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5" name="Google Shape;105;p2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0"/>
          <p:cNvSpPr/>
          <p:nvPr/>
        </p:nvSpPr>
        <p:spPr>
          <a:xfrm>
            <a:off x="7669651" y="446089"/>
            <a:ext cx="4522349" cy="5414962"/>
          </a:xfrm>
          <a:custGeom>
            <a:avLst/>
            <a:gdLst/>
            <a:ahLst/>
            <a:cxnLst/>
            <a:rect l="l" t="t" r="r" b="b"/>
            <a:pathLst>
              <a:path w="2879" h="4320" extrusionOk="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30"/>
          <p:cNvSpPr txBox="1">
            <a:spLocks noGrp="1"/>
          </p:cNvSpPr>
          <p:nvPr>
            <p:ph type="title"/>
          </p:nvPr>
        </p:nvSpPr>
        <p:spPr>
          <a:xfrm rot="5400000">
            <a:off x="6863536" y="1906175"/>
            <a:ext cx="5134798" cy="249479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0"/>
          <p:cNvSpPr txBox="1">
            <a:spLocks noGrp="1"/>
          </p:cNvSpPr>
          <p:nvPr>
            <p:ph type="body" idx="1"/>
          </p:nvPr>
        </p:nvSpPr>
        <p:spPr>
          <a:xfrm rot="5400000">
            <a:off x="1408290" y="-152200"/>
            <a:ext cx="5414962" cy="661154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12" name="Google Shape;112;p3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 sz="4000" b="1" i="0" u="none" strike="noStrike" cap="non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🞆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🞆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🞆"/>
              <a:defRPr sz="14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026" name="Picture 2" descr="planète terre - clipart vectoriel de Style de vie écologique libre de droits">
            <a:extLst>
              <a:ext uri="{FF2B5EF4-FFF2-40B4-BE49-F238E27FC236}">
                <a16:creationId xmlns:a16="http://schemas.microsoft.com/office/drawing/2014/main" id="{801B4146-AC81-015A-C5F6-016F190EE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3151823"/>
            <a:ext cx="6553200" cy="370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1" name="Google Shape;121;p1"/>
          <p:cNvSpPr/>
          <p:nvPr/>
        </p:nvSpPr>
        <p:spPr>
          <a:xfrm rot="-5400000">
            <a:off x="-650724" y="650724"/>
            <a:ext cx="6858000" cy="5556552"/>
          </a:xfrm>
          <a:custGeom>
            <a:avLst/>
            <a:gdLst/>
            <a:ahLst/>
            <a:cxnLst/>
            <a:rect l="l" t="t" r="r" b="b"/>
            <a:pathLst>
              <a:path w="6858000" h="5556552" extrusionOk="0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122" name="Google Shape;122;p1"/>
          <p:cNvSpPr txBox="1">
            <a:spLocks noGrp="1"/>
          </p:cNvSpPr>
          <p:nvPr>
            <p:ph type="subTitle" idx="1"/>
          </p:nvPr>
        </p:nvSpPr>
        <p:spPr>
          <a:xfrm>
            <a:off x="643466" y="2281574"/>
            <a:ext cx="3994015" cy="229485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-FR" sz="2800" dirty="0">
                <a:latin typeface="Century Gothic" panose="020B0502020202020204" pitchFamily="34" charset="0"/>
              </a:rPr>
              <a:t>Zied Belhocine</a:t>
            </a:r>
            <a:endParaRPr sz="2800" dirty="0">
              <a:latin typeface="Century Gothic" panose="020B0502020202020204" pitchFamily="34" charset="0"/>
            </a:endParaRPr>
          </a:p>
          <a:p>
            <a:pPr marL="0" lvl="0" indent="0" algn="ctr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SzPts val="2800"/>
              <a:buNone/>
            </a:pPr>
            <a:r>
              <a:rPr lang="fr-FR" sz="2800" dirty="0">
                <a:latin typeface="Century Gothic" panose="020B0502020202020204" pitchFamily="34" charset="0"/>
              </a:rPr>
              <a:t>FAO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23" name="Google Shape;123;p1"/>
          <p:cNvSpPr txBox="1">
            <a:spLocks noGrp="1"/>
          </p:cNvSpPr>
          <p:nvPr>
            <p:ph type="ctrTitle"/>
          </p:nvPr>
        </p:nvSpPr>
        <p:spPr>
          <a:xfrm>
            <a:off x="5803899" y="122751"/>
            <a:ext cx="5452533" cy="330624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00"/>
              <a:buFont typeface="Century Gothic"/>
              <a:buNone/>
            </a:pPr>
            <a:r>
              <a:rPr lang="fr-FR" sz="4400" dirty="0">
                <a:latin typeface="Century Gothic" panose="020B0502020202020204" pitchFamily="34" charset="0"/>
              </a:rPr>
              <a:t>Étude sur l’alimentation dans le monde </a:t>
            </a:r>
            <a:br>
              <a:rPr lang="fr-FR" sz="4400" dirty="0">
                <a:latin typeface="Century Gothic" panose="020B0502020202020204" pitchFamily="34" charset="0"/>
              </a:rPr>
            </a:br>
            <a:r>
              <a:rPr lang="fr-FR" sz="4400" dirty="0">
                <a:latin typeface="Century Gothic" panose="020B0502020202020204" pitchFamily="34" charset="0"/>
              </a:rPr>
              <a:t>2013 - 2017</a:t>
            </a:r>
            <a:endParaRPr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/>
              <a:t>Contexte et spécification des données</a:t>
            </a:r>
            <a:endParaRPr sz="32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96593C4-5F17-1784-5D86-B25CEC5A0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9023" y="3813560"/>
            <a:ext cx="2721291" cy="158189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9E961B2-5A76-FBC0-4674-27E6CC201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822" y="3813560"/>
            <a:ext cx="2419596" cy="158189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1AFCA19-923C-B2E1-4542-9FD9C8FB66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773" y="3803581"/>
            <a:ext cx="2721291" cy="159187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8CE40920-D2F2-4DCD-E0DB-060718A0E5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3319" y="3813560"/>
            <a:ext cx="2576898" cy="158189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DC22E4E6-ED57-8B00-7961-177B59E2654B}"/>
              </a:ext>
            </a:extLst>
          </p:cNvPr>
          <p:cNvSpPr txBox="1"/>
          <p:nvPr/>
        </p:nvSpPr>
        <p:spPr>
          <a:xfrm>
            <a:off x="1309079" y="2374975"/>
            <a:ext cx="95738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Nous sommes en train de réaliser une étude de grande ampleur sur le thème de l’alimentation et plus particulièrement sur la sous-nutrition dans le monde. Nous allons utiliser 4 fichiers de la FAO (Food and Agriculture Organisation).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8AD7F91-224E-4E58-1E9B-8CF6F2BC5A10}"/>
              </a:ext>
            </a:extLst>
          </p:cNvPr>
          <p:cNvSpPr txBox="1"/>
          <p:nvPr/>
        </p:nvSpPr>
        <p:spPr>
          <a:xfrm>
            <a:off x="1580356" y="5531398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Population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E5646BF-38AB-8B4E-AE81-B47E38FFB4CD}"/>
              </a:ext>
            </a:extLst>
          </p:cNvPr>
          <p:cNvSpPr txBox="1"/>
          <p:nvPr/>
        </p:nvSpPr>
        <p:spPr>
          <a:xfrm>
            <a:off x="3993700" y="5531398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Aide alimentaire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4CD730F-DE43-F7D8-55FB-06E87979880C}"/>
              </a:ext>
            </a:extLst>
          </p:cNvPr>
          <p:cNvSpPr txBox="1"/>
          <p:nvPr/>
        </p:nvSpPr>
        <p:spPr>
          <a:xfrm>
            <a:off x="6770325" y="5531398"/>
            <a:ext cx="1638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Sous nutrition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A73EB3A-A00B-827C-12E6-9E9C62C1B0EA}"/>
              </a:ext>
            </a:extLst>
          </p:cNvPr>
          <p:cNvSpPr txBox="1"/>
          <p:nvPr/>
        </p:nvSpPr>
        <p:spPr>
          <a:xfrm>
            <a:off x="9257699" y="5531398"/>
            <a:ext cx="2124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Dispo alimentaire</a:t>
            </a:r>
          </a:p>
        </p:txBody>
      </p:sp>
      <p:sp>
        <p:nvSpPr>
          <p:cNvPr id="2" name="Google Shape;132;p2">
            <a:extLst>
              <a:ext uri="{FF2B5EF4-FFF2-40B4-BE49-F238E27FC236}">
                <a16:creationId xmlns:a16="http://schemas.microsoft.com/office/drawing/2014/main" id="{502E3F99-3B74-F244-9CD3-C337EAE5FFF7}"/>
              </a:ext>
            </a:extLst>
          </p:cNvPr>
          <p:cNvSpPr/>
          <p:nvPr/>
        </p:nvSpPr>
        <p:spPr>
          <a:xfrm>
            <a:off x="8727371" y="0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Rappel de ce que nous devons faire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>
                <a:latin typeface="Century Gothic"/>
                <a:ea typeface="Century Gothic"/>
                <a:cs typeface="Century Gothic"/>
                <a:sym typeface="Century Gothic"/>
              </a:rPr>
              <a:t>Présentation des types de données à analyser</a:t>
            </a:r>
            <a:endParaRPr sz="180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/>
              <a:t>Méthodologie de l’analyse</a:t>
            </a:r>
            <a:endParaRPr sz="320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B15BA9A-FE9C-13C9-8D6D-B0203B27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668" y="2219681"/>
            <a:ext cx="3782968" cy="212792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83BBDBB-4C1A-0131-5FF2-0FC124AAF63E}"/>
              </a:ext>
            </a:extLst>
          </p:cNvPr>
          <p:cNvSpPr txBox="1"/>
          <p:nvPr/>
        </p:nvSpPr>
        <p:spPr>
          <a:xfrm>
            <a:off x="861669" y="6210757"/>
            <a:ext cx="90300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Century Gothic" panose="020B0502020202020204" pitchFamily="34" charset="0"/>
              </a:rPr>
              <a:t>Ici on ne traite aucune donnée personnelle, le RGPD ne s’applique pas.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990FCBC-1B23-B5D7-6316-6C6F69C675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854" y="2219681"/>
            <a:ext cx="2987053" cy="127447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4931248-A79D-0AF4-F81B-E47B6EF5B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853" y="3494157"/>
            <a:ext cx="2987053" cy="85344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D223084-931D-FFB2-E638-36887CF766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00" y="2209616"/>
            <a:ext cx="2844450" cy="213798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7D4718E-3242-053A-E02A-1051C4EDB346}"/>
              </a:ext>
            </a:extLst>
          </p:cNvPr>
          <p:cNvSpPr txBox="1"/>
          <p:nvPr/>
        </p:nvSpPr>
        <p:spPr>
          <a:xfrm>
            <a:off x="810000" y="4626272"/>
            <a:ext cx="284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Donnée brutes (4 csv)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61CF1BD-A45D-224F-ACCA-1E870EB53166}"/>
              </a:ext>
            </a:extLst>
          </p:cNvPr>
          <p:cNvSpPr txBox="1"/>
          <p:nvPr/>
        </p:nvSpPr>
        <p:spPr>
          <a:xfrm>
            <a:off x="3954668" y="4626272"/>
            <a:ext cx="3782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Traitement statistique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D6A90EC-6099-7E3B-C134-5FA9C0719DC6}"/>
              </a:ext>
            </a:extLst>
          </p:cNvPr>
          <p:cNvSpPr txBox="1"/>
          <p:nvPr/>
        </p:nvSpPr>
        <p:spPr>
          <a:xfrm>
            <a:off x="8037852" y="4626272"/>
            <a:ext cx="2987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Visualisation graphique</a:t>
            </a:r>
          </a:p>
        </p:txBody>
      </p:sp>
      <p:sp>
        <p:nvSpPr>
          <p:cNvPr id="3" name="Google Shape;139;p3">
            <a:extLst>
              <a:ext uri="{FF2B5EF4-FFF2-40B4-BE49-F238E27FC236}">
                <a16:creationId xmlns:a16="http://schemas.microsoft.com/office/drawing/2014/main" id="{EECD0240-8179-BCDF-47CF-EC5CF7CB5FB6}"/>
              </a:ext>
            </a:extLst>
          </p:cNvPr>
          <p:cNvSpPr/>
          <p:nvPr/>
        </p:nvSpPr>
        <p:spPr>
          <a:xfrm>
            <a:off x="11325123" y="0"/>
            <a:ext cx="3691200" cy="37830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Comment j’ai fait mon analyse ?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Attention, il faut s’adapter à l’interlocuteur (pas trop de technique)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Vérifier que l’interlocuteur comprend  bien les choses</a:t>
            </a: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Penser à commenter les slides pendant la présentation mais à ne pas les lire</a:t>
            </a: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" name="Google Shape;140;p3">
            <a:extLst>
              <a:ext uri="{FF2B5EF4-FFF2-40B4-BE49-F238E27FC236}">
                <a16:creationId xmlns:a16="http://schemas.microsoft.com/office/drawing/2014/main" id="{45559D09-3D65-7B25-A451-9C10E26A6A25}"/>
              </a:ext>
            </a:extLst>
          </p:cNvPr>
          <p:cNvSpPr/>
          <p:nvPr/>
        </p:nvSpPr>
        <p:spPr>
          <a:xfrm>
            <a:off x="11436950" y="4072225"/>
            <a:ext cx="2653800" cy="27162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Est-ce que le RGPD s’applique dans notre projet ?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1) Proportion de personnes en état de sous-nutrition en 2017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854AF66-421A-0037-E3B6-BC967ECB2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4" name="AutoShape 5">
            <a:extLst>
              <a:ext uri="{FF2B5EF4-FFF2-40B4-BE49-F238E27FC236}">
                <a16:creationId xmlns:a16="http://schemas.microsoft.com/office/drawing/2014/main" id="{E8C93C5F-BC8D-6571-C5C6-87440A2E91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5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5" name="AutoShape 6">
            <a:extLst>
              <a:ext uri="{FF2B5EF4-FFF2-40B4-BE49-F238E27FC236}">
                <a16:creationId xmlns:a16="http://schemas.microsoft.com/office/drawing/2014/main" id="{B5C06CD8-CF23-37C0-FA53-8EC695412C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5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9" name="Image 18" descr="Une image contenant habits, dessin humoristique, femme, personne&#10;&#10;Le contenu généré par l’IA peut être incorrect.">
            <a:extLst>
              <a:ext uri="{FF2B5EF4-FFF2-40B4-BE49-F238E27FC236}">
                <a16:creationId xmlns:a16="http://schemas.microsoft.com/office/drawing/2014/main" id="{A3E9BD6F-847C-4219-5302-F3CEC09EB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2657022"/>
            <a:ext cx="5093547" cy="1721724"/>
          </a:xfrm>
          <a:prstGeom prst="rect">
            <a:avLst/>
          </a:prstGeom>
        </p:spPr>
      </p:pic>
      <p:sp>
        <p:nvSpPr>
          <p:cNvPr id="21" name="Google Shape;145;p4">
            <a:extLst>
              <a:ext uri="{FF2B5EF4-FFF2-40B4-BE49-F238E27FC236}">
                <a16:creationId xmlns:a16="http://schemas.microsoft.com/office/drawing/2014/main" id="{972F5F94-D4F7-FB0F-86DE-1DBA70A4C8A7}"/>
              </a:ext>
            </a:extLst>
          </p:cNvPr>
          <p:cNvSpPr txBox="1">
            <a:spLocks/>
          </p:cNvSpPr>
          <p:nvPr/>
        </p:nvSpPr>
        <p:spPr>
          <a:xfrm>
            <a:off x="6502400" y="4218803"/>
            <a:ext cx="7233333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Font typeface="Century Gothic"/>
              <a:buNone/>
              <a:defRPr sz="4000" b="1" i="0" u="none" strike="noStrike" cap="non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200"/>
            </a:pPr>
            <a:r>
              <a:rPr lang="fr-FR" sz="3200" dirty="0">
                <a:latin typeface="Century Gothic" panose="020B0502020202020204" pitchFamily="34" charset="0"/>
              </a:rPr>
              <a:t>554 millions de personnes</a:t>
            </a:r>
          </a:p>
        </p:txBody>
      </p:sp>
      <p:sp>
        <p:nvSpPr>
          <p:cNvPr id="2" name="Google Shape;147;p4">
            <a:extLst>
              <a:ext uri="{FF2B5EF4-FFF2-40B4-BE49-F238E27FC236}">
                <a16:creationId xmlns:a16="http://schemas.microsoft.com/office/drawing/2014/main" id="{877C2B17-23E2-4B8A-E055-0F562898E27C}"/>
              </a:ext>
            </a:extLst>
          </p:cNvPr>
          <p:cNvSpPr/>
          <p:nvPr/>
        </p:nvSpPr>
        <p:spPr>
          <a:xfrm>
            <a:off x="10475988" y="1226383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On veut montrer le nombre de personnes et le % de personnes en état de sous-nutrition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=&gt; Expliciter le chiffre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4A973E4-6F86-D130-76DC-512E6749E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57022"/>
            <a:ext cx="5962650" cy="3905250"/>
          </a:xfrm>
          <a:prstGeom prst="rect">
            <a:avLst/>
          </a:prstGeom>
        </p:spPr>
      </p:pic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DE350F41-FEEB-F480-B4A8-DF32C04F4EB7}"/>
              </a:ext>
            </a:extLst>
          </p:cNvPr>
          <p:cNvSpPr/>
          <p:nvPr/>
        </p:nvSpPr>
        <p:spPr>
          <a:xfrm rot="20493389">
            <a:off x="4686544" y="3916085"/>
            <a:ext cx="1907786" cy="124889"/>
          </a:xfrm>
          <a:prstGeom prst="rightArrow">
            <a:avLst/>
          </a:prstGeom>
          <a:solidFill>
            <a:srgbClr val="D95F0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2) Nombre théorique de personnes qui pourraient être nourries en 2017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type="body" idx="1"/>
          </p:nvPr>
        </p:nvSpPr>
        <p:spPr>
          <a:xfrm>
            <a:off x="5366328" y="1535192"/>
            <a:ext cx="6825672" cy="51870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050" dirty="0">
                <a:latin typeface="Century Gothic" panose="020B0502020202020204" pitchFamily="34" charset="0"/>
              </a:rPr>
              <a:t>Source : https://www.fao.org/4/y3557f/y3557f15.htm</a:t>
            </a:r>
            <a:endParaRPr sz="1050" dirty="0">
              <a:latin typeface="Century Gothic" panose="020B0502020202020204" pitchFamily="34" charset="0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11006867" y="1417638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Chiffre à calculer avec la disponibilité alimentaire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Combien de Kcal par personne et par jour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Justification du chiffre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9ED7FC7-A5A5-D08A-AEB6-A498CF960A28}"/>
              </a:ext>
            </a:extLst>
          </p:cNvPr>
          <p:cNvSpPr/>
          <p:nvPr/>
        </p:nvSpPr>
        <p:spPr>
          <a:xfrm>
            <a:off x="245097" y="2298048"/>
            <a:ext cx="1875934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Century Gothic" panose="020B0502020202020204" pitchFamily="34" charset="0"/>
              </a:rPr>
              <a:t>Pour chaque aliment dans chaque pays la dispo en </a:t>
            </a:r>
            <a:r>
              <a:rPr lang="fr-FR" sz="1400" b="1" dirty="0">
                <a:latin typeface="Century Gothic" panose="020B0502020202020204" pitchFamily="34" charset="0"/>
              </a:rPr>
              <a:t>kcal / personne / jour</a:t>
            </a:r>
            <a:endParaRPr lang="fr-FR" b="1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A18FBBD-EC4F-3A05-C02B-49434AEF7717}"/>
              </a:ext>
            </a:extLst>
          </p:cNvPr>
          <p:cNvSpPr/>
          <p:nvPr/>
        </p:nvSpPr>
        <p:spPr>
          <a:xfrm>
            <a:off x="2962744" y="2300803"/>
            <a:ext cx="1768603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La population du pays en 2017.</a:t>
            </a:r>
          </a:p>
        </p:txBody>
      </p:sp>
      <p:sp>
        <p:nvSpPr>
          <p:cNvPr id="16" name="Signe de multiplication 15">
            <a:extLst>
              <a:ext uri="{FF2B5EF4-FFF2-40B4-BE49-F238E27FC236}">
                <a16:creationId xmlns:a16="http://schemas.microsoft.com/office/drawing/2014/main" id="{A74500E9-C47A-EB79-13AE-435EE8D6B2D7}"/>
              </a:ext>
            </a:extLst>
          </p:cNvPr>
          <p:cNvSpPr/>
          <p:nvPr/>
        </p:nvSpPr>
        <p:spPr>
          <a:xfrm>
            <a:off x="2173175" y="2628576"/>
            <a:ext cx="761836" cy="779422"/>
          </a:xfrm>
          <a:prstGeom prst="mathMultipl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Est égal à 16">
            <a:extLst>
              <a:ext uri="{FF2B5EF4-FFF2-40B4-BE49-F238E27FC236}">
                <a16:creationId xmlns:a16="http://schemas.microsoft.com/office/drawing/2014/main" id="{E3F83F8E-FBD5-D3A6-36C1-32991F9C40E3}"/>
              </a:ext>
            </a:extLst>
          </p:cNvPr>
          <p:cNvSpPr/>
          <p:nvPr/>
        </p:nvSpPr>
        <p:spPr>
          <a:xfrm>
            <a:off x="4858648" y="2623863"/>
            <a:ext cx="774309" cy="788849"/>
          </a:xfrm>
          <a:prstGeom prst="mathEqual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D7CC7DC0-BC77-AE9C-1812-7FBCCB438C89}"/>
              </a:ext>
            </a:extLst>
          </p:cNvPr>
          <p:cNvSpPr/>
          <p:nvPr/>
        </p:nvSpPr>
        <p:spPr>
          <a:xfrm>
            <a:off x="5841472" y="2298048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Dispo mondiale totale en kcal / jour</a:t>
            </a:r>
            <a:endParaRPr lang="fr-FR" b="1" dirty="0"/>
          </a:p>
        </p:txBody>
      </p:sp>
      <p:sp>
        <p:nvSpPr>
          <p:cNvPr id="19" name="Signe de division 18">
            <a:extLst>
              <a:ext uri="{FF2B5EF4-FFF2-40B4-BE49-F238E27FC236}">
                <a16:creationId xmlns:a16="http://schemas.microsoft.com/office/drawing/2014/main" id="{EDF6C174-050D-7B87-A04E-0D9D2FF055A5}"/>
              </a:ext>
            </a:extLst>
          </p:cNvPr>
          <p:cNvSpPr/>
          <p:nvPr/>
        </p:nvSpPr>
        <p:spPr>
          <a:xfrm>
            <a:off x="7830235" y="2600876"/>
            <a:ext cx="694774" cy="769995"/>
          </a:xfrm>
          <a:prstGeom prst="mathDivid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st égal à 19">
            <a:extLst>
              <a:ext uri="{FF2B5EF4-FFF2-40B4-BE49-F238E27FC236}">
                <a16:creationId xmlns:a16="http://schemas.microsoft.com/office/drawing/2014/main" id="{D269DE3B-3BEA-B178-D27D-14C13DA838A9}"/>
              </a:ext>
            </a:extLst>
          </p:cNvPr>
          <p:cNvSpPr/>
          <p:nvPr/>
        </p:nvSpPr>
        <p:spPr>
          <a:xfrm>
            <a:off x="1051996" y="4340745"/>
            <a:ext cx="1649691" cy="1687398"/>
          </a:xfrm>
          <a:prstGeom prst="mathEqual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1E7BF95-A00F-B687-0DEA-05EB431F0415}"/>
              </a:ext>
            </a:extLst>
          </p:cNvPr>
          <p:cNvSpPr txBox="1"/>
          <p:nvPr/>
        </p:nvSpPr>
        <p:spPr>
          <a:xfrm>
            <a:off x="2701687" y="4231534"/>
            <a:ext cx="92075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8,83 Milliards de personnes, soit 120 % de la population mondiale.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4C59EA3-5F2F-CFF2-D4AD-4AC8D054B5DA}"/>
              </a:ext>
            </a:extLst>
          </p:cNvPr>
          <p:cNvSpPr/>
          <p:nvPr/>
        </p:nvSpPr>
        <p:spPr>
          <a:xfrm>
            <a:off x="8779164" y="2306096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Besoins quotidiens d’un être humain (2400 kcal)</a:t>
            </a:r>
            <a:endParaRPr lang="fr-FR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3) Nombre théorique de personnes qui pourraient être nourries uniquement avec les végétaux en 2017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1140004" y="3828381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highlight>
                  <a:srgbClr val="FFFF00"/>
                </a:highlight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highlight>
                  <a:srgbClr val="FFFF00"/>
                </a:highlight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Même calcul que précédemment mais avec uniquement les végétaux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9C9B610-9784-E7BC-09E1-304855359E98}"/>
              </a:ext>
            </a:extLst>
          </p:cNvPr>
          <p:cNvSpPr/>
          <p:nvPr/>
        </p:nvSpPr>
        <p:spPr>
          <a:xfrm>
            <a:off x="245097" y="2298048"/>
            <a:ext cx="1875934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Century Gothic" panose="020B0502020202020204" pitchFamily="34" charset="0"/>
              </a:rPr>
              <a:t>Pour chaque aliment végétal dans chaque pays : la dispo en </a:t>
            </a:r>
            <a:r>
              <a:rPr lang="fr-FR" sz="1400" b="1" dirty="0">
                <a:latin typeface="Century Gothic" panose="020B0502020202020204" pitchFamily="34" charset="0"/>
              </a:rPr>
              <a:t>kcal / personne / jour</a:t>
            </a:r>
            <a:endParaRPr lang="fr-FR" b="1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C1F652D-F5DE-C634-E07F-274418B0C7AC}"/>
              </a:ext>
            </a:extLst>
          </p:cNvPr>
          <p:cNvSpPr/>
          <p:nvPr/>
        </p:nvSpPr>
        <p:spPr>
          <a:xfrm>
            <a:off x="2962744" y="2300803"/>
            <a:ext cx="1768603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La population du pays concerné en 2017.</a:t>
            </a:r>
          </a:p>
        </p:txBody>
      </p:sp>
      <p:sp>
        <p:nvSpPr>
          <p:cNvPr id="5" name="Signe de multiplication 4">
            <a:extLst>
              <a:ext uri="{FF2B5EF4-FFF2-40B4-BE49-F238E27FC236}">
                <a16:creationId xmlns:a16="http://schemas.microsoft.com/office/drawing/2014/main" id="{0495A920-A68F-CF17-7122-417C23D81BA3}"/>
              </a:ext>
            </a:extLst>
          </p:cNvPr>
          <p:cNvSpPr/>
          <p:nvPr/>
        </p:nvSpPr>
        <p:spPr>
          <a:xfrm>
            <a:off x="2173175" y="2628576"/>
            <a:ext cx="761836" cy="779422"/>
          </a:xfrm>
          <a:prstGeom prst="mathMultipl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Est égal à 5">
            <a:extLst>
              <a:ext uri="{FF2B5EF4-FFF2-40B4-BE49-F238E27FC236}">
                <a16:creationId xmlns:a16="http://schemas.microsoft.com/office/drawing/2014/main" id="{7D0D3F6A-C0E1-EA14-09D0-26AB77740A69}"/>
              </a:ext>
            </a:extLst>
          </p:cNvPr>
          <p:cNvSpPr/>
          <p:nvPr/>
        </p:nvSpPr>
        <p:spPr>
          <a:xfrm>
            <a:off x="4858648" y="2623863"/>
            <a:ext cx="774309" cy="788849"/>
          </a:xfrm>
          <a:prstGeom prst="mathEqual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31BF7932-C337-6BA2-ED62-C7C0D006D2FF}"/>
              </a:ext>
            </a:extLst>
          </p:cNvPr>
          <p:cNvSpPr/>
          <p:nvPr/>
        </p:nvSpPr>
        <p:spPr>
          <a:xfrm>
            <a:off x="5841472" y="2298048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Dispo mondiale totale en kcal / jour</a:t>
            </a:r>
            <a:endParaRPr lang="fr-FR" b="1" dirty="0"/>
          </a:p>
        </p:txBody>
      </p:sp>
      <p:sp>
        <p:nvSpPr>
          <p:cNvPr id="8" name="Signe de division 7">
            <a:extLst>
              <a:ext uri="{FF2B5EF4-FFF2-40B4-BE49-F238E27FC236}">
                <a16:creationId xmlns:a16="http://schemas.microsoft.com/office/drawing/2014/main" id="{F3D8CC57-8C8D-3871-46F5-C4529D4112A7}"/>
              </a:ext>
            </a:extLst>
          </p:cNvPr>
          <p:cNvSpPr/>
          <p:nvPr/>
        </p:nvSpPr>
        <p:spPr>
          <a:xfrm>
            <a:off x="7830235" y="2600876"/>
            <a:ext cx="694774" cy="769995"/>
          </a:xfrm>
          <a:prstGeom prst="mathDivid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st égal à 8">
            <a:extLst>
              <a:ext uri="{FF2B5EF4-FFF2-40B4-BE49-F238E27FC236}">
                <a16:creationId xmlns:a16="http://schemas.microsoft.com/office/drawing/2014/main" id="{5FDC7050-6E40-EA14-5130-48D10D56DFA5}"/>
              </a:ext>
            </a:extLst>
          </p:cNvPr>
          <p:cNvSpPr/>
          <p:nvPr/>
        </p:nvSpPr>
        <p:spPr>
          <a:xfrm>
            <a:off x="1051996" y="4340745"/>
            <a:ext cx="1649691" cy="1687398"/>
          </a:xfrm>
          <a:prstGeom prst="mathEqual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D3D1CBC-E1D7-4D4A-9AA0-011B7A1380C5}"/>
              </a:ext>
            </a:extLst>
          </p:cNvPr>
          <p:cNvSpPr txBox="1"/>
          <p:nvPr/>
        </p:nvSpPr>
        <p:spPr>
          <a:xfrm>
            <a:off x="2701687" y="3893228"/>
            <a:ext cx="89494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7,27 Milliards de personnes, soit 99 % de la population mondiale.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D059039-EA47-C6E8-855C-7184EBEED48B}"/>
              </a:ext>
            </a:extLst>
          </p:cNvPr>
          <p:cNvSpPr/>
          <p:nvPr/>
        </p:nvSpPr>
        <p:spPr>
          <a:xfrm>
            <a:off x="8779164" y="2306096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Besoins quotidiens d’un être humain (2400 kcal)</a:t>
            </a:r>
            <a:endParaRPr lang="fr-FR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4) Répartition de la disponibilité intérieure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67" name="Google Shape;167;p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10827966" y="3319921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Donner la part de l’alimentation humaine, animale et perdue (est-ce qu’on peut aussi calculer les autres ?)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=&gt; Graphique ?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10827966" y="126438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1" i="0" u="sng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Equation </a:t>
            </a:r>
            <a:endParaRPr sz="1600" b="1" i="0" u="sng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Production + Importations - Exportations + Variation de stock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Disponibilité intérieure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Semences + Pertes + Nourriture + Aliments pour animaux + Traitement + Autres utilisations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3760D85-B619-BBC4-7DD5-ACE85EF40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922" y="2123275"/>
            <a:ext cx="5222791" cy="419251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1F90F54-3FDF-D519-5E00-5C25FAD5E2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679" y="2123275"/>
            <a:ext cx="5372100" cy="4192514"/>
          </a:xfrm>
          <a:prstGeom prst="rect">
            <a:avLst/>
          </a:prstGeom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5) Part de l’utilisation des principales céréales entre l’alimentation humaine et animale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75" name="Google Shape;175;p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7158575" y="1833025"/>
            <a:ext cx="4596600" cy="49146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Noms des céréales que j’ai récupérés sur le site de la FAO :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Blé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Riz (Eq Blanchi)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Orge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Maïs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Seigle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Avoine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Millet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Sorgho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Céréales, </a:t>
            </a:r>
            <a:endParaRPr sz="18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Autres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Est-ce qu’il ne faut donner que le total ou le détail par céréales et pour les humains et les animaux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Je ne sais pas encore, à voir.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BCDA801-F47B-B04D-6BA2-40A14380D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712" y="1559279"/>
            <a:ext cx="8010525" cy="4962525"/>
          </a:xfrm>
          <a:prstGeom prst="rect">
            <a:avLst/>
          </a:prstGeom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6) Liste des 10 pays où la proportion de personnes en état de sous-nutrition est la plus forte en </a:t>
            </a:r>
            <a:r>
              <a:rPr lang="fr-FR" sz="3200">
                <a:solidFill>
                  <a:schemeClr val="lt1"/>
                </a:solidFill>
                <a:latin typeface="Century Gothic" panose="020B0502020202020204" pitchFamily="34" charset="0"/>
              </a:rPr>
              <a:t>2017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A5F8A5-4B3E-7CB1-C38F-0DAB1A291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75" y="1838326"/>
            <a:ext cx="5705475" cy="49196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7) Liste des 10 pays qui ont le plus bénéficié de l’aide alimentaire entre 2013 et 2016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</a:t>
            </a: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chemeClr val="dk1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07DCDAB-31D7-C2A5-DA44-B2B7F919E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982" y="1925767"/>
            <a:ext cx="4572000" cy="441183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233f607d43_0_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8) Évolution de l’aide alimentaire pour les 5 pays qui en ont le plus bénéficié entre 2013 et 2016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97" name="Google Shape;197;g2233f607d43_0_0"/>
          <p:cNvSpPr/>
          <p:nvPr/>
        </p:nvSpPr>
        <p:spPr>
          <a:xfrm>
            <a:off x="7835901" y="2840469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AA7E2C-A938-C52D-9A74-A8814BAB7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9092" y="1888531"/>
            <a:ext cx="7562850" cy="44862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9) Liste des 10 pays qui ont la plus forte disponibilité alimentaire par habitant</a:t>
            </a:r>
            <a:endParaRPr sz="3200">
              <a:latin typeface="Century Gothic" panose="020B0502020202020204" pitchFamily="34" charset="0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7827809" y="2824285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4BD25E6-8A9C-B497-D9D8-FBB632223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437" y="1417638"/>
            <a:ext cx="5591175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9) Liste des 10 pays qui ont la plus faible disponibilité alimentaire par habitant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210" name="Google Shape;210;p12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DD7AA4-44F0-295D-5EEA-DA216A787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09" y="1754296"/>
            <a:ext cx="4637192" cy="47547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10) Étude sur le manioc en Thaïlande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7" name="Google Shape;217;p13"/>
          <p:cNvSpPr txBox="1">
            <a:spLocks noGrp="1"/>
          </p:cNvSpPr>
          <p:nvPr>
            <p:ph type="body" idx="1"/>
          </p:nvPr>
        </p:nvSpPr>
        <p:spPr>
          <a:xfrm>
            <a:off x="827426" y="5641001"/>
            <a:ext cx="10554574" cy="1149638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/>
              <a:t>La sous-nutrition n'est pas toujours due à un manque de production nationale, mais souvent à une logique économique (exporter des produits pour gagner des devises plutôt que de nourrir la population locale).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1075719" y="8267044"/>
            <a:ext cx="3432024" cy="3742364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Donner la part de personnes en état de sous- nutrition pour ce pays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Regarder les exportations et la production de Manioc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Est-ce que c’est logique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Quelle est la disponibilité par habitant pour la Thaïlande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698441E-9425-EE13-89F4-DDCBABB1B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14" y="2048768"/>
            <a:ext cx="2419596" cy="158189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88531B9-B831-DC2D-C0E1-E9CB4313E0DC}"/>
              </a:ext>
            </a:extLst>
          </p:cNvPr>
          <p:cNvSpPr txBox="1"/>
          <p:nvPr/>
        </p:nvSpPr>
        <p:spPr>
          <a:xfrm>
            <a:off x="600814" y="3757968"/>
            <a:ext cx="24195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FEFEFE"/>
              </a:buClr>
              <a:buSzPts val="3200"/>
            </a:pP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La Thaïlande a environ 70 millions d’habitants et ~9% de la population est en sous nutrition.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11723DC-2D6C-D54B-286C-AD73A72C4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329" y="2048769"/>
            <a:ext cx="2885287" cy="158189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FA7C28F-73BB-1C83-A5CE-C957145CC904}"/>
              </a:ext>
            </a:extLst>
          </p:cNvPr>
          <p:cNvSpPr txBox="1"/>
          <p:nvPr/>
        </p:nvSpPr>
        <p:spPr>
          <a:xfrm>
            <a:off x="4329328" y="3768701"/>
            <a:ext cx="28852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FEFEFE"/>
              </a:buClr>
              <a:buSzPts val="3200"/>
            </a:pP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Sur les 30 milliards de </a:t>
            </a:r>
            <a:r>
              <a:rPr lang="fr-FR" sz="1800" b="1" dirty="0" err="1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kgs</a:t>
            </a: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 manioc produits par an, plus de 80% sont exportés.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6EEB327-04F4-6F07-F03A-1E9C92048F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3535" y="2048768"/>
            <a:ext cx="3067651" cy="1581894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49E975FD-507F-C91E-750D-B7DCD6A11A4C}"/>
              </a:ext>
            </a:extLst>
          </p:cNvPr>
          <p:cNvSpPr txBox="1"/>
          <p:nvPr/>
        </p:nvSpPr>
        <p:spPr>
          <a:xfrm>
            <a:off x="8523535" y="3753912"/>
            <a:ext cx="306765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FEFEFE"/>
              </a:buClr>
              <a:buSzPts val="3200"/>
            </a:pP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Cela laisse 13kg par personne / an soit 40kcal par jour (pour rappel une personne a besoin de 2500 kcal / jour).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839456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Lien entre sous-nutrition et aide alimentaire reçue</a:t>
            </a:r>
            <a:endParaRPr sz="3200" dirty="0">
              <a:latin typeface="Century Gothic" panose="020B0502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BB95A3E-9133-95B9-FC97-2FC4886C9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800" y="1788846"/>
            <a:ext cx="5296639" cy="47250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857744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Lien entre sous-nutrition et aide alimentaire reçue pour chaque année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9970D11-3414-7097-EEA2-9B50C4156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58" y="1646692"/>
            <a:ext cx="5508398" cy="501942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0AF15FC-3967-03CB-1698-FD7681262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1646692"/>
            <a:ext cx="5462320" cy="501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8207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857744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Lien entre sous-nutrition et aide alimentaire reçue pour chaque année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71D1DD4-5567-9DC7-ED57-69D823BFD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07" y="1768540"/>
            <a:ext cx="5193719" cy="4681793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DE9F132-C950-D0ED-CC61-F53E2B5207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2" y="1761040"/>
            <a:ext cx="5193719" cy="4689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106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12) Comparaison de la perte alimentaire et du nombre de personnes en sous nutrition.</a:t>
            </a:r>
            <a:endParaRPr sz="3200" dirty="0">
              <a:latin typeface="Century Gothic" panose="020B0502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BFDECEB-67F3-F950-8F64-578E87FEB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2999" y="1492604"/>
            <a:ext cx="591502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24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dirty="0">
                <a:latin typeface="Century Gothic" panose="020B0502020202020204" pitchFamily="34" charset="0"/>
              </a:rPr>
              <a:t>Conclusion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31" name="Google Shape;231;p15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latin typeface="Century Gothic" panose="020B0502020202020204" pitchFamily="34" charset="0"/>
              </a:rPr>
              <a:t>En 2017 on pouvait nourrir 120% de la planète, malgré cela, 7% de la population mondiale est encore en sous-nutrition. Les enjeux économiques ou la difficulté de fournir une aide alimentaire efficace mettent à mal les efforts d’une meilleure nutrition globale. Pour parvenir à notre objectif nous devons :</a:t>
            </a: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dirty="0">
              <a:latin typeface="Century Gothic" panose="020B0502020202020204" pitchFamily="34" charset="0"/>
            </a:endParaRPr>
          </a:p>
          <a:p>
            <a: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Tx/>
              <a:buChar char="-"/>
            </a:pPr>
            <a:r>
              <a:rPr lang="fr-FR" dirty="0">
                <a:latin typeface="Century Gothic" panose="020B0502020202020204" pitchFamily="34" charset="0"/>
              </a:rPr>
              <a:t>Réduire les pertes le gaspillage.</a:t>
            </a:r>
          </a:p>
          <a:p>
            <a: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Tx/>
              <a:buChar char="-"/>
            </a:pPr>
            <a:r>
              <a:rPr lang="fr-FR" dirty="0"/>
              <a:t>Une meilleure gestion des échanges commerciaux pour prioriser la sécurité alimentaire locale.</a:t>
            </a:r>
          </a:p>
          <a:p>
            <a: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Tx/>
              <a:buChar char="-"/>
            </a:pPr>
            <a:r>
              <a:rPr lang="fr-FR" dirty="0"/>
              <a:t>Une réflexion sur la transition vers un régime alimentaire moins dépendant des produits animaux pour optimiser l'usage des terres agricoles.</a:t>
            </a: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dirty="0">
              <a:latin typeface="Century Gothic" panose="020B0502020202020204" pitchFamily="34" charset="0"/>
            </a:endParaRP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dirty="0">
              <a:latin typeface="Century Gothic" panose="020B0502020202020204" pitchFamily="34" charset="0"/>
            </a:endParaRP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guillemets">
  <a:themeElements>
    <a:clrScheme name="Quotable">
      <a:dk1>
        <a:srgbClr val="000000"/>
      </a:dk1>
      <a:lt1>
        <a:srgbClr val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Quotable">
    <a:dk1>
      <a:srgbClr val="000000"/>
    </a:dk1>
    <a:lt1>
      <a:srgbClr val="FFFFFF"/>
    </a:lt1>
    <a:dk2>
      <a:srgbClr val="212121"/>
    </a:dk2>
    <a:lt2>
      <a:srgbClr val="636363"/>
    </a:lt2>
    <a:accent1>
      <a:srgbClr val="00C6BB"/>
    </a:accent1>
    <a:accent2>
      <a:srgbClr val="6FEBA0"/>
    </a:accent2>
    <a:accent3>
      <a:srgbClr val="B6DF5E"/>
    </a:accent3>
    <a:accent4>
      <a:srgbClr val="EFB251"/>
    </a:accent4>
    <a:accent5>
      <a:srgbClr val="EF755F"/>
    </a:accent5>
    <a:accent6>
      <a:srgbClr val="ED515C"/>
    </a:accent6>
    <a:hlink>
      <a:srgbClr val="8F8F8F"/>
    </a:hlink>
    <a:folHlink>
      <a:srgbClr val="A5A5A5"/>
    </a:folHlink>
  </a:clrScheme>
</a:themeOverride>
</file>

<file path=ppt/theme/themeOverride2.xml><?xml version="1.0" encoding="utf-8"?>
<a:themeOverride xmlns:a="http://schemas.openxmlformats.org/drawingml/2006/main">
  <a:clrScheme name="Quotable">
    <a:dk1>
      <a:srgbClr val="000000"/>
    </a:dk1>
    <a:lt1>
      <a:srgbClr val="FFFFFF"/>
    </a:lt1>
    <a:dk2>
      <a:srgbClr val="212121"/>
    </a:dk2>
    <a:lt2>
      <a:srgbClr val="636363"/>
    </a:lt2>
    <a:accent1>
      <a:srgbClr val="00C6BB"/>
    </a:accent1>
    <a:accent2>
      <a:srgbClr val="6FEBA0"/>
    </a:accent2>
    <a:accent3>
      <a:srgbClr val="B6DF5E"/>
    </a:accent3>
    <a:accent4>
      <a:srgbClr val="EFB251"/>
    </a:accent4>
    <a:accent5>
      <a:srgbClr val="EF755F"/>
    </a:accent5>
    <a:accent6>
      <a:srgbClr val="ED515C"/>
    </a:accent6>
    <a:hlink>
      <a:srgbClr val="8F8F8F"/>
    </a:hlink>
    <a:folHlink>
      <a:srgbClr val="A5A5A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1708</TotalTime>
  <Words>939</Words>
  <Application>Microsoft Office PowerPoint</Application>
  <PresentationFormat>Grand écran</PresentationFormat>
  <Paragraphs>137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Noto Sans Symbols</vt:lpstr>
      <vt:lpstr>Arial</vt:lpstr>
      <vt:lpstr>Century Gothic</vt:lpstr>
      <vt:lpstr>Calibri</vt:lpstr>
      <vt:lpstr>Entre guillemets</vt:lpstr>
      <vt:lpstr>Étude sur l’alimentation dans le monde  2013 - 2017</vt:lpstr>
      <vt:lpstr>Contexte et spécification des données</vt:lpstr>
      <vt:lpstr>Méthodologie de l’analyse</vt:lpstr>
      <vt:lpstr>1) Proportion de personnes en état de sous-nutrition en 2017</vt:lpstr>
      <vt:lpstr>2) Nombre théorique de personnes qui pourraient être nourries en 2017</vt:lpstr>
      <vt:lpstr>3) Nombre théorique de personnes qui pourraient être nourries uniquement avec les végétaux en 2017</vt:lpstr>
      <vt:lpstr>4) Répartition de la disponibilité intérieure</vt:lpstr>
      <vt:lpstr>5) Part de l’utilisation des principales céréales entre l’alimentation humaine et animale</vt:lpstr>
      <vt:lpstr>6) Liste des 10 pays où la proportion de personnes en état de sous-nutrition est la plus forte en 2017</vt:lpstr>
      <vt:lpstr>7) Liste des 10 pays qui ont le plus bénéficié de l’aide alimentaire entre 2013 et 2016</vt:lpstr>
      <vt:lpstr>8) Évolution de l’aide alimentaire pour les 5 pays qui en ont le plus bénéficié entre 2013 et 2016</vt:lpstr>
      <vt:lpstr>9) Liste des 10 pays qui ont la plus forte disponibilité alimentaire par habitant</vt:lpstr>
      <vt:lpstr>9) Liste des 10 pays qui ont la plus faible disponibilité alimentaire par habitant</vt:lpstr>
      <vt:lpstr>10) Étude sur le manioc en Thaïlande</vt:lpstr>
      <vt:lpstr>11) Lien entre sous-nutrition et aide alimentaire reçue</vt:lpstr>
      <vt:lpstr>11) Lien entre sous-nutrition et aide alimentaire reçue pour chaque année</vt:lpstr>
      <vt:lpstr>11) Lien entre sous-nutrition et aide alimentaire reçue pour chaque année</vt:lpstr>
      <vt:lpstr>12) Comparaison de la perte alimentaire et du nombre de personnes en sous nutrition.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JeY jEy</dc:creator>
  <cp:lastModifiedBy>Zied Belhocine</cp:lastModifiedBy>
  <cp:revision>1</cp:revision>
  <dcterms:created xsi:type="dcterms:W3CDTF">2023-03-17T20:58:30Z</dcterms:created>
  <dcterms:modified xsi:type="dcterms:W3CDTF">2026-02-12T11:41:32Z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