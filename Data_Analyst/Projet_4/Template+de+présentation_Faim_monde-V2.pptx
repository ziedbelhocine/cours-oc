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F02"/>
    <a:srgbClr val="ED5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6CCCAD6-9B8B-4ECC-B7BF-7E36B9ADD69A}"/>
    <pc:docChg chg="undo custSel modSld">
      <pc:chgData name="Zied Belhocine" userId="200cc0e2b299676e" providerId="LiveId" clId="{36CCCAD6-9B8B-4ECC-B7BF-7E36B9ADD69A}" dt="2026-02-05T10:35:29.583" v="2583" actId="478"/>
      <pc:docMkLst>
        <pc:docMk/>
      </pc:docMkLst>
      <pc:sldChg chg="addSp delSp modSp mod">
        <pc:chgData name="Zied Belhocine" userId="200cc0e2b299676e" providerId="LiveId" clId="{36CCCAD6-9B8B-4ECC-B7BF-7E36B9ADD69A}" dt="2026-01-28T14:29:46.176" v="1087" actId="2711"/>
        <pc:sldMkLst>
          <pc:docMk/>
          <pc:sldMk cId="0" sldId="256"/>
        </pc:sldMkLst>
        <pc:spChg chg="mod or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3" creationId="{00000000-0000-0000-0000-000000000000}"/>
          </ac:spMkLst>
        </pc:spChg>
        <pc:spChg chg="del">
          <ac:chgData name="Zied Belhocine" userId="200cc0e2b299676e" providerId="LiveId" clId="{36CCCAD6-9B8B-4ECC-B7BF-7E36B9ADD69A}" dt="2026-01-22T11:05:07.407" v="6" actId="478"/>
          <ac:spMkLst>
            <pc:docMk/>
            <pc:sldMk cId="0" sldId="256"/>
            <ac:spMk id="125" creationId="{00000000-0000-0000-0000-000000000000}"/>
          </ac:spMkLst>
        </pc:spChg>
        <pc:picChg chg="del">
          <ac:chgData name="Zied Belhocine" userId="200cc0e2b299676e" providerId="LiveId" clId="{36CCCAD6-9B8B-4ECC-B7BF-7E36B9ADD69A}" dt="2026-01-22T11:05:04.695" v="5" actId="478"/>
          <ac:picMkLst>
            <pc:docMk/>
            <pc:sldMk cId="0" sldId="256"/>
            <ac:picMk id="124" creationId="{00000000-0000-0000-0000-000000000000}"/>
          </ac:picMkLst>
        </pc:picChg>
        <pc:picChg chg="add mod">
          <ac:chgData name="Zied Belhocine" userId="200cc0e2b299676e" providerId="LiveId" clId="{36CCCAD6-9B8B-4ECC-B7BF-7E36B9ADD69A}" dt="2026-01-28T14:29:46.176" v="1087" actId="2711"/>
          <ac:picMkLst>
            <pc:docMk/>
            <pc:sldMk cId="0" sldId="256"/>
            <ac:picMk id="1026" creationId="{801B4146-AC81-015A-C5F6-016F190EE981}"/>
          </ac:picMkLst>
        </pc:picChg>
      </pc:sldChg>
      <pc:sldChg chg="addSp delSp modSp mod">
        <pc:chgData name="Zied Belhocine" userId="200cc0e2b299676e" providerId="LiveId" clId="{36CCCAD6-9B8B-4ECC-B7BF-7E36B9ADD69A}" dt="2026-02-05T08:47:15.528" v="2515" actId="1076"/>
        <pc:sldMkLst>
          <pc:docMk/>
          <pc:sldMk cId="0" sldId="257"/>
        </pc:sldMkLst>
        <pc:spChg chg="add mod">
          <ac:chgData name="Zied Belhocine" userId="200cc0e2b299676e" providerId="LiveId" clId="{36CCCAD6-9B8B-4ECC-B7BF-7E36B9ADD69A}" dt="2026-02-05T08:47:15.528" v="2515" actId="1076"/>
          <ac:spMkLst>
            <pc:docMk/>
            <pc:sldMk cId="0" sldId="257"/>
            <ac:spMk id="2" creationId="{502E3F99-3B74-F244-9CD3-C337EAE5FFF7}"/>
          </ac:spMkLst>
        </pc:spChg>
        <pc:spChg chg="add del mod">
          <ac:chgData name="Zied Belhocine" userId="200cc0e2b299676e" providerId="LiveId" clId="{36CCCAD6-9B8B-4ECC-B7BF-7E36B9ADD69A}" dt="2026-01-28T14:03:31.604" v="698"/>
          <ac:spMkLst>
            <pc:docMk/>
            <pc:sldMk cId="0" sldId="257"/>
            <ac:spMk id="13" creationId="{A1D4AEB0-0B7A-608E-927D-A1E8BC2B9D3F}"/>
          </ac:spMkLst>
        </pc:spChg>
        <pc:spChg chg="add mod">
          <ac:chgData name="Zied Belhocine" userId="200cc0e2b299676e" providerId="LiveId" clId="{36CCCAD6-9B8B-4ECC-B7BF-7E36B9ADD69A}" dt="2026-01-28T14:04:34.663" v="731" actId="1076"/>
          <ac:spMkLst>
            <pc:docMk/>
            <pc:sldMk cId="0" sldId="257"/>
            <ac:spMk id="15" creationId="{DC22E4E6-ED57-8B00-7961-177B59E2654B}"/>
          </ac:spMkLst>
        </pc:spChg>
        <pc:spChg chg="add del mod">
          <ac:chgData name="Zied Belhocine" userId="200cc0e2b299676e" providerId="LiveId" clId="{36CCCAD6-9B8B-4ECC-B7BF-7E36B9ADD69A}" dt="2026-01-28T14:04:22.850" v="727" actId="478"/>
          <ac:spMkLst>
            <pc:docMk/>
            <pc:sldMk cId="0" sldId="257"/>
            <ac:spMk id="17" creationId="{32B95310-0C24-2803-1B2A-0D5C6F252912}"/>
          </ac:spMkLst>
        </pc:spChg>
        <pc:spChg chg="add mod">
          <ac:chgData name="Zied Belhocine" userId="200cc0e2b299676e" providerId="LiveId" clId="{36CCCAD6-9B8B-4ECC-B7BF-7E36B9ADD69A}" dt="2026-01-28T14:05:02.836" v="744" actId="1076"/>
          <ac:spMkLst>
            <pc:docMk/>
            <pc:sldMk cId="0" sldId="257"/>
            <ac:spMk id="18" creationId="{B8AD7F91-224E-4E58-1E9B-8CF6F2BC5A10}"/>
          </ac:spMkLst>
        </pc:spChg>
        <pc:spChg chg="add mod">
          <ac:chgData name="Zied Belhocine" userId="200cc0e2b299676e" providerId="LiveId" clId="{36CCCAD6-9B8B-4ECC-B7BF-7E36B9ADD69A}" dt="2026-01-28T14:05:24.037" v="763" actId="1076"/>
          <ac:spMkLst>
            <pc:docMk/>
            <pc:sldMk cId="0" sldId="257"/>
            <ac:spMk id="19" creationId="{FE5646BF-38AB-8B4E-AE81-B47E38FFB4CD}"/>
          </ac:spMkLst>
        </pc:spChg>
        <pc:spChg chg="add mod">
          <ac:chgData name="Zied Belhocine" userId="200cc0e2b299676e" providerId="LiveId" clId="{36CCCAD6-9B8B-4ECC-B7BF-7E36B9ADD69A}" dt="2026-01-28T14:05:37.814" v="780" actId="1076"/>
          <ac:spMkLst>
            <pc:docMk/>
            <pc:sldMk cId="0" sldId="257"/>
            <ac:spMk id="20" creationId="{34CD730F-DE43-F7D8-55FB-06E87979880C}"/>
          </ac:spMkLst>
        </pc:spChg>
        <pc:spChg chg="add mod">
          <ac:chgData name="Zied Belhocine" userId="200cc0e2b299676e" providerId="LiveId" clId="{36CCCAD6-9B8B-4ECC-B7BF-7E36B9ADD69A}" dt="2026-01-28T14:06:01.989" v="802" actId="1076"/>
          <ac:spMkLst>
            <pc:docMk/>
            <pc:sldMk cId="0" sldId="257"/>
            <ac:spMk id="21" creationId="{CA73EB3A-A00B-827C-12E6-9E9C62C1B0EA}"/>
          </ac:spMkLst>
        </pc:spChg>
        <pc:spChg chg="del mod">
          <ac:chgData name="Zied Belhocine" userId="200cc0e2b299676e" providerId="LiveId" clId="{36CCCAD6-9B8B-4ECC-B7BF-7E36B9ADD69A}" dt="2026-01-28T14:04:17.757" v="725" actId="478"/>
          <ac:spMkLst>
            <pc:docMk/>
            <pc:sldMk cId="0" sldId="257"/>
            <ac:spMk id="13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3:39:11.310" v="455" actId="478"/>
          <ac:spMkLst>
            <pc:docMk/>
            <pc:sldMk cId="0" sldId="257"/>
            <ac:spMk id="132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1-28T13:55:01.567" v="651" actId="478"/>
          <ac:picMkLst>
            <pc:docMk/>
            <pc:sldMk cId="0" sldId="257"/>
            <ac:picMk id="2" creationId="{D28E7D32-8AEC-5DCC-8123-0662C73CF435}"/>
          </ac:picMkLst>
        </pc:picChg>
        <pc:picChg chg="add del">
          <ac:chgData name="Zied Belhocine" userId="200cc0e2b299676e" providerId="LiveId" clId="{36CCCAD6-9B8B-4ECC-B7BF-7E36B9ADD69A}" dt="2026-02-03T10:37:18.631" v="2084" actId="22"/>
          <ac:picMkLst>
            <pc:docMk/>
            <pc:sldMk cId="0" sldId="257"/>
            <ac:picMk id="3" creationId="{3E45E234-3144-1F7E-EFCC-848AAE2DE0D5}"/>
          </ac:picMkLst>
        </pc:picChg>
        <pc:picChg chg="add del mod">
          <ac:chgData name="Zied Belhocine" userId="200cc0e2b299676e" providerId="LiveId" clId="{36CCCAD6-9B8B-4ECC-B7BF-7E36B9ADD69A}" dt="2026-01-28T13:46:30.979" v="629" actId="478"/>
          <ac:picMkLst>
            <pc:docMk/>
            <pc:sldMk cId="0" sldId="257"/>
            <ac:picMk id="3" creationId="{CE2D3E78-94E0-33A2-B003-41AFC89F1630}"/>
          </ac:picMkLst>
        </pc:picChg>
        <pc:picChg chg="add del">
          <ac:chgData name="Zied Belhocine" userId="200cc0e2b299676e" providerId="LiveId" clId="{36CCCAD6-9B8B-4ECC-B7BF-7E36B9ADD69A}" dt="2026-01-28T14:00:49.741" v="654" actId="478"/>
          <ac:picMkLst>
            <pc:docMk/>
            <pc:sldMk cId="0" sldId="257"/>
            <ac:picMk id="4" creationId="{7FCF4687-E68B-A097-149A-56A858B2D858}"/>
          </ac:picMkLst>
        </pc:picChg>
        <pc:picChg chg="add mod">
          <ac:chgData name="Zied Belhocine" userId="200cc0e2b299676e" providerId="LiveId" clId="{36CCCAD6-9B8B-4ECC-B7BF-7E36B9ADD69A}" dt="2026-01-28T14:02:56.529" v="691" actId="1076"/>
          <ac:picMkLst>
            <pc:docMk/>
            <pc:sldMk cId="0" sldId="257"/>
            <ac:picMk id="6" creationId="{E96593C4-5F17-1784-5D86-B25CEC5A0CFA}"/>
          </ac:picMkLst>
        </pc:picChg>
        <pc:picChg chg="add mod">
          <ac:chgData name="Zied Belhocine" userId="200cc0e2b299676e" providerId="LiveId" clId="{36CCCAD6-9B8B-4ECC-B7BF-7E36B9ADD69A}" dt="2026-01-28T14:02:53.193" v="689" actId="14100"/>
          <ac:picMkLst>
            <pc:docMk/>
            <pc:sldMk cId="0" sldId="257"/>
            <ac:picMk id="8" creationId="{E9E961B2-5A76-FBC0-4674-27E6CC2013E9}"/>
          </ac:picMkLst>
        </pc:picChg>
        <pc:picChg chg="add mod">
          <ac:chgData name="Zied Belhocine" userId="200cc0e2b299676e" providerId="LiveId" clId="{36CCCAD6-9B8B-4ECC-B7BF-7E36B9ADD69A}" dt="2026-01-28T14:02:48.848" v="687" actId="14100"/>
          <ac:picMkLst>
            <pc:docMk/>
            <pc:sldMk cId="0" sldId="257"/>
            <ac:picMk id="10" creationId="{D1AFCA19-923C-B2E1-4542-9FD9C8FB66C8}"/>
          </ac:picMkLst>
        </pc:picChg>
        <pc:picChg chg="add mod">
          <ac:chgData name="Zied Belhocine" userId="200cc0e2b299676e" providerId="LiveId" clId="{36CCCAD6-9B8B-4ECC-B7BF-7E36B9ADD69A}" dt="2026-01-28T14:02:50.931" v="688" actId="14100"/>
          <ac:picMkLst>
            <pc:docMk/>
            <pc:sldMk cId="0" sldId="257"/>
            <ac:picMk id="12" creationId="{8CE40920-D2F2-4DCD-E0DB-060718A0E545}"/>
          </ac:picMkLst>
        </pc:picChg>
        <pc:picChg chg="add del mod">
          <ac:chgData name="Zied Belhocine" userId="200cc0e2b299676e" providerId="LiveId" clId="{36CCCAD6-9B8B-4ECC-B7BF-7E36B9ADD69A}" dt="2026-01-22T11:07:20.520" v="39" actId="478"/>
          <ac:picMkLst>
            <pc:docMk/>
            <pc:sldMk cId="0" sldId="257"/>
            <ac:picMk id="2050" creationId="{214EB35B-3934-99D3-0A18-A0B907F54F31}"/>
          </ac:picMkLst>
        </pc:picChg>
        <pc:picChg chg="add del mod">
          <ac:chgData name="Zied Belhocine" userId="200cc0e2b299676e" providerId="LiveId" clId="{36CCCAD6-9B8B-4ECC-B7BF-7E36B9ADD69A}" dt="2026-01-28T14:02:08.017" v="681" actId="478"/>
          <ac:picMkLst>
            <pc:docMk/>
            <pc:sldMk cId="0" sldId="257"/>
            <ac:picMk id="2050" creationId="{6C279282-AC02-04C4-F8C7-83DFA344BAFB}"/>
          </ac:picMkLst>
        </pc:picChg>
        <pc:picChg chg="add del mod">
          <ac:chgData name="Zied Belhocine" userId="200cc0e2b299676e" providerId="LiveId" clId="{36CCCAD6-9B8B-4ECC-B7BF-7E36B9ADD69A}" dt="2026-01-28T14:02:00.643" v="677" actId="478"/>
          <ac:picMkLst>
            <pc:docMk/>
            <pc:sldMk cId="0" sldId="257"/>
            <ac:picMk id="2052" creationId="{ADCC6600-870F-5D7C-DF83-ECCCF2E4873F}"/>
          </ac:picMkLst>
        </pc:picChg>
        <pc:picChg chg="add del mod">
          <ac:chgData name="Zied Belhocine" userId="200cc0e2b299676e" providerId="LiveId" clId="{36CCCAD6-9B8B-4ECC-B7BF-7E36B9ADD69A}" dt="2026-01-28T14:01:15.138" v="662" actId="478"/>
          <ac:picMkLst>
            <pc:docMk/>
            <pc:sldMk cId="0" sldId="257"/>
            <ac:picMk id="2054" creationId="{C43AEC59-FACF-7421-5D0E-673416DFEC31}"/>
          </ac:picMkLst>
        </pc:picChg>
      </pc:sldChg>
      <pc:sldChg chg="addSp delSp modSp mod">
        <pc:chgData name="Zied Belhocine" userId="200cc0e2b299676e" providerId="LiveId" clId="{36CCCAD6-9B8B-4ECC-B7BF-7E36B9ADD69A}" dt="2026-02-05T08:47:58.630" v="2519" actId="1076"/>
        <pc:sldMkLst>
          <pc:docMk/>
          <pc:sldMk cId="0" sldId="258"/>
        </pc:sldMkLst>
        <pc:spChg chg="add mod">
          <ac:chgData name="Zied Belhocine" userId="200cc0e2b299676e" providerId="LiveId" clId="{36CCCAD6-9B8B-4ECC-B7BF-7E36B9ADD69A}" dt="2026-02-05T08:47:58.630" v="2519" actId="1076"/>
          <ac:spMkLst>
            <pc:docMk/>
            <pc:sldMk cId="0" sldId="258"/>
            <ac:spMk id="3" creationId="{EECD0240-8179-BCDF-47CF-EC5CF7CB5FB6}"/>
          </ac:spMkLst>
        </pc:spChg>
        <pc:spChg chg="add mod">
          <ac:chgData name="Zied Belhocine" userId="200cc0e2b299676e" providerId="LiveId" clId="{36CCCAD6-9B8B-4ECC-B7BF-7E36B9ADD69A}" dt="2026-02-05T08:47:55.226" v="2518" actId="1076"/>
          <ac:spMkLst>
            <pc:docMk/>
            <pc:sldMk cId="0" sldId="258"/>
            <ac:spMk id="4" creationId="{45559D09-3D65-7B25-A451-9C10E26A6A25}"/>
          </ac:spMkLst>
        </pc:spChg>
        <pc:spChg chg="add del mod">
          <ac:chgData name="Zied Belhocine" userId="200cc0e2b299676e" providerId="LiveId" clId="{36CCCAD6-9B8B-4ECC-B7BF-7E36B9ADD69A}" dt="2026-01-28T14:09:54.591" v="943" actId="478"/>
          <ac:spMkLst>
            <pc:docMk/>
            <pc:sldMk cId="0" sldId="258"/>
            <ac:spMk id="4" creationId="{F7B36883-404B-4CE4-050C-5044F70B4A1E}"/>
          </ac:spMkLst>
        </pc:spChg>
        <pc:spChg chg="add mod">
          <ac:chgData name="Zied Belhocine" userId="200cc0e2b299676e" providerId="LiveId" clId="{36CCCAD6-9B8B-4ECC-B7BF-7E36B9ADD69A}" dt="2026-01-28T14:09:50.835" v="942" actId="20577"/>
          <ac:spMkLst>
            <pc:docMk/>
            <pc:sldMk cId="0" sldId="258"/>
            <ac:spMk id="6" creationId="{083BBDBB-4C1A-0131-5FF2-0FC124AAF63E}"/>
          </ac:spMkLst>
        </pc:spChg>
        <pc:spChg chg="add del">
          <ac:chgData name="Zied Belhocine" userId="200cc0e2b299676e" providerId="LiveId" clId="{36CCCAD6-9B8B-4ECC-B7BF-7E36B9ADD69A}" dt="2026-01-28T14:12:27.898" v="966" actId="478"/>
          <ac:spMkLst>
            <pc:docMk/>
            <pc:sldMk cId="0" sldId="258"/>
            <ac:spMk id="10" creationId="{481B25D7-E35C-FD08-E08B-B7CFB5D0C2E0}"/>
          </ac:spMkLst>
        </pc:spChg>
        <pc:spChg chg="add mod">
          <ac:chgData name="Zied Belhocine" userId="200cc0e2b299676e" providerId="LiveId" clId="{36CCCAD6-9B8B-4ECC-B7BF-7E36B9ADD69A}" dt="2026-01-28T14:14:33.287" v="1073" actId="14100"/>
          <ac:spMkLst>
            <pc:docMk/>
            <pc:sldMk cId="0" sldId="258"/>
            <ac:spMk id="12" creationId="{17D4718E-3242-053A-E02A-1051C4EDB346}"/>
          </ac:spMkLst>
        </pc:spChg>
        <pc:spChg chg="add mod">
          <ac:chgData name="Zied Belhocine" userId="200cc0e2b299676e" providerId="LiveId" clId="{36CCCAD6-9B8B-4ECC-B7BF-7E36B9ADD69A}" dt="2026-01-28T14:13:56.874" v="1045" actId="14100"/>
          <ac:spMkLst>
            <pc:docMk/>
            <pc:sldMk cId="0" sldId="258"/>
            <ac:spMk id="13" creationId="{061CF1BD-A45D-224F-ACCA-1E870EB53166}"/>
          </ac:spMkLst>
        </pc:spChg>
        <pc:spChg chg="add mod">
          <ac:chgData name="Zied Belhocine" userId="200cc0e2b299676e" providerId="LiveId" clId="{36CCCAD6-9B8B-4ECC-B7BF-7E36B9ADD69A}" dt="2026-01-28T14:14:47.297" v="1086" actId="14100"/>
          <ac:spMkLst>
            <pc:docMk/>
            <pc:sldMk cId="0" sldId="258"/>
            <ac:spMk id="14" creationId="{CD6A90EC-6099-7E3B-C134-5FA9C0719DC6}"/>
          </ac:spMkLst>
        </pc:spChg>
        <pc:spChg chg="del mod">
          <ac:chgData name="Zied Belhocine" userId="200cc0e2b299676e" providerId="LiveId" clId="{36CCCAD6-9B8B-4ECC-B7BF-7E36B9ADD69A}" dt="2026-01-28T14:07:20.192" v="813" actId="478"/>
          <ac:spMkLst>
            <pc:docMk/>
            <pc:sldMk cId="0" sldId="258"/>
            <ac:spMk id="13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10:05.233" v="946" actId="478"/>
          <ac:spMkLst>
            <pc:docMk/>
            <pc:sldMk cId="0" sldId="258"/>
            <ac:spMk id="13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09:01.050" v="823" actId="478"/>
          <ac:spMkLst>
            <pc:docMk/>
            <pc:sldMk cId="0" sldId="258"/>
            <ac:spMk id="140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2" creationId="{3B15BA9A-FE9C-13C9-8D6D-B0203B27CDA7}"/>
          </ac:picMkLst>
        </pc:picChg>
        <pc:picChg chg="add del mod">
          <ac:chgData name="Zied Belhocine" userId="200cc0e2b299676e" providerId="LiveId" clId="{36CCCAD6-9B8B-4ECC-B7BF-7E36B9ADD69A}" dt="2026-01-28T14:11:20.594" v="958" actId="478"/>
          <ac:picMkLst>
            <pc:docMk/>
            <pc:sldMk cId="0" sldId="258"/>
            <ac:picMk id="5" creationId="{4A8E4176-E6F9-1602-FE27-A69B18B73E4F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7" creationId="{B990FCBC-1B23-B5D7-6316-6C6F69C6756D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8" creationId="{04931248-A79D-0AF4-F81B-E47B6EF5BB30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11" creationId="{2D223084-931D-FFB2-E638-36887CF766F6}"/>
          </ac:picMkLst>
        </pc:picChg>
        <pc:picChg chg="add del mod">
          <ac:chgData name="Zied Belhocine" userId="200cc0e2b299676e" providerId="LiveId" clId="{36CCCAD6-9B8B-4ECC-B7BF-7E36B9ADD69A}" dt="2026-01-28T13:41:44.611" v="537" actId="478"/>
          <ac:picMkLst>
            <pc:docMk/>
            <pc:sldMk cId="0" sldId="258"/>
            <ac:picMk id="1026" creationId="{AFB696D4-79A7-79E1-B0D4-02C508BD5AF5}"/>
          </ac:picMkLst>
        </pc:picChg>
        <pc:picChg chg="add del mod">
          <ac:chgData name="Zied Belhocine" userId="200cc0e2b299676e" providerId="LiveId" clId="{36CCCAD6-9B8B-4ECC-B7BF-7E36B9ADD69A}" dt="2026-01-28T14:07:17.615" v="811" actId="478"/>
          <ac:picMkLst>
            <pc:docMk/>
            <pc:sldMk cId="0" sldId="258"/>
            <ac:picMk id="1028" creationId="{C2755AE2-D2BE-E4A2-2E1A-DB018DD7A3D5}"/>
          </ac:picMkLst>
        </pc:picChg>
      </pc:sldChg>
      <pc:sldChg chg="addSp delSp modSp mod">
        <pc:chgData name="Zied Belhocine" userId="200cc0e2b299676e" providerId="LiveId" clId="{36CCCAD6-9B8B-4ECC-B7BF-7E36B9ADD69A}" dt="2026-02-05T08:53:00.758" v="2545" actId="1076"/>
        <pc:sldMkLst>
          <pc:docMk/>
          <pc:sldMk cId="0" sldId="259"/>
        </pc:sldMkLst>
        <pc:spChg chg="add mod">
          <ac:chgData name="Zied Belhocine" userId="200cc0e2b299676e" providerId="LiveId" clId="{36CCCAD6-9B8B-4ECC-B7BF-7E36B9ADD69A}" dt="2026-02-05T08:48:38.480" v="2521" actId="1076"/>
          <ac:spMkLst>
            <pc:docMk/>
            <pc:sldMk cId="0" sldId="259"/>
            <ac:spMk id="2" creationId="{877C2B17-23E2-4B8A-E055-0F562898E27C}"/>
          </ac:spMkLst>
        </pc:spChg>
        <pc:spChg chg="add del">
          <ac:chgData name="Zied Belhocine" userId="200cc0e2b299676e" providerId="LiveId" clId="{36CCCAD6-9B8B-4ECC-B7BF-7E36B9ADD69A}" dt="2026-01-30T16:34:32.519" v="1114" actId="22"/>
          <ac:spMkLst>
            <pc:docMk/>
            <pc:sldMk cId="0" sldId="259"/>
            <ac:spMk id="3" creationId="{9BCD1FB3-DE5B-74E7-04C9-EB87A3944002}"/>
          </ac:spMkLst>
        </pc:spChg>
        <pc:spChg chg="add">
          <ac:chgData name="Zied Belhocine" userId="200cc0e2b299676e" providerId="LiveId" clId="{36CCCAD6-9B8B-4ECC-B7BF-7E36B9ADD69A}" dt="2026-01-30T16:34:35.892" v="1115"/>
          <ac:spMkLst>
            <pc:docMk/>
            <pc:sldMk cId="0" sldId="259"/>
            <ac:spMk id="4" creationId="{4854AF66-421A-0037-E3B6-BC967ECB2910}"/>
          </ac:spMkLst>
        </pc:spChg>
        <pc:spChg chg="add mod">
          <ac:chgData name="Zied Belhocine" userId="200cc0e2b299676e" providerId="LiveId" clId="{36CCCAD6-9B8B-4ECC-B7BF-7E36B9ADD69A}" dt="2026-01-30T16:34:47.167" v="1117"/>
          <ac:spMkLst>
            <pc:docMk/>
            <pc:sldMk cId="0" sldId="259"/>
            <ac:spMk id="5" creationId="{5CD9ED61-414C-F28E-508F-EA844F92704B}"/>
          </ac:spMkLst>
        </pc:spChg>
        <pc:spChg chg="add del mod">
          <ac:chgData name="Zied Belhocine" userId="200cc0e2b299676e" providerId="LiveId" clId="{36CCCAD6-9B8B-4ECC-B7BF-7E36B9ADD69A}" dt="2026-02-05T08:51:47.688" v="2527" actId="478"/>
          <ac:spMkLst>
            <pc:docMk/>
            <pc:sldMk cId="0" sldId="259"/>
            <ac:spMk id="6" creationId="{3AFB7DEC-ECDC-F409-D668-E1C2FC232B02}"/>
          </ac:spMkLst>
        </pc:spChg>
        <pc:spChg chg="add mod">
          <ac:chgData name="Zied Belhocine" userId="200cc0e2b299676e" providerId="LiveId" clId="{36CCCAD6-9B8B-4ECC-B7BF-7E36B9ADD69A}" dt="2026-02-05T08:52:56.185" v="2544" actId="1076"/>
          <ac:spMkLst>
            <pc:docMk/>
            <pc:sldMk cId="0" sldId="259"/>
            <ac:spMk id="7" creationId="{DE350F41-FEEB-F480-B4A8-DF32C04F4EB7}"/>
          </ac:spMkLst>
        </pc:spChg>
        <pc:spChg chg="add">
          <ac:chgData name="Zied Belhocine" userId="200cc0e2b299676e" providerId="LiveId" clId="{36CCCAD6-9B8B-4ECC-B7BF-7E36B9ADD69A}" dt="2026-01-30T16:35:53.170" v="1120"/>
          <ac:spMkLst>
            <pc:docMk/>
            <pc:sldMk cId="0" sldId="259"/>
            <ac:spMk id="8" creationId="{F7E3456F-0090-A2F0-3F23-0D13283B82EB}"/>
          </ac:spMkLst>
        </pc:spChg>
        <pc:spChg chg="add">
          <ac:chgData name="Zied Belhocine" userId="200cc0e2b299676e" providerId="LiveId" clId="{36CCCAD6-9B8B-4ECC-B7BF-7E36B9ADD69A}" dt="2026-01-30T16:37:57.364" v="1342"/>
          <ac:spMkLst>
            <pc:docMk/>
            <pc:sldMk cId="0" sldId="259"/>
            <ac:spMk id="11" creationId="{C30DEE9C-6013-2FDE-4F7D-FB3910A59E94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4" creationId="{E8C93C5F-BC8D-6571-C5C6-87440A2E91DD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5" creationId="{B5C06CD8-CF23-37C0-FA53-8EC695412C81}"/>
          </ac:spMkLst>
        </pc:spChg>
        <pc:spChg chg="add del">
          <ac:chgData name="Zied Belhocine" userId="200cc0e2b299676e" providerId="LiveId" clId="{36CCCAD6-9B8B-4ECC-B7BF-7E36B9ADD69A}" dt="2026-01-30T16:40:03.381" v="1362" actId="478"/>
          <ac:spMkLst>
            <pc:docMk/>
            <pc:sldMk cId="0" sldId="259"/>
            <ac:spMk id="17" creationId="{5CF54A93-067D-429C-DB59-0ADE12E96A22}"/>
          </ac:spMkLst>
        </pc:spChg>
        <pc:spChg chg="add del mod">
          <ac:chgData name="Zied Belhocine" userId="200cc0e2b299676e" providerId="LiveId" clId="{36CCCAD6-9B8B-4ECC-B7BF-7E36B9ADD69A}" dt="2026-01-30T16:41:26.304" v="1415"/>
          <ac:spMkLst>
            <pc:docMk/>
            <pc:sldMk cId="0" sldId="259"/>
            <ac:spMk id="20" creationId="{1B5B1C95-53BC-AF42-2134-37CE7C9A3E05}"/>
          </ac:spMkLst>
        </pc:spChg>
        <pc:spChg chg="add mod">
          <ac:chgData name="Zied Belhocine" userId="200cc0e2b299676e" providerId="LiveId" clId="{36CCCAD6-9B8B-4ECC-B7BF-7E36B9ADD69A}" dt="2026-01-30T16:41:25.874" v="1413" actId="1076"/>
          <ac:spMkLst>
            <pc:docMk/>
            <pc:sldMk cId="0" sldId="259"/>
            <ac:spMk id="21" creationId="{972F5F94-D4F7-FB0F-86DE-1DBA70A4C8A7}"/>
          </ac:spMkLst>
        </pc:spChg>
        <pc:spChg chg="mod">
          <ac:chgData name="Zied Belhocine" userId="200cc0e2b299676e" providerId="LiveId" clId="{36CCCAD6-9B8B-4ECC-B7BF-7E36B9ADD69A}" dt="2026-01-30T16:41:06.656" v="1384"/>
          <ac:spMkLst>
            <pc:docMk/>
            <pc:sldMk cId="0" sldId="259"/>
            <ac:spMk id="14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6:38:34.306" v="1355" actId="478"/>
          <ac:spMkLst>
            <pc:docMk/>
            <pc:sldMk cId="0" sldId="259"/>
            <ac:spMk id="14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5:11:01.354" v="1112" actId="478"/>
          <ac:spMkLst>
            <pc:docMk/>
            <pc:sldMk cId="0" sldId="259"/>
            <ac:spMk id="147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5T08:53:00.758" v="2545" actId="1076"/>
          <ac:picMkLst>
            <pc:docMk/>
            <pc:sldMk cId="0" sldId="259"/>
            <ac:picMk id="5" creationId="{AFF187F8-70D2-A5B1-ED33-1CFD638C7EEC}"/>
          </ac:picMkLst>
        </pc:picChg>
        <pc:picChg chg="add del mod ord">
          <ac:chgData name="Zied Belhocine" userId="200cc0e2b299676e" providerId="LiveId" clId="{36CCCAD6-9B8B-4ECC-B7BF-7E36B9ADD69A}" dt="2026-01-30T16:38:58.449" v="1357" actId="478"/>
          <ac:picMkLst>
            <pc:docMk/>
            <pc:sldMk cId="0" sldId="259"/>
            <ac:picMk id="7" creationId="{59B39551-E772-2CAF-CA7C-57770DFC7FBB}"/>
          </ac:picMkLst>
        </pc:picChg>
        <pc:picChg chg="add del mod">
          <ac:chgData name="Zied Belhocine" userId="200cc0e2b299676e" providerId="LiveId" clId="{36CCCAD6-9B8B-4ECC-B7BF-7E36B9ADD69A}" dt="2026-01-30T16:38:24.703" v="1352" actId="478"/>
          <ac:picMkLst>
            <pc:docMk/>
            <pc:sldMk cId="0" sldId="259"/>
            <ac:picMk id="10" creationId="{A9BA7499-DDDA-BFAA-34C2-4673C81E0671}"/>
          </ac:picMkLst>
        </pc:picChg>
        <pc:picChg chg="add del mod ord">
          <ac:chgData name="Zied Belhocine" userId="200cc0e2b299676e" providerId="LiveId" clId="{36CCCAD6-9B8B-4ECC-B7BF-7E36B9ADD69A}" dt="2026-02-05T08:50:55.834" v="2523" actId="478"/>
          <ac:picMkLst>
            <pc:docMk/>
            <pc:sldMk cId="0" sldId="259"/>
            <ac:picMk id="13" creationId="{D32B202C-3D8F-C06C-C81E-506CA6C77B7D}"/>
          </ac:picMkLst>
        </pc:picChg>
        <pc:picChg chg="add mod">
          <ac:chgData name="Zied Belhocine" userId="200cc0e2b299676e" providerId="LiveId" clId="{36CCCAD6-9B8B-4ECC-B7BF-7E36B9ADD69A}" dt="2026-01-30T16:40:30.793" v="1371" actId="1076"/>
          <ac:picMkLst>
            <pc:docMk/>
            <pc:sldMk cId="0" sldId="259"/>
            <ac:picMk id="19" creationId="{A3E9BD6F-847C-4219-5302-F3CEC09EB4BC}"/>
          </ac:picMkLst>
        </pc:picChg>
      </pc:sldChg>
      <pc:sldChg chg="addSp delSp modSp mod">
        <pc:chgData name="Zied Belhocine" userId="200cc0e2b299676e" providerId="LiveId" clId="{36CCCAD6-9B8B-4ECC-B7BF-7E36B9ADD69A}" dt="2026-02-03T11:08:41.080" v="2504" actId="20577"/>
        <pc:sldMkLst>
          <pc:docMk/>
          <pc:sldMk cId="0" sldId="260"/>
        </pc:sldMkLst>
        <pc:spChg chg="add mod">
          <ac:chgData name="Zied Belhocine" userId="200cc0e2b299676e" providerId="LiveId" clId="{36CCCAD6-9B8B-4ECC-B7BF-7E36B9ADD69A}" dt="2026-02-03T11:08:41.080" v="2504" actId="20577"/>
          <ac:spMkLst>
            <pc:docMk/>
            <pc:sldMk cId="0" sldId="260"/>
            <ac:spMk id="2" creationId="{B4C59EA3-5F2F-CFF2-D4AD-4AC8D054B5DA}"/>
          </ac:spMkLst>
        </pc:spChg>
        <pc:spChg chg="add">
          <ac:chgData name="Zied Belhocine" userId="200cc0e2b299676e" providerId="LiveId" clId="{36CCCAD6-9B8B-4ECC-B7BF-7E36B9ADD69A}" dt="2026-02-02T13:37:06.568" v="1419"/>
          <ac:spMkLst>
            <pc:docMk/>
            <pc:sldMk cId="0" sldId="260"/>
            <ac:spMk id="3" creationId="{067FEDF7-DC9E-C02F-2DF6-9367BB6EDCB1}"/>
          </ac:spMkLst>
        </pc:spChg>
        <pc:spChg chg="add">
          <ac:chgData name="Zied Belhocine" userId="200cc0e2b299676e" providerId="LiveId" clId="{36CCCAD6-9B8B-4ECC-B7BF-7E36B9ADD69A}" dt="2026-02-02T13:37:20.498" v="1420"/>
          <ac:spMkLst>
            <pc:docMk/>
            <pc:sldMk cId="0" sldId="260"/>
            <ac:spMk id="4" creationId="{3E3006DD-1B46-D53C-D44D-D7A28217E337}"/>
          </ac:spMkLst>
        </pc:spChg>
        <pc:spChg chg="add del mod">
          <ac:chgData name="Zied Belhocine" userId="200cc0e2b299676e" providerId="LiveId" clId="{36CCCAD6-9B8B-4ECC-B7BF-7E36B9ADD69A}" dt="2026-02-02T13:47:59.622" v="1735" actId="478"/>
          <ac:spMkLst>
            <pc:docMk/>
            <pc:sldMk cId="0" sldId="260"/>
            <ac:spMk id="7" creationId="{CE31435F-DDB0-AEF9-CC47-AEA80E6EA5B8}"/>
          </ac:spMkLst>
        </pc:spChg>
        <pc:spChg chg="add mod">
          <ac:chgData name="Zied Belhocine" userId="200cc0e2b299676e" providerId="LiveId" clId="{36CCCAD6-9B8B-4ECC-B7BF-7E36B9ADD69A}" dt="2026-02-02T13:53:00.276" v="1905" actId="20577"/>
          <ac:spMkLst>
            <pc:docMk/>
            <pc:sldMk cId="0" sldId="260"/>
            <ac:spMk id="8" creationId="{39ED7FC7-A5A5-D08A-AEB6-A498CF960A28}"/>
          </ac:spMkLst>
        </pc:spChg>
        <pc:spChg chg="add del mod">
          <ac:chgData name="Zied Belhocine" userId="200cc0e2b299676e" providerId="LiveId" clId="{36CCCAD6-9B8B-4ECC-B7BF-7E36B9ADD69A}" dt="2026-02-02T13:40:12.625" v="1463" actId="478"/>
          <ac:spMkLst>
            <pc:docMk/>
            <pc:sldMk cId="0" sldId="260"/>
            <ac:spMk id="9" creationId="{AECC73AF-460C-751B-48BA-5A3661CD84CE}"/>
          </ac:spMkLst>
        </pc:spChg>
        <pc:spChg chg="add del mod">
          <ac:chgData name="Zied Belhocine" userId="200cc0e2b299676e" providerId="LiveId" clId="{36CCCAD6-9B8B-4ECC-B7BF-7E36B9ADD69A}" dt="2026-02-02T13:40:14.093" v="1464" actId="478"/>
          <ac:spMkLst>
            <pc:docMk/>
            <pc:sldMk cId="0" sldId="260"/>
            <ac:spMk id="10" creationId="{A6A880FB-13BD-7367-FB2A-5CC2400B1EF2}"/>
          </ac:spMkLst>
        </pc:spChg>
        <pc:spChg chg="add mod">
          <ac:chgData name="Zied Belhocine" userId="200cc0e2b299676e" providerId="LiveId" clId="{36CCCAD6-9B8B-4ECC-B7BF-7E36B9ADD69A}" dt="2026-02-02T13:49:44.162" v="1781" actId="20577"/>
          <ac:spMkLst>
            <pc:docMk/>
            <pc:sldMk cId="0" sldId="260"/>
            <ac:spMk id="11" creationId="{EA18FBBD-EC4F-3A05-C02B-49434AEF7717}"/>
          </ac:spMkLst>
        </pc:spChg>
        <pc:spChg chg="add mod">
          <ac:chgData name="Zied Belhocine" userId="200cc0e2b299676e" providerId="LiveId" clId="{36CCCAD6-9B8B-4ECC-B7BF-7E36B9ADD69A}" dt="2026-02-02T13:48:48.289" v="1758" actId="1076"/>
          <ac:spMkLst>
            <pc:docMk/>
            <pc:sldMk cId="0" sldId="260"/>
            <ac:spMk id="16" creationId="{A74500E9-C47A-EB79-13AE-435EE8D6B2D7}"/>
          </ac:spMkLst>
        </pc:spChg>
        <pc:spChg chg="add mod">
          <ac:chgData name="Zied Belhocine" userId="200cc0e2b299676e" providerId="LiveId" clId="{36CCCAD6-9B8B-4ECC-B7BF-7E36B9ADD69A}" dt="2026-02-02T13:48:35.760" v="1741" actId="1076"/>
          <ac:spMkLst>
            <pc:docMk/>
            <pc:sldMk cId="0" sldId="260"/>
            <ac:spMk id="17" creationId="{E3F83F8E-FBD5-D3A6-36C1-32991F9C40E3}"/>
          </ac:spMkLst>
        </pc:spChg>
        <pc:spChg chg="add mod">
          <ac:chgData name="Zied Belhocine" userId="200cc0e2b299676e" providerId="LiveId" clId="{36CCCAD6-9B8B-4ECC-B7BF-7E36B9ADD69A}" dt="2026-02-02T13:53:15.305" v="1914" actId="20577"/>
          <ac:spMkLst>
            <pc:docMk/>
            <pc:sldMk cId="0" sldId="260"/>
            <ac:spMk id="18" creationId="{D7CC7DC0-BC77-AE9C-1812-7FBCCB438C89}"/>
          </ac:spMkLst>
        </pc:spChg>
        <pc:spChg chg="add mod">
          <ac:chgData name="Zied Belhocine" userId="200cc0e2b299676e" providerId="LiveId" clId="{36CCCAD6-9B8B-4ECC-B7BF-7E36B9ADD69A}" dt="2026-02-02T13:48:59.098" v="1773" actId="1037"/>
          <ac:spMkLst>
            <pc:docMk/>
            <pc:sldMk cId="0" sldId="260"/>
            <ac:spMk id="19" creationId="{EDF6C174-050D-7B87-A04E-0D9D2FF055A5}"/>
          </ac:spMkLst>
        </pc:spChg>
        <pc:spChg chg="add mod">
          <ac:chgData name="Zied Belhocine" userId="200cc0e2b299676e" providerId="LiveId" clId="{36CCCAD6-9B8B-4ECC-B7BF-7E36B9ADD69A}" dt="2026-02-02T13:48:29.157" v="1740" actId="207"/>
          <ac:spMkLst>
            <pc:docMk/>
            <pc:sldMk cId="0" sldId="260"/>
            <ac:spMk id="20" creationId="{D269DE3B-3BEA-B178-D27D-14C13DA838A9}"/>
          </ac:spMkLst>
        </pc:spChg>
        <pc:spChg chg="add del mod">
          <ac:chgData name="Zied Belhocine" userId="200cc0e2b299676e" providerId="LiveId" clId="{36CCCAD6-9B8B-4ECC-B7BF-7E36B9ADD69A}" dt="2026-02-02T13:50:59.831" v="1789"/>
          <ac:spMkLst>
            <pc:docMk/>
            <pc:sldMk cId="0" sldId="260"/>
            <ac:spMk id="22" creationId="{017A17B2-1B88-4667-8F51-FA4790813AF3}"/>
          </ac:spMkLst>
        </pc:spChg>
        <pc:spChg chg="add mod">
          <ac:chgData name="Zied Belhocine" userId="200cc0e2b299676e" providerId="LiveId" clId="{36CCCAD6-9B8B-4ECC-B7BF-7E36B9ADD69A}" dt="2026-02-03T11:08:29.269" v="2484" actId="20577"/>
          <ac:spMkLst>
            <pc:docMk/>
            <pc:sldMk cId="0" sldId="260"/>
            <ac:spMk id="24" creationId="{F1E7BF95-A00F-B687-0DEA-05EB431F0415}"/>
          </ac:spMkLst>
        </pc:spChg>
        <pc:spChg chg="mod">
          <ac:chgData name="Zied Belhocine" userId="200cc0e2b299676e" providerId="LiveId" clId="{36CCCAD6-9B8B-4ECC-B7BF-7E36B9ADD69A}" dt="2026-01-28T14:30:03.517" v="1089" actId="2711"/>
          <ac:spMkLst>
            <pc:docMk/>
            <pc:sldMk cId="0" sldId="260"/>
            <ac:spMk id="152" creationId="{00000000-0000-0000-0000-000000000000}"/>
          </ac:spMkLst>
        </pc:spChg>
        <pc:spChg chg="mod">
          <ac:chgData name="Zied Belhocine" userId="200cc0e2b299676e" providerId="LiveId" clId="{36CCCAD6-9B8B-4ECC-B7BF-7E36B9ADD69A}" dt="2026-02-02T13:39:18.605" v="1448" actId="1076"/>
          <ac:spMkLst>
            <pc:docMk/>
            <pc:sldMk cId="0" sldId="260"/>
            <ac:spMk id="153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1:05:58.105" v="2477" actId="1076"/>
          <ac:spMkLst>
            <pc:docMk/>
            <pc:sldMk cId="0" sldId="260"/>
            <ac:spMk id="154" creationId="{00000000-0000-0000-0000-000000000000}"/>
          </ac:spMkLst>
        </pc:spChg>
        <pc:graphicFrameChg chg="add del mod modGraphic">
          <ac:chgData name="Zied Belhocine" userId="200cc0e2b299676e" providerId="LiveId" clId="{36CCCAD6-9B8B-4ECC-B7BF-7E36B9ADD69A}" dt="2026-02-02T13:36:44.997" v="1418" actId="478"/>
          <ac:graphicFrameMkLst>
            <pc:docMk/>
            <pc:sldMk cId="0" sldId="260"/>
            <ac:graphicFrameMk id="2" creationId="{C9BBA2D7-3A66-0EE6-F082-68645F91156F}"/>
          </ac:graphicFrameMkLst>
        </pc:graphicFrameChg>
        <pc:picChg chg="add del mod">
          <ac:chgData name="Zied Belhocine" userId="200cc0e2b299676e" providerId="LiveId" clId="{36CCCAD6-9B8B-4ECC-B7BF-7E36B9ADD69A}" dt="2026-02-02T13:43:23.728" v="1625" actId="478"/>
          <ac:picMkLst>
            <pc:docMk/>
            <pc:sldMk cId="0" sldId="260"/>
            <ac:picMk id="6" creationId="{A0B29AA0-F167-AB5D-7E5F-D05B566642E8}"/>
          </ac:picMkLst>
        </pc:picChg>
        <pc:picChg chg="add del mod">
          <ac:chgData name="Zied Belhocine" userId="200cc0e2b299676e" providerId="LiveId" clId="{36CCCAD6-9B8B-4ECC-B7BF-7E36B9ADD69A}" dt="2026-02-02T13:43:55.043" v="1630" actId="478"/>
          <ac:picMkLst>
            <pc:docMk/>
            <pc:sldMk cId="0" sldId="260"/>
            <ac:picMk id="13" creationId="{E0AFDB26-6F91-0176-7719-BC2474F9BF6C}"/>
          </ac:picMkLst>
        </pc:picChg>
        <pc:picChg chg="add del mod">
          <ac:chgData name="Zied Belhocine" userId="200cc0e2b299676e" providerId="LiveId" clId="{36CCCAD6-9B8B-4ECC-B7BF-7E36B9ADD69A}" dt="2026-02-03T11:05:04.684" v="2428" actId="478"/>
          <ac:picMkLst>
            <pc:docMk/>
            <pc:sldMk cId="0" sldId="260"/>
            <ac:picMk id="15" creationId="{9F3B4AD3-9B1B-6735-3B8F-9CE94EF36596}"/>
          </ac:picMkLst>
        </pc:picChg>
        <pc:picChg chg="add del mod">
          <ac:chgData name="Zied Belhocine" userId="200cc0e2b299676e" providerId="LiveId" clId="{36CCCAD6-9B8B-4ECC-B7BF-7E36B9ADD69A}" dt="2026-02-02T13:50:41.209" v="1784" actId="478"/>
          <ac:picMkLst>
            <pc:docMk/>
            <pc:sldMk cId="0" sldId="260"/>
            <ac:picMk id="21" creationId="{AB18CDEC-81BE-E01E-2491-9AE303B53917}"/>
          </ac:picMkLst>
        </pc:picChg>
      </pc:sldChg>
      <pc:sldChg chg="addSp delSp modSp mod">
        <pc:chgData name="Zied Belhocine" userId="200cc0e2b299676e" providerId="LiveId" clId="{36CCCAD6-9B8B-4ECC-B7BF-7E36B9ADD69A}" dt="2026-02-03T11:09:16.280" v="2513" actId="20577"/>
        <pc:sldMkLst>
          <pc:docMk/>
          <pc:sldMk cId="0" sldId="261"/>
        </pc:sldMkLst>
        <pc:spChg chg="add mod">
          <ac:chgData name="Zied Belhocine" userId="200cc0e2b299676e" providerId="LiveId" clId="{36CCCAD6-9B8B-4ECC-B7BF-7E36B9ADD69A}" dt="2026-02-03T10:28:34.922" v="2004" actId="20577"/>
          <ac:spMkLst>
            <pc:docMk/>
            <pc:sldMk cId="0" sldId="261"/>
            <ac:spMk id="2" creationId="{69C9B610-9784-E7BC-09E1-304855359E98}"/>
          </ac:spMkLst>
        </pc:spChg>
        <pc:spChg chg="add mod">
          <ac:chgData name="Zied Belhocine" userId="200cc0e2b299676e" providerId="LiveId" clId="{36CCCAD6-9B8B-4ECC-B7BF-7E36B9ADD69A}" dt="2026-02-03T10:28:42.797" v="2013" actId="20577"/>
          <ac:spMkLst>
            <pc:docMk/>
            <pc:sldMk cId="0" sldId="261"/>
            <ac:spMk id="3" creationId="{BC1F652D-F5DE-C634-E07F-274418B0C7AC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5" creationId="{0495A920-A68F-CF17-7122-417C23D81BA3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6" creationId="{7D0D3F6A-C0E1-EA14-09D0-26AB77740A69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7" creationId="{31BF7932-C337-6BA2-ED62-C7C0D006D2FF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8" creationId="{F3D8CC57-8C8D-3871-46F5-C4529D4112A7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9" creationId="{5FDC7050-6E40-EA14-5130-48D10D56DFA5}"/>
          </ac:spMkLst>
        </pc:spChg>
        <pc:spChg chg="add mod">
          <ac:chgData name="Zied Belhocine" userId="200cc0e2b299676e" providerId="LiveId" clId="{36CCCAD6-9B8B-4ECC-B7BF-7E36B9ADD69A}" dt="2026-02-03T11:09:16.280" v="2513" actId="20577"/>
          <ac:spMkLst>
            <pc:docMk/>
            <pc:sldMk cId="0" sldId="261"/>
            <ac:spMk id="10" creationId="{3D3D1CBC-E1D7-4D4A-9AA0-011B7A1380C5}"/>
          </ac:spMkLst>
        </pc:spChg>
        <pc:spChg chg="add mod">
          <ac:chgData name="Zied Belhocine" userId="200cc0e2b299676e" providerId="LiveId" clId="{36CCCAD6-9B8B-4ECC-B7BF-7E36B9ADD69A}" dt="2026-02-03T11:09:02.004" v="2506"/>
          <ac:spMkLst>
            <pc:docMk/>
            <pc:sldMk cId="0" sldId="261"/>
            <ac:spMk id="11" creationId="{ED059039-EA47-C6E8-855C-7184EBEED48B}"/>
          </ac:spMkLst>
        </pc:spChg>
        <pc:spChg chg="mod">
          <ac:chgData name="Zied Belhocine" userId="200cc0e2b299676e" providerId="LiveId" clId="{36CCCAD6-9B8B-4ECC-B7BF-7E36B9ADD69A}" dt="2026-01-28T14:30:15.889" v="1091" actId="2711"/>
          <ac:spMkLst>
            <pc:docMk/>
            <pc:sldMk cId="0" sldId="261"/>
            <ac:spMk id="15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3:54:16.995" v="1917" actId="478"/>
          <ac:spMkLst>
            <pc:docMk/>
            <pc:sldMk cId="0" sldId="261"/>
            <ac:spMk id="160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0:28:55.749" v="2015" actId="1076"/>
          <ac:spMkLst>
            <pc:docMk/>
            <pc:sldMk cId="0" sldId="261"/>
            <ac:spMk id="16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3T11:08:58.761" v="2505" actId="478"/>
          <ac:picMkLst>
            <pc:docMk/>
            <pc:sldMk cId="0" sldId="261"/>
            <ac:picMk id="4" creationId="{B295E544-59BF-89F8-A5B6-64360E81DD5E}"/>
          </ac:picMkLst>
        </pc:picChg>
      </pc:sldChg>
      <pc:sldChg chg="addSp delSp modSp mod setBg">
        <pc:chgData name="Zied Belhocine" userId="200cc0e2b299676e" providerId="LiveId" clId="{36CCCAD6-9B8B-4ECC-B7BF-7E36B9ADD69A}" dt="2026-02-05T10:14:26.092" v="2557" actId="14100"/>
        <pc:sldMkLst>
          <pc:docMk/>
          <pc:sldMk cId="0" sldId="262"/>
        </pc:sldMkLst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6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7" creationId="{00000000-0000-0000-0000-000000000000}"/>
          </ac:spMkLst>
        </pc:spChg>
        <pc:spChg chg="mod">
          <ac:chgData name="Zied Belhocine" userId="200cc0e2b299676e" providerId="LiveId" clId="{36CCCAD6-9B8B-4ECC-B7BF-7E36B9ADD69A}" dt="2026-02-05T09:01:57.235" v="2549" actId="1076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Zied Belhocine" userId="200cc0e2b299676e" providerId="LiveId" clId="{36CCCAD6-9B8B-4ECC-B7BF-7E36B9ADD69A}" dt="2026-02-05T09:01:55.965" v="2548" actId="1076"/>
          <ac:spMkLst>
            <pc:docMk/>
            <pc:sldMk cId="0" sldId="262"/>
            <ac:spMk id="169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2T16:11:15.426" v="1950" actId="1076"/>
          <ac:picMkLst>
            <pc:docMk/>
            <pc:sldMk cId="0" sldId="262"/>
            <ac:picMk id="3" creationId="{B3760D85-B619-BBC4-7DD5-ACE85EF40AC1}"/>
          </ac:picMkLst>
        </pc:picChg>
        <pc:picChg chg="add del mod">
          <ac:chgData name="Zied Belhocine" userId="200cc0e2b299676e" providerId="LiveId" clId="{36CCCAD6-9B8B-4ECC-B7BF-7E36B9ADD69A}" dt="2026-02-05T10:14:15.975" v="2553" actId="478"/>
          <ac:picMkLst>
            <pc:docMk/>
            <pc:sldMk cId="0" sldId="262"/>
            <ac:picMk id="4" creationId="{AB88618B-EE6D-3F3C-6331-87E8DB4D97C9}"/>
          </ac:picMkLst>
        </pc:picChg>
        <pc:picChg chg="add mod">
          <ac:chgData name="Zied Belhocine" userId="200cc0e2b299676e" providerId="LiveId" clId="{36CCCAD6-9B8B-4ECC-B7BF-7E36B9ADD69A}" dt="2026-02-05T10:14:26.092" v="2557" actId="14100"/>
          <ac:picMkLst>
            <pc:docMk/>
            <pc:sldMk cId="0" sldId="262"/>
            <ac:picMk id="6" creationId="{D1F90F54-3FDF-D519-5E00-5C25FAD5E2F8}"/>
          </ac:picMkLst>
        </pc:picChg>
      </pc:sldChg>
      <pc:sldChg chg="addSp modSp mod setBg">
        <pc:chgData name="Zied Belhocine" userId="200cc0e2b299676e" providerId="LiveId" clId="{36CCCAD6-9B8B-4ECC-B7BF-7E36B9ADD69A}" dt="2026-02-02T19:26:48.368" v="1954" actId="1076"/>
        <pc:sldMkLst>
          <pc:docMk/>
          <pc:sldMk cId="0" sldId="263"/>
        </pc:sldMkLst>
        <pc:spChg chg="mod">
          <ac:chgData name="Zied Belhocine" userId="200cc0e2b299676e" providerId="LiveId" clId="{36CCCAD6-9B8B-4ECC-B7BF-7E36B9ADD69A}" dt="2026-01-28T14:30:33.694" v="1095" actId="2711"/>
          <ac:spMkLst>
            <pc:docMk/>
            <pc:sldMk cId="0" sldId="263"/>
            <ac:spMk id="174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33.694" v="1095" actId="2711"/>
          <ac:spMkLst>
            <pc:docMk/>
            <pc:sldMk cId="0" sldId="263"/>
            <ac:spMk id="175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33.694" v="1095" actId="2711"/>
          <ac:spMkLst>
            <pc:docMk/>
            <pc:sldMk cId="0" sldId="263"/>
            <ac:spMk id="176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2T19:26:48.368" v="1954" actId="1076"/>
          <ac:picMkLst>
            <pc:docMk/>
            <pc:sldMk cId="0" sldId="263"/>
            <ac:picMk id="3" creationId="{3E9ECCD4-01EA-969D-859F-5F7106BE3752}"/>
          </ac:picMkLst>
        </pc:picChg>
      </pc:sldChg>
      <pc:sldChg chg="addSp delSp modSp mod">
        <pc:chgData name="Zied Belhocine" userId="200cc0e2b299676e" providerId="LiveId" clId="{36CCCAD6-9B8B-4ECC-B7BF-7E36B9ADD69A}" dt="2026-02-05T10:22:28.146" v="2564" actId="14100"/>
        <pc:sldMkLst>
          <pc:docMk/>
          <pc:sldMk cId="0" sldId="264"/>
        </pc:sldMkLst>
        <pc:spChg chg="mod">
          <ac:chgData name="Zied Belhocine" userId="200cc0e2b299676e" providerId="LiveId" clId="{36CCCAD6-9B8B-4ECC-B7BF-7E36B9ADD69A}" dt="2026-01-28T14:30:43.739" v="1096" actId="2711"/>
          <ac:spMkLst>
            <pc:docMk/>
            <pc:sldMk cId="0" sldId="264"/>
            <ac:spMk id="18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20.434" v="1962" actId="478"/>
          <ac:spMkLst>
            <pc:docMk/>
            <pc:sldMk cId="0" sldId="264"/>
            <ac:spMk id="182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43.739" v="1096" actId="2711"/>
          <ac:spMkLst>
            <pc:docMk/>
            <pc:sldMk cId="0" sldId="264"/>
            <ac:spMk id="183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2:17.766" v="2558" actId="478"/>
          <ac:picMkLst>
            <pc:docMk/>
            <pc:sldMk cId="0" sldId="264"/>
            <ac:picMk id="3" creationId="{DE0BFE79-B453-BC64-5349-643A0A078F3A}"/>
          </ac:picMkLst>
        </pc:picChg>
        <pc:picChg chg="add mod">
          <ac:chgData name="Zied Belhocine" userId="200cc0e2b299676e" providerId="LiveId" clId="{36CCCAD6-9B8B-4ECC-B7BF-7E36B9ADD69A}" dt="2026-02-05T10:22:28.146" v="2564" actId="14100"/>
          <ac:picMkLst>
            <pc:docMk/>
            <pc:sldMk cId="0" sldId="264"/>
            <ac:picMk id="4" creationId="{23A5F8A5-4B3E-7CB1-C38F-0DAB1A291480}"/>
          </ac:picMkLst>
        </pc:picChg>
      </pc:sldChg>
      <pc:sldChg chg="addSp delSp modSp mod">
        <pc:chgData name="Zied Belhocine" userId="200cc0e2b299676e" providerId="LiveId" clId="{36CCCAD6-9B8B-4ECC-B7BF-7E36B9ADD69A}" dt="2026-02-05T10:23:19.346" v="2567" actId="478"/>
        <pc:sldMkLst>
          <pc:docMk/>
          <pc:sldMk cId="0" sldId="265"/>
        </pc:sldMkLst>
        <pc:spChg chg="mod">
          <ac:chgData name="Zied Belhocine" userId="200cc0e2b299676e" providerId="LiveId" clId="{36CCCAD6-9B8B-4ECC-B7BF-7E36B9ADD69A}" dt="2026-01-28T14:31:00.316" v="1101" actId="2711"/>
          <ac:spMkLst>
            <pc:docMk/>
            <pc:sldMk cId="0" sldId="265"/>
            <ac:spMk id="18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48.402" v="1967" actId="478"/>
          <ac:spMkLst>
            <pc:docMk/>
            <pc:sldMk cId="0" sldId="265"/>
            <ac:spMk id="189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00.316" v="1101" actId="2711"/>
          <ac:spMkLst>
            <pc:docMk/>
            <pc:sldMk cId="0" sldId="265"/>
            <ac:spMk id="190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3:19.346" v="2567" actId="478"/>
          <ac:picMkLst>
            <pc:docMk/>
            <pc:sldMk cId="0" sldId="265"/>
            <ac:picMk id="3" creationId="{2E44E867-57FD-6800-B510-81134C522B50}"/>
          </ac:picMkLst>
        </pc:picChg>
        <pc:picChg chg="add mod">
          <ac:chgData name="Zied Belhocine" userId="200cc0e2b299676e" providerId="LiveId" clId="{36CCCAD6-9B8B-4ECC-B7BF-7E36B9ADD69A}" dt="2026-02-05T10:23:17.438" v="2566" actId="14100"/>
          <ac:picMkLst>
            <pc:docMk/>
            <pc:sldMk cId="0" sldId="265"/>
            <ac:picMk id="4" creationId="{207DCDAB-31D7-C2A5-DA44-B2B7F919E54C}"/>
          </ac:picMkLst>
        </pc:picChg>
      </pc:sldChg>
      <pc:sldChg chg="addSp delSp modSp mod">
        <pc:chgData name="Zied Belhocine" userId="200cc0e2b299676e" providerId="LiveId" clId="{36CCCAD6-9B8B-4ECC-B7BF-7E36B9ADD69A}" dt="2026-02-05T10:25:07.903" v="2573" actId="478"/>
        <pc:sldMkLst>
          <pc:docMk/>
          <pc:sldMk cId="0" sldId="266"/>
        </pc:sldMkLst>
        <pc:spChg chg="mod">
          <ac:chgData name="Zied Belhocine" userId="200cc0e2b299676e" providerId="LiveId" clId="{36CCCAD6-9B8B-4ECC-B7BF-7E36B9ADD69A}" dt="2026-01-28T14:31:12.402" v="1104" actId="2711"/>
          <ac:spMkLst>
            <pc:docMk/>
            <pc:sldMk cId="0" sldId="266"/>
            <ac:spMk id="19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25:07.903" v="2573" actId="478"/>
          <ac:spMkLst>
            <pc:docMk/>
            <pc:sldMk cId="0" sldId="266"/>
            <ac:spMk id="196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12.402" v="1104" actId="2711"/>
          <ac:spMkLst>
            <pc:docMk/>
            <pc:sldMk cId="0" sldId="266"/>
            <ac:spMk id="197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5:01.233" v="2571" actId="478"/>
          <ac:picMkLst>
            <pc:docMk/>
            <pc:sldMk cId="0" sldId="266"/>
            <ac:picMk id="3" creationId="{D7B53139-3E28-965A-42AE-ADA607776D00}"/>
          </ac:picMkLst>
        </pc:picChg>
        <pc:picChg chg="add del">
          <ac:chgData name="Zied Belhocine" userId="200cc0e2b299676e" providerId="LiveId" clId="{36CCCAD6-9B8B-4ECC-B7BF-7E36B9ADD69A}" dt="2026-02-05T10:24:57.144" v="2569" actId="478"/>
          <ac:picMkLst>
            <pc:docMk/>
            <pc:sldMk cId="0" sldId="266"/>
            <ac:picMk id="4" creationId="{027C19FC-6FE2-2143-3F74-CCD02A8D7E8D}"/>
          </ac:picMkLst>
        </pc:picChg>
        <pc:picChg chg="add mod">
          <ac:chgData name="Zied Belhocine" userId="200cc0e2b299676e" providerId="LiveId" clId="{36CCCAD6-9B8B-4ECC-B7BF-7E36B9ADD69A}" dt="2026-02-05T10:25:05.889" v="2572" actId="1076"/>
          <ac:picMkLst>
            <pc:docMk/>
            <pc:sldMk cId="0" sldId="266"/>
            <ac:picMk id="6" creationId="{ACAA7E2C-A938-C52D-9A74-A8814BAB7C35}"/>
          </ac:picMkLst>
        </pc:picChg>
      </pc:sldChg>
      <pc:sldChg chg="addSp delSp modSp mod">
        <pc:chgData name="Zied Belhocine" userId="200cc0e2b299676e" providerId="LiveId" clId="{36CCCAD6-9B8B-4ECC-B7BF-7E36B9ADD69A}" dt="2026-02-05T10:35:29.583" v="2583" actId="478"/>
        <pc:sldMkLst>
          <pc:docMk/>
          <pc:sldMk cId="0" sldId="267"/>
        </pc:sldMkLst>
        <pc:spChg chg="mod">
          <ac:chgData name="Zied Belhocine" userId="200cc0e2b299676e" providerId="LiveId" clId="{36CCCAD6-9B8B-4ECC-B7BF-7E36B9ADD69A}" dt="2026-01-28T14:31:25.076" v="1105" actId="2711"/>
          <ac:spMkLst>
            <pc:docMk/>
            <pc:sldMk cId="0" sldId="267"/>
            <ac:spMk id="20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35:29.583" v="2583" actId="478"/>
          <ac:spMkLst>
            <pc:docMk/>
            <pc:sldMk cId="0" sldId="267"/>
            <ac:spMk id="203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25.076" v="1105" actId="2711"/>
          <ac:spMkLst>
            <pc:docMk/>
            <pc:sldMk cId="0" sldId="267"/>
            <ac:spMk id="204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24.711" v="2581" actId="478"/>
          <ac:picMkLst>
            <pc:docMk/>
            <pc:sldMk cId="0" sldId="267"/>
            <ac:picMk id="3" creationId="{AC3E736C-91B0-A1B9-78F2-90C36A8441C0}"/>
          </ac:picMkLst>
        </pc:picChg>
        <pc:picChg chg="add mod">
          <ac:chgData name="Zied Belhocine" userId="200cc0e2b299676e" providerId="LiveId" clId="{36CCCAD6-9B8B-4ECC-B7BF-7E36B9ADD69A}" dt="2026-02-05T10:35:27.187" v="2582" actId="1076"/>
          <ac:picMkLst>
            <pc:docMk/>
            <pc:sldMk cId="0" sldId="267"/>
            <ac:picMk id="4" creationId="{E4BD25E6-8A9C-B497-D9D8-FBB6322235FF}"/>
          </ac:picMkLst>
        </pc:picChg>
      </pc:sldChg>
      <pc:sldChg chg="addSp delSp modSp mod">
        <pc:chgData name="Zied Belhocine" userId="200cc0e2b299676e" providerId="LiveId" clId="{36CCCAD6-9B8B-4ECC-B7BF-7E36B9ADD69A}" dt="2026-02-05T10:35:03.426" v="2579" actId="1076"/>
        <pc:sldMkLst>
          <pc:docMk/>
          <pc:sldMk cId="0" sldId="268"/>
        </pc:sldMkLst>
        <pc:spChg chg="mod">
          <ac:chgData name="Zied Belhocine" userId="200cc0e2b299676e" providerId="LiveId" clId="{36CCCAD6-9B8B-4ECC-B7BF-7E36B9ADD69A}" dt="2026-01-28T14:31:29.988" v="1106" actId="2711"/>
          <ac:spMkLst>
            <pc:docMk/>
            <pc:sldMk cId="0" sldId="268"/>
            <ac:spMk id="209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29.988" v="1106" actId="2711"/>
          <ac:spMkLst>
            <pc:docMk/>
            <pc:sldMk cId="0" sldId="268"/>
            <ac:spMk id="210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29.988" v="1106" actId="2711"/>
          <ac:spMkLst>
            <pc:docMk/>
            <pc:sldMk cId="0" sldId="268"/>
            <ac:spMk id="21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01.953" v="2578" actId="478"/>
          <ac:picMkLst>
            <pc:docMk/>
            <pc:sldMk cId="0" sldId="268"/>
            <ac:picMk id="3" creationId="{840195CE-C596-80CD-EF12-E37CDF7650DC}"/>
          </ac:picMkLst>
        </pc:picChg>
        <pc:picChg chg="add mod">
          <ac:chgData name="Zied Belhocine" userId="200cc0e2b299676e" providerId="LiveId" clId="{36CCCAD6-9B8B-4ECC-B7BF-7E36B9ADD69A}" dt="2026-02-05T10:35:03.426" v="2579" actId="1076"/>
          <ac:picMkLst>
            <pc:docMk/>
            <pc:sldMk cId="0" sldId="268"/>
            <ac:picMk id="4" creationId="{BCDD7AA4-44F0-295D-5EEA-DA216A7876FA}"/>
          </ac:picMkLst>
        </pc:picChg>
      </pc:sldChg>
      <pc:sldChg chg="addSp modSp mod">
        <pc:chgData name="Zied Belhocine" userId="200cc0e2b299676e" providerId="LiveId" clId="{36CCCAD6-9B8B-4ECC-B7BF-7E36B9ADD69A}" dt="2026-02-03T10:46:34.163" v="2425" actId="20577"/>
        <pc:sldMkLst>
          <pc:docMk/>
          <pc:sldMk cId="0" sldId="269"/>
        </pc:sldMkLst>
        <pc:spChg chg="add mod">
          <ac:chgData name="Zied Belhocine" userId="200cc0e2b299676e" providerId="LiveId" clId="{36CCCAD6-9B8B-4ECC-B7BF-7E36B9ADD69A}" dt="2026-02-03T10:45:57.205" v="2418" actId="404"/>
          <ac:spMkLst>
            <pc:docMk/>
            <pc:sldMk cId="0" sldId="269"/>
            <ac:spMk id="4" creationId="{A88531B9-B831-DC2D-C0E1-E9CB4313E0DC}"/>
          </ac:spMkLst>
        </pc:spChg>
        <pc:spChg chg="add mod">
          <ac:chgData name="Zied Belhocine" userId="200cc0e2b299676e" providerId="LiveId" clId="{36CCCAD6-9B8B-4ECC-B7BF-7E36B9ADD69A}" dt="2026-02-03T10:46:13.891" v="2420" actId="1076"/>
          <ac:spMkLst>
            <pc:docMk/>
            <pc:sldMk cId="0" sldId="269"/>
            <ac:spMk id="7" creationId="{EFA7C28F-73BB-1C83-A5CE-C957145CC904}"/>
          </ac:spMkLst>
        </pc:spChg>
        <pc:spChg chg="add mod">
          <ac:chgData name="Zied Belhocine" userId="200cc0e2b299676e" providerId="LiveId" clId="{36CCCAD6-9B8B-4ECC-B7BF-7E36B9ADD69A}" dt="2026-02-03T10:46:34.163" v="2425" actId="20577"/>
          <ac:spMkLst>
            <pc:docMk/>
            <pc:sldMk cId="0" sldId="269"/>
            <ac:spMk id="10" creationId="{49E975FD-507F-C91E-750D-B7DCD6A11A4C}"/>
          </ac:spMkLst>
        </pc:spChg>
        <pc:spChg chg="mod">
          <ac:chgData name="Zied Belhocine" userId="200cc0e2b299676e" providerId="LiveId" clId="{36CCCAD6-9B8B-4ECC-B7BF-7E36B9ADD69A}" dt="2026-02-03T10:32:53.209" v="2022" actId="108"/>
          <ac:spMkLst>
            <pc:docMk/>
            <pc:sldMk cId="0" sldId="269"/>
            <ac:spMk id="216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0:32:05.042" v="2019" actId="1076"/>
          <ac:spMkLst>
            <pc:docMk/>
            <pc:sldMk cId="0" sldId="269"/>
            <ac:spMk id="217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0:41:03.633" v="2258" actId="1076"/>
          <ac:spMkLst>
            <pc:docMk/>
            <pc:sldMk cId="0" sldId="269"/>
            <ac:spMk id="218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3T10:31:57.320" v="2017" actId="1076"/>
          <ac:picMkLst>
            <pc:docMk/>
            <pc:sldMk cId="0" sldId="269"/>
            <ac:picMk id="2" creationId="{4698441E-9425-EE13-89F4-DDCBABB1B25A}"/>
          </ac:picMkLst>
        </pc:picChg>
        <pc:picChg chg="add mod">
          <ac:chgData name="Zied Belhocine" userId="200cc0e2b299676e" providerId="LiveId" clId="{36CCCAD6-9B8B-4ECC-B7BF-7E36B9ADD69A}" dt="2026-02-03T10:37:30.663" v="2088" actId="14100"/>
          <ac:picMkLst>
            <pc:docMk/>
            <pc:sldMk cId="0" sldId="269"/>
            <ac:picMk id="6" creationId="{211723DC-2D6C-D54B-286C-AD73A72C4275}"/>
          </ac:picMkLst>
        </pc:picChg>
        <pc:picChg chg="add mod">
          <ac:chgData name="Zied Belhocine" userId="200cc0e2b299676e" providerId="LiveId" clId="{36CCCAD6-9B8B-4ECC-B7BF-7E36B9ADD69A}" dt="2026-02-03T10:40:11.535" v="2137" actId="14100"/>
          <ac:picMkLst>
            <pc:docMk/>
            <pc:sldMk cId="0" sldId="269"/>
            <ac:picMk id="9" creationId="{46EEB327-04F4-6F07-F03A-1E9C92048FBD}"/>
          </ac:picMkLst>
        </pc:picChg>
      </pc:sldChg>
      <pc:sldChg chg="modSp mod">
        <pc:chgData name="Zied Belhocine" userId="200cc0e2b299676e" providerId="LiveId" clId="{36CCCAD6-9B8B-4ECC-B7BF-7E36B9ADD69A}" dt="2026-01-28T14:31:43.852" v="1110" actId="2711"/>
        <pc:sldMkLst>
          <pc:docMk/>
          <pc:sldMk cId="0" sldId="270"/>
        </pc:sldMkLst>
        <pc:spChg chg="mod">
          <ac:chgData name="Zied Belhocine" userId="200cc0e2b299676e" providerId="LiveId" clId="{36CCCAD6-9B8B-4ECC-B7BF-7E36B9ADD69A}" dt="2026-01-28T14:31:43.852" v="1110" actId="2711"/>
          <ac:spMkLst>
            <pc:docMk/>
            <pc:sldMk cId="0" sldId="270"/>
            <ac:spMk id="223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43.852" v="1110" actId="2711"/>
          <ac:spMkLst>
            <pc:docMk/>
            <pc:sldMk cId="0" sldId="270"/>
            <ac:spMk id="224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43.852" v="1110" actId="2711"/>
          <ac:spMkLst>
            <pc:docMk/>
            <pc:sldMk cId="0" sldId="270"/>
            <ac:spMk id="225" creationId="{00000000-0000-0000-0000-000000000000}"/>
          </ac:spMkLst>
        </pc:spChg>
      </pc:sldChg>
      <pc:sldChg chg="modSp mod">
        <pc:chgData name="Zied Belhocine" userId="200cc0e2b299676e" providerId="LiveId" clId="{36CCCAD6-9B8B-4ECC-B7BF-7E36B9ADD69A}" dt="2026-01-28T14:31:50.018" v="1111" actId="2711"/>
        <pc:sldMkLst>
          <pc:docMk/>
          <pc:sldMk cId="0" sldId="271"/>
        </pc:sldMkLst>
        <pc:spChg chg="mod">
          <ac:chgData name="Zied Belhocine" userId="200cc0e2b299676e" providerId="LiveId" clId="{36CCCAD6-9B8B-4ECC-B7BF-7E36B9ADD69A}" dt="2026-01-28T14:31:50.018" v="1111" actId="2711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1:50.018" v="1111" actId="2711"/>
          <ac:spMkLst>
            <pc:docMk/>
            <pc:sldMk cId="0" sldId="271"/>
            <ac:spMk id="2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planète terre - clipart vectoriel de Style de vie écologique libre de droits">
            <a:extLst>
              <a:ext uri="{FF2B5EF4-FFF2-40B4-BE49-F238E27FC236}">
                <a16:creationId xmlns:a16="http://schemas.microsoft.com/office/drawing/2014/main" id="{801B4146-AC81-015A-C5F6-016F190EE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51823"/>
            <a:ext cx="6553200" cy="37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Zied Belhocine</a:t>
            </a:r>
            <a:endParaRPr sz="2800" dirty="0">
              <a:latin typeface="Century Gothic" panose="020B0502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FAO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latin typeface="Century Gothic" panose="020B0502020202020204" pitchFamily="34" charset="0"/>
              </a:rPr>
              <a:t>Étude sur l’alimentation dans le monde </a:t>
            </a:r>
            <a:br>
              <a:rPr lang="fr-FR" sz="4400" dirty="0">
                <a:latin typeface="Century Gothic" panose="020B0502020202020204" pitchFamily="34" charset="0"/>
              </a:rPr>
            </a:br>
            <a:r>
              <a:rPr lang="fr-FR" sz="4400" dirty="0">
                <a:latin typeface="Century Gothic" panose="020B0502020202020204" pitchFamily="34" charset="0"/>
              </a:rPr>
              <a:t>2013 - 2017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6593C4-5F17-1784-5D86-B25CEC5A0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023" y="3813560"/>
            <a:ext cx="2721291" cy="15818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9E961B2-5A76-FBC0-4674-27E6CC20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822" y="3813560"/>
            <a:ext cx="2419596" cy="15818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1AFCA19-923C-B2E1-4542-9FD9C8FB6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3" y="3803581"/>
            <a:ext cx="2721291" cy="159187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CE40920-D2F2-4DCD-E0DB-060718A0E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319" y="3813560"/>
            <a:ext cx="2576898" cy="158189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C22E4E6-ED57-8B00-7961-177B59E2654B}"/>
              </a:ext>
            </a:extLst>
          </p:cNvPr>
          <p:cNvSpPr txBox="1"/>
          <p:nvPr/>
        </p:nvSpPr>
        <p:spPr>
          <a:xfrm>
            <a:off x="1309079" y="2374975"/>
            <a:ext cx="95738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Nous sommes en train de réaliser une étude de grande ampleur sur le thème de l’alimentation et plus particulièrement sur la sous-nutrition dans le monde. Nous allons utiliser 4 fichiers de la FAO (Food and Agriculture Organisation).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8AD7F91-224E-4E58-1E9B-8CF6F2BC5A10}"/>
              </a:ext>
            </a:extLst>
          </p:cNvPr>
          <p:cNvSpPr txBox="1"/>
          <p:nvPr/>
        </p:nvSpPr>
        <p:spPr>
          <a:xfrm>
            <a:off x="1580356" y="553139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Population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E5646BF-38AB-8B4E-AE81-B47E38FFB4CD}"/>
              </a:ext>
            </a:extLst>
          </p:cNvPr>
          <p:cNvSpPr txBox="1"/>
          <p:nvPr/>
        </p:nvSpPr>
        <p:spPr>
          <a:xfrm>
            <a:off x="3993700" y="5531398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Aide alimentaire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CD730F-DE43-F7D8-55FB-06E87979880C}"/>
              </a:ext>
            </a:extLst>
          </p:cNvPr>
          <p:cNvSpPr txBox="1"/>
          <p:nvPr/>
        </p:nvSpPr>
        <p:spPr>
          <a:xfrm>
            <a:off x="6770325" y="5531398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Sous nutrition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73EB3A-A00B-827C-12E6-9E9C62C1B0EA}"/>
              </a:ext>
            </a:extLst>
          </p:cNvPr>
          <p:cNvSpPr txBox="1"/>
          <p:nvPr/>
        </p:nvSpPr>
        <p:spPr>
          <a:xfrm>
            <a:off x="9257699" y="553139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Dispo alimentaire</a:t>
            </a:r>
          </a:p>
        </p:txBody>
      </p:sp>
      <p:sp>
        <p:nvSpPr>
          <p:cNvPr id="2" name="Google Shape;132;p2">
            <a:extLst>
              <a:ext uri="{FF2B5EF4-FFF2-40B4-BE49-F238E27FC236}">
                <a16:creationId xmlns:a16="http://schemas.microsoft.com/office/drawing/2014/main" id="{502E3F99-3B74-F244-9CD3-C337EAE5FFF7}"/>
              </a:ext>
            </a:extLst>
          </p:cNvPr>
          <p:cNvSpPr/>
          <p:nvPr/>
        </p:nvSpPr>
        <p:spPr>
          <a:xfrm>
            <a:off x="8727371" y="0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Rappel de ce que nous devons faire</a:t>
            </a: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>
                <a:latin typeface="Century Gothic"/>
                <a:ea typeface="Century Gothic"/>
                <a:cs typeface="Century Gothic"/>
                <a:sym typeface="Century Gothic"/>
              </a:rPr>
              <a:t>Présentation des types de données à analyser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B15BA9A-FE9C-13C9-8D6D-B0203B27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668" y="2219681"/>
            <a:ext cx="3782968" cy="21279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3BBDBB-4C1A-0131-5FF2-0FC124AAF63E}"/>
              </a:ext>
            </a:extLst>
          </p:cNvPr>
          <p:cNvSpPr txBox="1"/>
          <p:nvPr/>
        </p:nvSpPr>
        <p:spPr>
          <a:xfrm>
            <a:off x="861669" y="6210757"/>
            <a:ext cx="9030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Ici on ne traite aucune donnée personnelle, le RGPD ne s’applique pas.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90FCBC-1B23-B5D7-6316-6C6F69C67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854" y="2219681"/>
            <a:ext cx="2987053" cy="12744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4931248-A79D-0AF4-F81B-E47B6EF5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853" y="3494157"/>
            <a:ext cx="2987053" cy="85344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D223084-931D-FFB2-E638-36887CF76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00" y="2209616"/>
            <a:ext cx="2844450" cy="213798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7D4718E-3242-053A-E02A-1051C4EDB346}"/>
              </a:ext>
            </a:extLst>
          </p:cNvPr>
          <p:cNvSpPr txBox="1"/>
          <p:nvPr/>
        </p:nvSpPr>
        <p:spPr>
          <a:xfrm>
            <a:off x="810000" y="4626272"/>
            <a:ext cx="284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Donnée brutes (4 csv)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1CF1BD-A45D-224F-ACCA-1E870EB53166}"/>
              </a:ext>
            </a:extLst>
          </p:cNvPr>
          <p:cNvSpPr txBox="1"/>
          <p:nvPr/>
        </p:nvSpPr>
        <p:spPr>
          <a:xfrm>
            <a:off x="3954668" y="4626272"/>
            <a:ext cx="378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Traitement statistique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D6A90EC-6099-7E3B-C134-5FA9C0719DC6}"/>
              </a:ext>
            </a:extLst>
          </p:cNvPr>
          <p:cNvSpPr txBox="1"/>
          <p:nvPr/>
        </p:nvSpPr>
        <p:spPr>
          <a:xfrm>
            <a:off x="8037852" y="4626272"/>
            <a:ext cx="298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Visualisation graphique</a:t>
            </a:r>
          </a:p>
        </p:txBody>
      </p:sp>
      <p:sp>
        <p:nvSpPr>
          <p:cNvPr id="3" name="Google Shape;139;p3">
            <a:extLst>
              <a:ext uri="{FF2B5EF4-FFF2-40B4-BE49-F238E27FC236}">
                <a16:creationId xmlns:a16="http://schemas.microsoft.com/office/drawing/2014/main" id="{EECD0240-8179-BCDF-47CF-EC5CF7CB5FB6}"/>
              </a:ext>
            </a:extLst>
          </p:cNvPr>
          <p:cNvSpPr/>
          <p:nvPr/>
        </p:nvSpPr>
        <p:spPr>
          <a:xfrm>
            <a:off x="11325123" y="0"/>
            <a:ext cx="3691200" cy="37830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Comment j’ai fait mon analyse ?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Attention, il faut s’adapter à l’interlocuteur (pas trop de technique)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Vérifier que l’interlocuteur comprend  bien les choses</a:t>
            </a: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Penser à commenter les slides pendant la présentation mais à ne pas les lire</a:t>
            </a: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140;p3">
            <a:extLst>
              <a:ext uri="{FF2B5EF4-FFF2-40B4-BE49-F238E27FC236}">
                <a16:creationId xmlns:a16="http://schemas.microsoft.com/office/drawing/2014/main" id="{45559D09-3D65-7B25-A451-9C10E26A6A25}"/>
              </a:ext>
            </a:extLst>
          </p:cNvPr>
          <p:cNvSpPr/>
          <p:nvPr/>
        </p:nvSpPr>
        <p:spPr>
          <a:xfrm>
            <a:off x="11436950" y="4072225"/>
            <a:ext cx="2653800" cy="27162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Est-ce que le RGPD s’applique dans notre projet ?</a:t>
            </a: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1) Proportion de personnes en état de sous-nutrition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4AF66-421A-0037-E3B6-BC967ECB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E8C93C5F-BC8D-6571-C5C6-87440A2E91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B5C06CD8-CF23-37C0-FA53-8EC695412C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9" name="Image 18" descr="Une image contenant habits, dessin humoristique, femme, personne&#10;&#10;Le contenu généré par l’IA peut être incorrect.">
            <a:extLst>
              <a:ext uri="{FF2B5EF4-FFF2-40B4-BE49-F238E27FC236}">
                <a16:creationId xmlns:a16="http://schemas.microsoft.com/office/drawing/2014/main" id="{A3E9BD6F-847C-4219-5302-F3CEC09E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2657022"/>
            <a:ext cx="5093547" cy="1721724"/>
          </a:xfrm>
          <a:prstGeom prst="rect">
            <a:avLst/>
          </a:prstGeom>
        </p:spPr>
      </p:pic>
      <p:sp>
        <p:nvSpPr>
          <p:cNvPr id="21" name="Google Shape;145;p4">
            <a:extLst>
              <a:ext uri="{FF2B5EF4-FFF2-40B4-BE49-F238E27FC236}">
                <a16:creationId xmlns:a16="http://schemas.microsoft.com/office/drawing/2014/main" id="{972F5F94-D4F7-FB0F-86DE-1DBA70A4C8A7}"/>
              </a:ext>
            </a:extLst>
          </p:cNvPr>
          <p:cNvSpPr txBox="1">
            <a:spLocks/>
          </p:cNvSpPr>
          <p:nvPr/>
        </p:nvSpPr>
        <p:spPr>
          <a:xfrm>
            <a:off x="6502400" y="4218803"/>
            <a:ext cx="7233333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fr-FR" sz="3200" dirty="0">
                <a:latin typeface="Century Gothic" panose="020B0502020202020204" pitchFamily="34" charset="0"/>
              </a:rPr>
              <a:t>554 millions de personnes</a:t>
            </a:r>
          </a:p>
        </p:txBody>
      </p:sp>
      <p:sp>
        <p:nvSpPr>
          <p:cNvPr id="2" name="Google Shape;147;p4">
            <a:extLst>
              <a:ext uri="{FF2B5EF4-FFF2-40B4-BE49-F238E27FC236}">
                <a16:creationId xmlns:a16="http://schemas.microsoft.com/office/drawing/2014/main" id="{877C2B17-23E2-4B8A-E055-0F562898E27C}"/>
              </a:ext>
            </a:extLst>
          </p:cNvPr>
          <p:cNvSpPr/>
          <p:nvPr/>
        </p:nvSpPr>
        <p:spPr>
          <a:xfrm>
            <a:off x="9019869" y="270566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veut montrer le nombre de personnes et le % de personnes en état de sous-nutrition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=&gt; Expliciter le chiffre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F187F8-70D2-A5B1-ED33-1CFD638C7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53" y="2270940"/>
            <a:ext cx="5457825" cy="3895725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E350F41-FEEB-F480-B4A8-DF32C04F4EB7}"/>
              </a:ext>
            </a:extLst>
          </p:cNvPr>
          <p:cNvSpPr/>
          <p:nvPr/>
        </p:nvSpPr>
        <p:spPr>
          <a:xfrm rot="19806387">
            <a:off x="4735708" y="3888816"/>
            <a:ext cx="1907786" cy="234434"/>
          </a:xfrm>
          <a:prstGeom prst="rightArrow">
            <a:avLst/>
          </a:prstGeom>
          <a:solidFill>
            <a:srgbClr val="D95F0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2) Nombre théorique de personnes qui pourraient être nourries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5366328" y="1535192"/>
            <a:ext cx="6825672" cy="5187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050" dirty="0">
                <a:latin typeface="Century Gothic" panose="020B0502020202020204" pitchFamily="34" charset="0"/>
              </a:rPr>
              <a:t>Source : https://www.fao.org/4/y3557f/y3557f15.htm</a:t>
            </a:r>
            <a:endParaRPr sz="1050" dirty="0">
              <a:latin typeface="Century Gothic" panose="020B0502020202020204" pitchFamily="34" charset="0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006867" y="1417638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Chiffre à calculer avec la disponibilité alimentaire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Combien de Kcal par personne et par jour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Justification du chiffre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ED7FC7-A5A5-D08A-AEB6-A498CF960A2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dans chaque pays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A18FBBD-EC4F-3A05-C02B-49434AEF7717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en 2017.</a:t>
            </a: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A74500E9-C47A-EB79-13AE-435EE8D6B2D7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Est égal à 16">
            <a:extLst>
              <a:ext uri="{FF2B5EF4-FFF2-40B4-BE49-F238E27FC236}">
                <a16:creationId xmlns:a16="http://schemas.microsoft.com/office/drawing/2014/main" id="{E3F83F8E-FBD5-D3A6-36C1-32991F9C40E3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7CC7DC0-BC77-AE9C-1812-7FBCCB438C89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19" name="Signe de division 18">
            <a:extLst>
              <a:ext uri="{FF2B5EF4-FFF2-40B4-BE49-F238E27FC236}">
                <a16:creationId xmlns:a16="http://schemas.microsoft.com/office/drawing/2014/main" id="{EDF6C174-050D-7B87-A04E-0D9D2FF055A5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t égal à 19">
            <a:extLst>
              <a:ext uri="{FF2B5EF4-FFF2-40B4-BE49-F238E27FC236}">
                <a16:creationId xmlns:a16="http://schemas.microsoft.com/office/drawing/2014/main" id="{D269DE3B-3BEA-B178-D27D-14C13DA838A9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1E7BF95-A00F-B687-0DEA-05EB431F0415}"/>
              </a:ext>
            </a:extLst>
          </p:cNvPr>
          <p:cNvSpPr txBox="1"/>
          <p:nvPr/>
        </p:nvSpPr>
        <p:spPr>
          <a:xfrm>
            <a:off x="2701687" y="4231534"/>
            <a:ext cx="9207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8,83 Milliards de personnes, soit 120 % de la population mondiale.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4C59EA3-5F2F-CFF2-D4AD-4AC8D054B5DA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3) Nombre théorique de personnes qui pourraient être nourries uniquement avec les végétaux en 2017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1140004" y="3828381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Même calcul que précédemment mais avec uniquement les végétaux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9C9B610-9784-E7BC-09E1-304855359E9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végétal dans chaque pays :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1F652D-F5DE-C634-E07F-274418B0C7AC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concerné en 2017.</a:t>
            </a:r>
          </a:p>
        </p:txBody>
      </p:sp>
      <p:sp>
        <p:nvSpPr>
          <p:cNvPr id="5" name="Signe de multiplication 4">
            <a:extLst>
              <a:ext uri="{FF2B5EF4-FFF2-40B4-BE49-F238E27FC236}">
                <a16:creationId xmlns:a16="http://schemas.microsoft.com/office/drawing/2014/main" id="{0495A920-A68F-CF17-7122-417C23D81BA3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t égal à 5">
            <a:extLst>
              <a:ext uri="{FF2B5EF4-FFF2-40B4-BE49-F238E27FC236}">
                <a16:creationId xmlns:a16="http://schemas.microsoft.com/office/drawing/2014/main" id="{7D0D3F6A-C0E1-EA14-09D0-26AB77740A69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1BF7932-C337-6BA2-ED62-C7C0D006D2FF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8" name="Signe de division 7">
            <a:extLst>
              <a:ext uri="{FF2B5EF4-FFF2-40B4-BE49-F238E27FC236}">
                <a16:creationId xmlns:a16="http://schemas.microsoft.com/office/drawing/2014/main" id="{F3D8CC57-8C8D-3871-46F5-C4529D4112A7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t égal à 8">
            <a:extLst>
              <a:ext uri="{FF2B5EF4-FFF2-40B4-BE49-F238E27FC236}">
                <a16:creationId xmlns:a16="http://schemas.microsoft.com/office/drawing/2014/main" id="{5FDC7050-6E40-EA14-5130-48D10D56DFA5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3D1CBC-E1D7-4D4A-9AA0-011B7A1380C5}"/>
              </a:ext>
            </a:extLst>
          </p:cNvPr>
          <p:cNvSpPr txBox="1"/>
          <p:nvPr/>
        </p:nvSpPr>
        <p:spPr>
          <a:xfrm>
            <a:off x="2701687" y="3893228"/>
            <a:ext cx="8949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7,27 Milliards de personnes, soit 99 % de la population mondiale.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D059039-EA47-C6E8-855C-7184EBEED48B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4) Répartition de la disponibilité intérieure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92962" y="-171086"/>
            <a:ext cx="3432000" cy="25824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Donner la part de l’alimentation humaine, animale et perdue (est-ce qu’on peut aussi calculer les autres ?)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=&gt; Graphique ?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234495" y="-171086"/>
            <a:ext cx="3432000" cy="25824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1" i="0" u="sng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Equation </a:t>
            </a:r>
            <a:endParaRPr sz="1600" b="1" i="0" u="sng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Production + Importations - Exportations + Variation de stock</a:t>
            </a:r>
            <a:endParaRPr sz="16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=</a:t>
            </a:r>
            <a:endParaRPr sz="16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Disponibilité intérieure</a:t>
            </a:r>
            <a:endParaRPr sz="16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=</a:t>
            </a:r>
            <a:endParaRPr sz="16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Semences + Pertes + Nourriture + Aliments pour animaux + Traitement + Autres utilisations</a:t>
            </a:r>
            <a:endParaRPr sz="16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760D85-B619-BBC4-7DD5-ACE85EF4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22" y="2123275"/>
            <a:ext cx="5222791" cy="419251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F90F54-3FDF-D519-5E00-5C25FAD5E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679" y="2123275"/>
            <a:ext cx="5372100" cy="4192514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5) Part de l’utilisation des principales céréales entre l’alimentation humaine et animale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158575" y="1833025"/>
            <a:ext cx="4596600" cy="49146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Noms des céréales que j’ai récupérés sur le site de la FAO :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Blé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Riz (Eq Blanchi)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Orge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Maïs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Seigle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Avoine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Millet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Sorgho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Céréales, </a:t>
            </a:r>
            <a:endParaRPr sz="18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Autres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Est-ce qu’il ne faut donner que le total ou le détail par céréales et pour les humains et les animaux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Je ne sais pas encore, à voir.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E9ECCD4-01EA-969D-859F-5F7106BE3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901" y="1514279"/>
            <a:ext cx="7906853" cy="4896533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  <a:latin typeface="Century Gothic" panose="020B0502020202020204" pitchFamily="34" charset="0"/>
              </a:rPr>
              <a:t>2017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Graphique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Tableau de chiffres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À voir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A5F8A5-4B3E-7CB1-C38F-0DAB1A29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1838326"/>
            <a:ext cx="5705475" cy="49196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7) Liste des 10 pays qui ont le plus bénéficié de l’aide alimentaire entre 2013 et 2016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Tableau de chiffres ?</a:t>
            </a: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Podium ? </a:t>
            </a: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À voir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7DCDAB-31D7-C2A5-DA44-B2B7F919E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1903241"/>
            <a:ext cx="4572000" cy="44118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8) Évolution de l’aide alimentaire pour les 5 pays qui en ont le plus bénéficié entre 2013 et 2016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97" name="Google Shape;197;g2233f607d43_0_0"/>
          <p:cNvSpPr/>
          <p:nvPr/>
        </p:nvSpPr>
        <p:spPr>
          <a:xfrm>
            <a:off x="7835901" y="2840469"/>
            <a:ext cx="3432000" cy="2582400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Graphique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Tableau de chiffres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À voir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AA7E2C-A938-C52D-9A74-A8814BAB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924537"/>
            <a:ext cx="756285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forte disponibilité alimentaire par habitant</a:t>
            </a:r>
            <a:endParaRPr sz="3200">
              <a:latin typeface="Century Gothic" panose="020B0502020202020204" pitchFamily="34" charset="0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827809" y="2824285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Graphique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Tableau de chiffres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Podium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À voir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BD25E6-8A9C-B497-D9D8-FBB63222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437" y="1417638"/>
            <a:ext cx="5591175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faible disponibilité alimentaire par habitant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7835901" y="2840469"/>
            <a:ext cx="3432024" cy="2582431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Graphique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Tableau de chiffres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Podium ?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À voir </a:t>
            </a: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DD7AA4-44F0-295D-5EEA-DA216A78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709" y="1754296"/>
            <a:ext cx="4637192" cy="4754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10) Étude sur le manioc en Thaïlande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27426" y="5641001"/>
            <a:ext cx="10554574" cy="11496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 sous-nutrition n'est pas toujours due à un manque de production nationale, mais souvent à une logique économique (exporter des produits pour gagner des devises plutôt que de nourrir la population locale).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75719" y="8267044"/>
            <a:ext cx="3432024" cy="3742364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Donner la part de personnes en état de sous- nutrition pour ce pays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Regarder les exportations et la production de Manioc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Est-ce que c’est logique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Quelle est la disponibilité par habitant pour la Thaïlande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98441E-9425-EE13-89F4-DDCBABB1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4" y="2048768"/>
            <a:ext cx="2419596" cy="15818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8531B9-B831-DC2D-C0E1-E9CB4313E0DC}"/>
              </a:ext>
            </a:extLst>
          </p:cNvPr>
          <p:cNvSpPr txBox="1"/>
          <p:nvPr/>
        </p:nvSpPr>
        <p:spPr>
          <a:xfrm>
            <a:off x="600814" y="3757968"/>
            <a:ext cx="24195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La Thaïlande a environ 70 millions d’habitants et ~9% de la population est en sous nutrition.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1723DC-2D6C-D54B-286C-AD73A72C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29" y="2048769"/>
            <a:ext cx="2885287" cy="15818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FA7C28F-73BB-1C83-A5CE-C957145CC904}"/>
              </a:ext>
            </a:extLst>
          </p:cNvPr>
          <p:cNvSpPr txBox="1"/>
          <p:nvPr/>
        </p:nvSpPr>
        <p:spPr>
          <a:xfrm>
            <a:off x="4329328" y="3768701"/>
            <a:ext cx="2885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Sur les 30 milliards de </a:t>
            </a:r>
            <a:r>
              <a:rPr lang="fr-FR" sz="1800" b="1" dirty="0" err="1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kgs</a:t>
            </a: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 manioc produits par an, plus de 80% sont exportés.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6EEB327-04F4-6F07-F03A-1E9C92048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35" y="2048768"/>
            <a:ext cx="3067651" cy="158189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9E975FD-507F-C91E-750D-B7DCD6A11A4C}"/>
              </a:ext>
            </a:extLst>
          </p:cNvPr>
          <p:cNvSpPr txBox="1"/>
          <p:nvPr/>
        </p:nvSpPr>
        <p:spPr>
          <a:xfrm>
            <a:off x="8523535" y="3753912"/>
            <a:ext cx="306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Cela laisse 13kg par personne / an soit 40kcal par jour (pour rappel une personne a besoin de 2500 kcal / jour).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Analyses complémentaires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7781037" y="2169360"/>
            <a:ext cx="3432024" cy="3742364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Je vais peut-être trouver des choses supplémentaires pendant l’analyse.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>
                <a:latin typeface="Century Gothic" panose="020B0502020202020204" pitchFamily="34" charset="0"/>
              </a:rPr>
              <a:t>Conclusion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ppt/theme/themeOverride2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</TotalTime>
  <Words>811</Words>
  <Application>Microsoft Office PowerPoint</Application>
  <PresentationFormat>Grand écran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Calibri</vt:lpstr>
      <vt:lpstr>Noto Sans Symbols</vt:lpstr>
      <vt:lpstr>Entre guillemets</vt:lpstr>
      <vt:lpstr>Étude sur l’alimentation dans le monde  2013 - 2017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Zied Belhocine</cp:lastModifiedBy>
  <cp:revision>1</cp:revision>
  <dcterms:created xsi:type="dcterms:W3CDTF">2023-03-17T20:58:30Z</dcterms:created>
  <dcterms:modified xsi:type="dcterms:W3CDTF">2026-02-05T12:49:29Z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