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embeddedFontLst>
    <p:embeddedFont>
      <p:font typeface="Century Gothic" panose="020B0502020202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irjfFyYNBG5sNntC35Cbhoqt17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ed Belhocine" userId="200cc0e2b299676e" providerId="LiveId" clId="{36CCCAD6-9B8B-4ECC-B7BF-7E36B9ADD69A}"/>
    <pc:docChg chg="undo custSel modSld">
      <pc:chgData name="Zied Belhocine" userId="200cc0e2b299676e" providerId="LiveId" clId="{36CCCAD6-9B8B-4ECC-B7BF-7E36B9ADD69A}" dt="2026-01-28T14:31:50.018" v="1111" actId="2711"/>
      <pc:docMkLst>
        <pc:docMk/>
      </pc:docMkLst>
      <pc:sldChg chg="addSp delSp modSp mod">
        <pc:chgData name="Zied Belhocine" userId="200cc0e2b299676e" providerId="LiveId" clId="{36CCCAD6-9B8B-4ECC-B7BF-7E36B9ADD69A}" dt="2026-01-28T14:29:46.176" v="1087" actId="2711"/>
        <pc:sldMkLst>
          <pc:docMk/>
          <pc:sldMk cId="0" sldId="256"/>
        </pc:sldMkLst>
        <pc:spChg chg="mod or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0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1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2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46.176" v="1087" actId="2711"/>
          <ac:spMkLst>
            <pc:docMk/>
            <pc:sldMk cId="0" sldId="256"/>
            <ac:spMk id="123" creationId="{00000000-0000-0000-0000-000000000000}"/>
          </ac:spMkLst>
        </pc:spChg>
        <pc:spChg chg="del">
          <ac:chgData name="Zied Belhocine" userId="200cc0e2b299676e" providerId="LiveId" clId="{36CCCAD6-9B8B-4ECC-B7BF-7E36B9ADD69A}" dt="2026-01-22T11:05:07.407" v="6" actId="478"/>
          <ac:spMkLst>
            <pc:docMk/>
            <pc:sldMk cId="0" sldId="256"/>
            <ac:spMk id="125" creationId="{00000000-0000-0000-0000-000000000000}"/>
          </ac:spMkLst>
        </pc:spChg>
        <pc:picChg chg="del">
          <ac:chgData name="Zied Belhocine" userId="200cc0e2b299676e" providerId="LiveId" clId="{36CCCAD6-9B8B-4ECC-B7BF-7E36B9ADD69A}" dt="2026-01-22T11:05:04.695" v="5" actId="478"/>
          <ac:picMkLst>
            <pc:docMk/>
            <pc:sldMk cId="0" sldId="256"/>
            <ac:picMk id="124" creationId="{00000000-0000-0000-0000-000000000000}"/>
          </ac:picMkLst>
        </pc:picChg>
        <pc:picChg chg="add mod">
          <ac:chgData name="Zied Belhocine" userId="200cc0e2b299676e" providerId="LiveId" clId="{36CCCAD6-9B8B-4ECC-B7BF-7E36B9ADD69A}" dt="2026-01-28T14:29:46.176" v="1087" actId="2711"/>
          <ac:picMkLst>
            <pc:docMk/>
            <pc:sldMk cId="0" sldId="256"/>
            <ac:picMk id="1026" creationId="{801B4146-AC81-015A-C5F6-016F190EE981}"/>
          </ac:picMkLst>
        </pc:picChg>
      </pc:sldChg>
      <pc:sldChg chg="addSp delSp modSp mod">
        <pc:chgData name="Zied Belhocine" userId="200cc0e2b299676e" providerId="LiveId" clId="{36CCCAD6-9B8B-4ECC-B7BF-7E36B9ADD69A}" dt="2026-01-28T14:06:01.989" v="802" actId="1076"/>
        <pc:sldMkLst>
          <pc:docMk/>
          <pc:sldMk cId="0" sldId="257"/>
        </pc:sldMkLst>
        <pc:spChg chg="add del mod">
          <ac:chgData name="Zied Belhocine" userId="200cc0e2b299676e" providerId="LiveId" clId="{36CCCAD6-9B8B-4ECC-B7BF-7E36B9ADD69A}" dt="2026-01-28T14:03:31.604" v="698"/>
          <ac:spMkLst>
            <pc:docMk/>
            <pc:sldMk cId="0" sldId="257"/>
            <ac:spMk id="13" creationId="{A1D4AEB0-0B7A-608E-927D-A1E8BC2B9D3F}"/>
          </ac:spMkLst>
        </pc:spChg>
        <pc:spChg chg="add mod">
          <ac:chgData name="Zied Belhocine" userId="200cc0e2b299676e" providerId="LiveId" clId="{36CCCAD6-9B8B-4ECC-B7BF-7E36B9ADD69A}" dt="2026-01-28T14:04:34.663" v="731" actId="1076"/>
          <ac:spMkLst>
            <pc:docMk/>
            <pc:sldMk cId="0" sldId="257"/>
            <ac:spMk id="15" creationId="{DC22E4E6-ED57-8B00-7961-177B59E2654B}"/>
          </ac:spMkLst>
        </pc:spChg>
        <pc:spChg chg="add del mod">
          <ac:chgData name="Zied Belhocine" userId="200cc0e2b299676e" providerId="LiveId" clId="{36CCCAD6-9B8B-4ECC-B7BF-7E36B9ADD69A}" dt="2026-01-28T14:04:22.850" v="727" actId="478"/>
          <ac:spMkLst>
            <pc:docMk/>
            <pc:sldMk cId="0" sldId="257"/>
            <ac:spMk id="17" creationId="{32B95310-0C24-2803-1B2A-0D5C6F252912}"/>
          </ac:spMkLst>
        </pc:spChg>
        <pc:spChg chg="add mod">
          <ac:chgData name="Zied Belhocine" userId="200cc0e2b299676e" providerId="LiveId" clId="{36CCCAD6-9B8B-4ECC-B7BF-7E36B9ADD69A}" dt="2026-01-28T14:05:02.836" v="744" actId="1076"/>
          <ac:spMkLst>
            <pc:docMk/>
            <pc:sldMk cId="0" sldId="257"/>
            <ac:spMk id="18" creationId="{B8AD7F91-224E-4E58-1E9B-8CF6F2BC5A10}"/>
          </ac:spMkLst>
        </pc:spChg>
        <pc:spChg chg="add mod">
          <ac:chgData name="Zied Belhocine" userId="200cc0e2b299676e" providerId="LiveId" clId="{36CCCAD6-9B8B-4ECC-B7BF-7E36B9ADD69A}" dt="2026-01-28T14:05:24.037" v="763" actId="1076"/>
          <ac:spMkLst>
            <pc:docMk/>
            <pc:sldMk cId="0" sldId="257"/>
            <ac:spMk id="19" creationId="{FE5646BF-38AB-8B4E-AE81-B47E38FFB4CD}"/>
          </ac:spMkLst>
        </pc:spChg>
        <pc:spChg chg="add mod">
          <ac:chgData name="Zied Belhocine" userId="200cc0e2b299676e" providerId="LiveId" clId="{36CCCAD6-9B8B-4ECC-B7BF-7E36B9ADD69A}" dt="2026-01-28T14:05:37.814" v="780" actId="1076"/>
          <ac:spMkLst>
            <pc:docMk/>
            <pc:sldMk cId="0" sldId="257"/>
            <ac:spMk id="20" creationId="{34CD730F-DE43-F7D8-55FB-06E87979880C}"/>
          </ac:spMkLst>
        </pc:spChg>
        <pc:spChg chg="add mod">
          <ac:chgData name="Zied Belhocine" userId="200cc0e2b299676e" providerId="LiveId" clId="{36CCCAD6-9B8B-4ECC-B7BF-7E36B9ADD69A}" dt="2026-01-28T14:06:01.989" v="802" actId="1076"/>
          <ac:spMkLst>
            <pc:docMk/>
            <pc:sldMk cId="0" sldId="257"/>
            <ac:spMk id="21" creationId="{CA73EB3A-A00B-827C-12E6-9E9C62C1B0EA}"/>
          </ac:spMkLst>
        </pc:spChg>
        <pc:spChg chg="del mod">
          <ac:chgData name="Zied Belhocine" userId="200cc0e2b299676e" providerId="LiveId" clId="{36CCCAD6-9B8B-4ECC-B7BF-7E36B9ADD69A}" dt="2026-01-28T14:04:17.757" v="725" actId="478"/>
          <ac:spMkLst>
            <pc:docMk/>
            <pc:sldMk cId="0" sldId="257"/>
            <ac:spMk id="131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3:39:11.310" v="455" actId="478"/>
          <ac:spMkLst>
            <pc:docMk/>
            <pc:sldMk cId="0" sldId="257"/>
            <ac:spMk id="132" creationId="{00000000-0000-0000-0000-000000000000}"/>
          </ac:spMkLst>
        </pc:spChg>
        <pc:picChg chg="add del mod">
          <ac:chgData name="Zied Belhocine" userId="200cc0e2b299676e" providerId="LiveId" clId="{36CCCAD6-9B8B-4ECC-B7BF-7E36B9ADD69A}" dt="2026-01-28T13:55:01.567" v="651" actId="478"/>
          <ac:picMkLst>
            <pc:docMk/>
            <pc:sldMk cId="0" sldId="257"/>
            <ac:picMk id="2" creationId="{D28E7D32-8AEC-5DCC-8123-0662C73CF435}"/>
          </ac:picMkLst>
        </pc:picChg>
        <pc:picChg chg="add del mod">
          <ac:chgData name="Zied Belhocine" userId="200cc0e2b299676e" providerId="LiveId" clId="{36CCCAD6-9B8B-4ECC-B7BF-7E36B9ADD69A}" dt="2026-01-28T13:46:30.979" v="629" actId="478"/>
          <ac:picMkLst>
            <pc:docMk/>
            <pc:sldMk cId="0" sldId="257"/>
            <ac:picMk id="3" creationId="{CE2D3E78-94E0-33A2-B003-41AFC89F1630}"/>
          </ac:picMkLst>
        </pc:picChg>
        <pc:picChg chg="add del">
          <ac:chgData name="Zied Belhocine" userId="200cc0e2b299676e" providerId="LiveId" clId="{36CCCAD6-9B8B-4ECC-B7BF-7E36B9ADD69A}" dt="2026-01-28T14:00:49.741" v="654" actId="478"/>
          <ac:picMkLst>
            <pc:docMk/>
            <pc:sldMk cId="0" sldId="257"/>
            <ac:picMk id="4" creationId="{7FCF4687-E68B-A097-149A-56A858B2D858}"/>
          </ac:picMkLst>
        </pc:picChg>
        <pc:picChg chg="add mod">
          <ac:chgData name="Zied Belhocine" userId="200cc0e2b299676e" providerId="LiveId" clId="{36CCCAD6-9B8B-4ECC-B7BF-7E36B9ADD69A}" dt="2026-01-28T14:02:56.529" v="691" actId="1076"/>
          <ac:picMkLst>
            <pc:docMk/>
            <pc:sldMk cId="0" sldId="257"/>
            <ac:picMk id="6" creationId="{E96593C4-5F17-1784-5D86-B25CEC5A0CFA}"/>
          </ac:picMkLst>
        </pc:picChg>
        <pc:picChg chg="add mod">
          <ac:chgData name="Zied Belhocine" userId="200cc0e2b299676e" providerId="LiveId" clId="{36CCCAD6-9B8B-4ECC-B7BF-7E36B9ADD69A}" dt="2026-01-28T14:02:53.193" v="689" actId="14100"/>
          <ac:picMkLst>
            <pc:docMk/>
            <pc:sldMk cId="0" sldId="257"/>
            <ac:picMk id="8" creationId="{E9E961B2-5A76-FBC0-4674-27E6CC2013E9}"/>
          </ac:picMkLst>
        </pc:picChg>
        <pc:picChg chg="add mod">
          <ac:chgData name="Zied Belhocine" userId="200cc0e2b299676e" providerId="LiveId" clId="{36CCCAD6-9B8B-4ECC-B7BF-7E36B9ADD69A}" dt="2026-01-28T14:02:48.848" v="687" actId="14100"/>
          <ac:picMkLst>
            <pc:docMk/>
            <pc:sldMk cId="0" sldId="257"/>
            <ac:picMk id="10" creationId="{D1AFCA19-923C-B2E1-4542-9FD9C8FB66C8}"/>
          </ac:picMkLst>
        </pc:picChg>
        <pc:picChg chg="add mod">
          <ac:chgData name="Zied Belhocine" userId="200cc0e2b299676e" providerId="LiveId" clId="{36CCCAD6-9B8B-4ECC-B7BF-7E36B9ADD69A}" dt="2026-01-28T14:02:50.931" v="688" actId="14100"/>
          <ac:picMkLst>
            <pc:docMk/>
            <pc:sldMk cId="0" sldId="257"/>
            <ac:picMk id="12" creationId="{8CE40920-D2F2-4DCD-E0DB-060718A0E545}"/>
          </ac:picMkLst>
        </pc:picChg>
        <pc:picChg chg="add del mod">
          <ac:chgData name="Zied Belhocine" userId="200cc0e2b299676e" providerId="LiveId" clId="{36CCCAD6-9B8B-4ECC-B7BF-7E36B9ADD69A}" dt="2026-01-22T11:07:20.520" v="39" actId="478"/>
          <ac:picMkLst>
            <pc:docMk/>
            <pc:sldMk cId="0" sldId="257"/>
            <ac:picMk id="2050" creationId="{214EB35B-3934-99D3-0A18-A0B907F54F31}"/>
          </ac:picMkLst>
        </pc:picChg>
        <pc:picChg chg="add del mod">
          <ac:chgData name="Zied Belhocine" userId="200cc0e2b299676e" providerId="LiveId" clId="{36CCCAD6-9B8B-4ECC-B7BF-7E36B9ADD69A}" dt="2026-01-28T14:02:08.017" v="681" actId="478"/>
          <ac:picMkLst>
            <pc:docMk/>
            <pc:sldMk cId="0" sldId="257"/>
            <ac:picMk id="2050" creationId="{6C279282-AC02-04C4-F8C7-83DFA344BAFB}"/>
          </ac:picMkLst>
        </pc:picChg>
        <pc:picChg chg="add del mod">
          <ac:chgData name="Zied Belhocine" userId="200cc0e2b299676e" providerId="LiveId" clId="{36CCCAD6-9B8B-4ECC-B7BF-7E36B9ADD69A}" dt="2026-01-28T14:02:00.643" v="677" actId="478"/>
          <ac:picMkLst>
            <pc:docMk/>
            <pc:sldMk cId="0" sldId="257"/>
            <ac:picMk id="2052" creationId="{ADCC6600-870F-5D7C-DF83-ECCCF2E4873F}"/>
          </ac:picMkLst>
        </pc:picChg>
        <pc:picChg chg="add del mod">
          <ac:chgData name="Zied Belhocine" userId="200cc0e2b299676e" providerId="LiveId" clId="{36CCCAD6-9B8B-4ECC-B7BF-7E36B9ADD69A}" dt="2026-01-28T14:01:15.138" v="662" actId="478"/>
          <ac:picMkLst>
            <pc:docMk/>
            <pc:sldMk cId="0" sldId="257"/>
            <ac:picMk id="2054" creationId="{C43AEC59-FACF-7421-5D0E-673416DFEC31}"/>
          </ac:picMkLst>
        </pc:picChg>
      </pc:sldChg>
      <pc:sldChg chg="addSp delSp modSp mod">
        <pc:chgData name="Zied Belhocine" userId="200cc0e2b299676e" providerId="LiveId" clId="{36CCCAD6-9B8B-4ECC-B7BF-7E36B9ADD69A}" dt="2026-01-28T14:14:47.297" v="1086" actId="14100"/>
        <pc:sldMkLst>
          <pc:docMk/>
          <pc:sldMk cId="0" sldId="258"/>
        </pc:sldMkLst>
        <pc:spChg chg="add del mod">
          <ac:chgData name="Zied Belhocine" userId="200cc0e2b299676e" providerId="LiveId" clId="{36CCCAD6-9B8B-4ECC-B7BF-7E36B9ADD69A}" dt="2026-01-28T14:09:54.591" v="943" actId="478"/>
          <ac:spMkLst>
            <pc:docMk/>
            <pc:sldMk cId="0" sldId="258"/>
            <ac:spMk id="4" creationId="{F7B36883-404B-4CE4-050C-5044F70B4A1E}"/>
          </ac:spMkLst>
        </pc:spChg>
        <pc:spChg chg="add mod">
          <ac:chgData name="Zied Belhocine" userId="200cc0e2b299676e" providerId="LiveId" clId="{36CCCAD6-9B8B-4ECC-B7BF-7E36B9ADD69A}" dt="2026-01-28T14:09:50.835" v="942" actId="20577"/>
          <ac:spMkLst>
            <pc:docMk/>
            <pc:sldMk cId="0" sldId="258"/>
            <ac:spMk id="6" creationId="{083BBDBB-4C1A-0131-5FF2-0FC124AAF63E}"/>
          </ac:spMkLst>
        </pc:spChg>
        <pc:spChg chg="add del">
          <ac:chgData name="Zied Belhocine" userId="200cc0e2b299676e" providerId="LiveId" clId="{36CCCAD6-9B8B-4ECC-B7BF-7E36B9ADD69A}" dt="2026-01-28T14:12:27.898" v="966" actId="478"/>
          <ac:spMkLst>
            <pc:docMk/>
            <pc:sldMk cId="0" sldId="258"/>
            <ac:spMk id="10" creationId="{481B25D7-E35C-FD08-E08B-B7CFB5D0C2E0}"/>
          </ac:spMkLst>
        </pc:spChg>
        <pc:spChg chg="add mod">
          <ac:chgData name="Zied Belhocine" userId="200cc0e2b299676e" providerId="LiveId" clId="{36CCCAD6-9B8B-4ECC-B7BF-7E36B9ADD69A}" dt="2026-01-28T14:14:33.287" v="1073" actId="14100"/>
          <ac:spMkLst>
            <pc:docMk/>
            <pc:sldMk cId="0" sldId="258"/>
            <ac:spMk id="12" creationId="{17D4718E-3242-053A-E02A-1051C4EDB346}"/>
          </ac:spMkLst>
        </pc:spChg>
        <pc:spChg chg="add mod">
          <ac:chgData name="Zied Belhocine" userId="200cc0e2b299676e" providerId="LiveId" clId="{36CCCAD6-9B8B-4ECC-B7BF-7E36B9ADD69A}" dt="2026-01-28T14:13:56.874" v="1045" actId="14100"/>
          <ac:spMkLst>
            <pc:docMk/>
            <pc:sldMk cId="0" sldId="258"/>
            <ac:spMk id="13" creationId="{061CF1BD-A45D-224F-ACCA-1E870EB53166}"/>
          </ac:spMkLst>
        </pc:spChg>
        <pc:spChg chg="add mod">
          <ac:chgData name="Zied Belhocine" userId="200cc0e2b299676e" providerId="LiveId" clId="{36CCCAD6-9B8B-4ECC-B7BF-7E36B9ADD69A}" dt="2026-01-28T14:14:47.297" v="1086" actId="14100"/>
          <ac:spMkLst>
            <pc:docMk/>
            <pc:sldMk cId="0" sldId="258"/>
            <ac:spMk id="14" creationId="{CD6A90EC-6099-7E3B-C134-5FA9C0719DC6}"/>
          </ac:spMkLst>
        </pc:spChg>
        <pc:spChg chg="del mod">
          <ac:chgData name="Zied Belhocine" userId="200cc0e2b299676e" providerId="LiveId" clId="{36CCCAD6-9B8B-4ECC-B7BF-7E36B9ADD69A}" dt="2026-01-28T14:07:20.192" v="813" actId="478"/>
          <ac:spMkLst>
            <pc:docMk/>
            <pc:sldMk cId="0" sldId="258"/>
            <ac:spMk id="138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4:10:05.233" v="946" actId="478"/>
          <ac:spMkLst>
            <pc:docMk/>
            <pc:sldMk cId="0" sldId="258"/>
            <ac:spMk id="139" creationId="{00000000-0000-0000-0000-000000000000}"/>
          </ac:spMkLst>
        </pc:spChg>
        <pc:spChg chg="del mod">
          <ac:chgData name="Zied Belhocine" userId="200cc0e2b299676e" providerId="LiveId" clId="{36CCCAD6-9B8B-4ECC-B7BF-7E36B9ADD69A}" dt="2026-01-28T14:09:01.050" v="823" actId="478"/>
          <ac:spMkLst>
            <pc:docMk/>
            <pc:sldMk cId="0" sldId="258"/>
            <ac:spMk id="140" creationId="{00000000-0000-0000-0000-000000000000}"/>
          </ac:spMkLst>
        </pc:sp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2" creationId="{3B15BA9A-FE9C-13C9-8D6D-B0203B27CDA7}"/>
          </ac:picMkLst>
        </pc:picChg>
        <pc:picChg chg="add del mod">
          <ac:chgData name="Zied Belhocine" userId="200cc0e2b299676e" providerId="LiveId" clId="{36CCCAD6-9B8B-4ECC-B7BF-7E36B9ADD69A}" dt="2026-01-28T14:11:20.594" v="958" actId="478"/>
          <ac:picMkLst>
            <pc:docMk/>
            <pc:sldMk cId="0" sldId="258"/>
            <ac:picMk id="5" creationId="{4A8E4176-E6F9-1602-FE27-A69B18B73E4F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7" creationId="{B990FCBC-1B23-B5D7-6316-6C6F69C6756D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8" creationId="{04931248-A79D-0AF4-F81B-E47B6EF5BB30}"/>
          </ac:picMkLst>
        </pc:picChg>
        <pc:picChg chg="add mod">
          <ac:chgData name="Zied Belhocine" userId="200cc0e2b299676e" providerId="LiveId" clId="{36CCCAD6-9B8B-4ECC-B7BF-7E36B9ADD69A}" dt="2026-01-28T14:12:56.573" v="977" actId="1076"/>
          <ac:picMkLst>
            <pc:docMk/>
            <pc:sldMk cId="0" sldId="258"/>
            <ac:picMk id="11" creationId="{2D223084-931D-FFB2-E638-36887CF766F6}"/>
          </ac:picMkLst>
        </pc:picChg>
        <pc:picChg chg="add del mod">
          <ac:chgData name="Zied Belhocine" userId="200cc0e2b299676e" providerId="LiveId" clId="{36CCCAD6-9B8B-4ECC-B7BF-7E36B9ADD69A}" dt="2026-01-28T13:41:44.611" v="537" actId="478"/>
          <ac:picMkLst>
            <pc:docMk/>
            <pc:sldMk cId="0" sldId="258"/>
            <ac:picMk id="1026" creationId="{AFB696D4-79A7-79E1-B0D4-02C508BD5AF5}"/>
          </ac:picMkLst>
        </pc:picChg>
        <pc:picChg chg="add del mod">
          <ac:chgData name="Zied Belhocine" userId="200cc0e2b299676e" providerId="LiveId" clId="{36CCCAD6-9B8B-4ECC-B7BF-7E36B9ADD69A}" dt="2026-01-28T14:07:17.615" v="811" actId="478"/>
          <ac:picMkLst>
            <pc:docMk/>
            <pc:sldMk cId="0" sldId="258"/>
            <ac:picMk id="1028" creationId="{C2755AE2-D2BE-E4A2-2E1A-DB018DD7A3D5}"/>
          </ac:picMkLst>
        </pc:picChg>
      </pc:sldChg>
      <pc:sldChg chg="modSp mod">
        <pc:chgData name="Zied Belhocine" userId="200cc0e2b299676e" providerId="LiveId" clId="{36CCCAD6-9B8B-4ECC-B7BF-7E36B9ADD69A}" dt="2026-01-28T14:29:59.048" v="1088" actId="2711"/>
        <pc:sldMkLst>
          <pc:docMk/>
          <pc:sldMk cId="0" sldId="259"/>
        </pc:sldMkLst>
        <pc:spChg chg="mod">
          <ac:chgData name="Zied Belhocine" userId="200cc0e2b299676e" providerId="LiveId" clId="{36CCCAD6-9B8B-4ECC-B7BF-7E36B9ADD69A}" dt="2026-01-28T14:29:59.048" v="1088" actId="2711"/>
          <ac:spMkLst>
            <pc:docMk/>
            <pc:sldMk cId="0" sldId="259"/>
            <ac:spMk id="145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59.048" v="1088" actId="2711"/>
          <ac:spMkLst>
            <pc:docMk/>
            <pc:sldMk cId="0" sldId="259"/>
            <ac:spMk id="146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29:59.048" v="1088" actId="2711"/>
          <ac:spMkLst>
            <pc:docMk/>
            <pc:sldMk cId="0" sldId="259"/>
            <ac:spMk id="147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0:03.517" v="1089" actId="2711"/>
        <pc:sldMkLst>
          <pc:docMk/>
          <pc:sldMk cId="0" sldId="260"/>
        </pc:sldMkLst>
        <pc:spChg chg="mod">
          <ac:chgData name="Zied Belhocine" userId="200cc0e2b299676e" providerId="LiveId" clId="{36CCCAD6-9B8B-4ECC-B7BF-7E36B9ADD69A}" dt="2026-01-28T14:30:03.517" v="1089" actId="2711"/>
          <ac:spMkLst>
            <pc:docMk/>
            <pc:sldMk cId="0" sldId="260"/>
            <ac:spMk id="152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03.517" v="1089" actId="2711"/>
          <ac:spMkLst>
            <pc:docMk/>
            <pc:sldMk cId="0" sldId="260"/>
            <ac:spMk id="153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03.517" v="1089" actId="2711"/>
          <ac:spMkLst>
            <pc:docMk/>
            <pc:sldMk cId="0" sldId="260"/>
            <ac:spMk id="154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0:15.889" v="1091" actId="2711"/>
        <pc:sldMkLst>
          <pc:docMk/>
          <pc:sldMk cId="0" sldId="261"/>
        </pc:sldMkLst>
        <pc:spChg chg="mod">
          <ac:chgData name="Zied Belhocine" userId="200cc0e2b299676e" providerId="LiveId" clId="{36CCCAD6-9B8B-4ECC-B7BF-7E36B9ADD69A}" dt="2026-01-28T14:30:15.889" v="1091" actId="2711"/>
          <ac:spMkLst>
            <pc:docMk/>
            <pc:sldMk cId="0" sldId="261"/>
            <ac:spMk id="159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15.889" v="1091" actId="2711"/>
          <ac:spMkLst>
            <pc:docMk/>
            <pc:sldMk cId="0" sldId="261"/>
            <ac:spMk id="160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15.889" v="1091" actId="2711"/>
          <ac:spMkLst>
            <pc:docMk/>
            <pc:sldMk cId="0" sldId="261"/>
            <ac:spMk id="161" creationId="{00000000-0000-0000-0000-000000000000}"/>
          </ac:spMkLst>
        </pc:spChg>
      </pc:sldChg>
      <pc:sldChg chg="modSp mod setBg">
        <pc:chgData name="Zied Belhocine" userId="200cc0e2b299676e" providerId="LiveId" clId="{36CCCAD6-9B8B-4ECC-B7BF-7E36B9ADD69A}" dt="2026-01-28T14:30:27.238" v="1093"/>
        <pc:sldMkLst>
          <pc:docMk/>
          <pc:sldMk cId="0" sldId="262"/>
        </pc:sldMkLst>
        <pc:spChg chg="mod">
          <ac:chgData name="Zied Belhocine" userId="200cc0e2b299676e" providerId="LiveId" clId="{36CCCAD6-9B8B-4ECC-B7BF-7E36B9ADD69A}" dt="2026-01-28T14:30:27.238" v="1093"/>
          <ac:spMkLst>
            <pc:docMk/>
            <pc:sldMk cId="0" sldId="262"/>
            <ac:spMk id="166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27.238" v="1093"/>
          <ac:spMkLst>
            <pc:docMk/>
            <pc:sldMk cId="0" sldId="262"/>
            <ac:spMk id="167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24.145" v="1092" actId="2711"/>
          <ac:spMkLst>
            <pc:docMk/>
            <pc:sldMk cId="0" sldId="262"/>
            <ac:spMk id="168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24.145" v="1092" actId="2711"/>
          <ac:spMkLst>
            <pc:docMk/>
            <pc:sldMk cId="0" sldId="262"/>
            <ac:spMk id="169" creationId="{00000000-0000-0000-0000-000000000000}"/>
          </ac:spMkLst>
        </pc:spChg>
      </pc:sldChg>
      <pc:sldChg chg="modSp mod setBg">
        <pc:chgData name="Zied Belhocine" userId="200cc0e2b299676e" providerId="LiveId" clId="{36CCCAD6-9B8B-4ECC-B7BF-7E36B9ADD69A}" dt="2026-01-28T14:30:33.694" v="1095" actId="2711"/>
        <pc:sldMkLst>
          <pc:docMk/>
          <pc:sldMk cId="0" sldId="263"/>
        </pc:sldMkLst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4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5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33.694" v="1095" actId="2711"/>
          <ac:spMkLst>
            <pc:docMk/>
            <pc:sldMk cId="0" sldId="263"/>
            <ac:spMk id="176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0:43.739" v="1096" actId="2711"/>
        <pc:sldMkLst>
          <pc:docMk/>
          <pc:sldMk cId="0" sldId="264"/>
        </pc:sldMkLst>
        <pc:spChg chg="mod">
          <ac:chgData name="Zied Belhocine" userId="200cc0e2b299676e" providerId="LiveId" clId="{36CCCAD6-9B8B-4ECC-B7BF-7E36B9ADD69A}" dt="2026-01-28T14:30:43.739" v="1096" actId="2711"/>
          <ac:spMkLst>
            <pc:docMk/>
            <pc:sldMk cId="0" sldId="264"/>
            <ac:spMk id="181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43.739" v="1096" actId="2711"/>
          <ac:spMkLst>
            <pc:docMk/>
            <pc:sldMk cId="0" sldId="264"/>
            <ac:spMk id="182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0:43.739" v="1096" actId="2711"/>
          <ac:spMkLst>
            <pc:docMk/>
            <pc:sldMk cId="0" sldId="264"/>
            <ac:spMk id="183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1:00.316" v="1101" actId="2711"/>
        <pc:sldMkLst>
          <pc:docMk/>
          <pc:sldMk cId="0" sldId="265"/>
        </pc:sldMkLst>
        <pc:spChg chg="mod">
          <ac:chgData name="Zied Belhocine" userId="200cc0e2b299676e" providerId="LiveId" clId="{36CCCAD6-9B8B-4ECC-B7BF-7E36B9ADD69A}" dt="2026-01-28T14:31:00.316" v="1101" actId="2711"/>
          <ac:spMkLst>
            <pc:docMk/>
            <pc:sldMk cId="0" sldId="265"/>
            <ac:spMk id="188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00.316" v="1101" actId="2711"/>
          <ac:spMkLst>
            <pc:docMk/>
            <pc:sldMk cId="0" sldId="265"/>
            <ac:spMk id="189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00.316" v="1101" actId="2711"/>
          <ac:spMkLst>
            <pc:docMk/>
            <pc:sldMk cId="0" sldId="265"/>
            <ac:spMk id="190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1:12.402" v="1104" actId="2711"/>
        <pc:sldMkLst>
          <pc:docMk/>
          <pc:sldMk cId="0" sldId="266"/>
        </pc:sldMkLst>
        <pc:spChg chg="mod">
          <ac:chgData name="Zied Belhocine" userId="200cc0e2b299676e" providerId="LiveId" clId="{36CCCAD6-9B8B-4ECC-B7BF-7E36B9ADD69A}" dt="2026-01-28T14:31:12.402" v="1104" actId="2711"/>
          <ac:spMkLst>
            <pc:docMk/>
            <pc:sldMk cId="0" sldId="266"/>
            <ac:spMk id="195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12.402" v="1104" actId="2711"/>
          <ac:spMkLst>
            <pc:docMk/>
            <pc:sldMk cId="0" sldId="266"/>
            <ac:spMk id="196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12.402" v="1104" actId="2711"/>
          <ac:spMkLst>
            <pc:docMk/>
            <pc:sldMk cId="0" sldId="266"/>
            <ac:spMk id="197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1:25.076" v="1105" actId="2711"/>
        <pc:sldMkLst>
          <pc:docMk/>
          <pc:sldMk cId="0" sldId="267"/>
        </pc:sldMkLst>
        <pc:spChg chg="mod">
          <ac:chgData name="Zied Belhocine" userId="200cc0e2b299676e" providerId="LiveId" clId="{36CCCAD6-9B8B-4ECC-B7BF-7E36B9ADD69A}" dt="2026-01-28T14:31:25.076" v="1105" actId="2711"/>
          <ac:spMkLst>
            <pc:docMk/>
            <pc:sldMk cId="0" sldId="267"/>
            <ac:spMk id="202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5.076" v="1105" actId="2711"/>
          <ac:spMkLst>
            <pc:docMk/>
            <pc:sldMk cId="0" sldId="267"/>
            <ac:spMk id="203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5.076" v="1105" actId="2711"/>
          <ac:spMkLst>
            <pc:docMk/>
            <pc:sldMk cId="0" sldId="267"/>
            <ac:spMk id="204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1:29.988" v="1106" actId="2711"/>
        <pc:sldMkLst>
          <pc:docMk/>
          <pc:sldMk cId="0" sldId="268"/>
        </pc:sldMkLst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09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10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29.988" v="1106" actId="2711"/>
          <ac:spMkLst>
            <pc:docMk/>
            <pc:sldMk cId="0" sldId="268"/>
            <ac:spMk id="211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1:37.731" v="1109" actId="2711"/>
        <pc:sldMkLst>
          <pc:docMk/>
          <pc:sldMk cId="0" sldId="269"/>
        </pc:sldMkLst>
        <pc:spChg chg="mod">
          <ac:chgData name="Zied Belhocine" userId="200cc0e2b299676e" providerId="LiveId" clId="{36CCCAD6-9B8B-4ECC-B7BF-7E36B9ADD69A}" dt="2026-01-28T14:31:37.731" v="1109" actId="2711"/>
          <ac:spMkLst>
            <pc:docMk/>
            <pc:sldMk cId="0" sldId="269"/>
            <ac:spMk id="216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37.731" v="1109" actId="2711"/>
          <ac:spMkLst>
            <pc:docMk/>
            <pc:sldMk cId="0" sldId="269"/>
            <ac:spMk id="217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37.731" v="1109" actId="2711"/>
          <ac:spMkLst>
            <pc:docMk/>
            <pc:sldMk cId="0" sldId="269"/>
            <ac:spMk id="218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1:43.852" v="1110" actId="2711"/>
        <pc:sldMkLst>
          <pc:docMk/>
          <pc:sldMk cId="0" sldId="270"/>
        </pc:sldMkLst>
        <pc:spChg chg="mod">
          <ac:chgData name="Zied Belhocine" userId="200cc0e2b299676e" providerId="LiveId" clId="{36CCCAD6-9B8B-4ECC-B7BF-7E36B9ADD69A}" dt="2026-01-28T14:31:43.852" v="1110" actId="2711"/>
          <ac:spMkLst>
            <pc:docMk/>
            <pc:sldMk cId="0" sldId="270"/>
            <ac:spMk id="223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43.852" v="1110" actId="2711"/>
          <ac:spMkLst>
            <pc:docMk/>
            <pc:sldMk cId="0" sldId="270"/>
            <ac:spMk id="224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43.852" v="1110" actId="2711"/>
          <ac:spMkLst>
            <pc:docMk/>
            <pc:sldMk cId="0" sldId="270"/>
            <ac:spMk id="225" creationId="{00000000-0000-0000-0000-000000000000}"/>
          </ac:spMkLst>
        </pc:spChg>
      </pc:sldChg>
      <pc:sldChg chg="modSp mod">
        <pc:chgData name="Zied Belhocine" userId="200cc0e2b299676e" providerId="LiveId" clId="{36CCCAD6-9B8B-4ECC-B7BF-7E36B9ADD69A}" dt="2026-01-28T14:31:50.018" v="1111" actId="2711"/>
        <pc:sldMkLst>
          <pc:docMk/>
          <pc:sldMk cId="0" sldId="271"/>
        </pc:sldMkLst>
        <pc:spChg chg="mod">
          <ac:chgData name="Zied Belhocine" userId="200cc0e2b299676e" providerId="LiveId" clId="{36CCCAD6-9B8B-4ECC-B7BF-7E36B9ADD69A}" dt="2026-01-28T14:31:50.018" v="1111" actId="2711"/>
          <ac:spMkLst>
            <pc:docMk/>
            <pc:sldMk cId="0" sldId="271"/>
            <ac:spMk id="230" creationId="{00000000-0000-0000-0000-000000000000}"/>
          </ac:spMkLst>
        </pc:spChg>
        <pc:spChg chg="mod">
          <ac:chgData name="Zied Belhocine" userId="200cc0e2b299676e" providerId="LiveId" clId="{36CCCAD6-9B8B-4ECC-B7BF-7E36B9ADD69A}" dt="2026-01-28T14:31:50.018" v="1111" actId="2711"/>
          <ac:spMkLst>
            <pc:docMk/>
            <pc:sldMk cId="0" sldId="271"/>
            <ac:spMk id="23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" name="Google Shape;11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5" name="Google Shape;1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7" name="Google Shape;1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2" name="Google Shape;1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6" name="Google Shape;1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233f607d43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3" name="Google Shape;193;g2233f607d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" name="Google Shape;2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4" name="Google Shape;21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1" name="Google Shape;22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" name="Google Shape;22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/>
          <p:nvPr/>
        </p:nvSpPr>
        <p:spPr>
          <a:xfrm>
            <a:off x="0" y="-3175"/>
            <a:ext cx="12192000" cy="5203825"/>
          </a:xfrm>
          <a:custGeom>
            <a:avLst/>
            <a:gdLst/>
            <a:ahLst/>
            <a:cxnLst/>
            <a:rect l="l" t="t" r="r" b="b"/>
            <a:pathLst>
              <a:path w="5760" h="3278" extrusionOk="0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" name="Google Shape;17;p17"/>
          <p:cNvSpPr txBox="1"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5400"/>
              <a:buFont typeface="Century Gothic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/>
          <p:nvPr/>
        </p:nvSpPr>
        <p:spPr>
          <a:xfrm>
            <a:off x="0" y="1"/>
            <a:ext cx="12192000" cy="5203825"/>
          </a:xfrm>
          <a:custGeom>
            <a:avLst/>
            <a:gdLst/>
            <a:ahLst/>
            <a:cxnLst/>
            <a:rect l="l" t="t" r="r" b="b"/>
            <a:pathLst>
              <a:path w="5760" h="3278" extrusionOk="0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800"/>
              <a:buFont typeface="Century Gothic"/>
              <a:buNone/>
              <a:defRPr sz="48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5185873" cy="36387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6187415" y="2222287"/>
            <a:ext cx="5194583" cy="3638764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2"/>
          </p:nvPr>
        </p:nvSpPr>
        <p:spPr>
          <a:xfrm>
            <a:off x="814729" y="2751138"/>
            <a:ext cx="5189856" cy="310991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3"/>
          </p:nvPr>
        </p:nvSpPr>
        <p:spPr>
          <a:xfrm>
            <a:off x="6187415" y="2174875"/>
            <a:ext cx="5194583" cy="57626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 sz="2000" b="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body" idx="4"/>
          </p:nvPr>
        </p:nvSpPr>
        <p:spPr>
          <a:xfrm>
            <a:off x="6187415" y="2751138"/>
            <a:ext cx="5194583" cy="310991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uniquement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" name="Google Shape;56;p2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de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/>
          <p:nvPr/>
        </p:nvSpPr>
        <p:spPr>
          <a:xfrm>
            <a:off x="1073151" y="446087"/>
            <a:ext cx="3547533" cy="1814651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000"/>
              <a:buFont typeface="Century Gothic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body" idx="1"/>
          </p:nvPr>
        </p:nvSpPr>
        <p:spPr>
          <a:xfrm>
            <a:off x="4855633" y="446088"/>
            <a:ext cx="6252633" cy="54149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2"/>
          </p:nvPr>
        </p:nvSpPr>
        <p:spPr>
          <a:xfrm>
            <a:off x="1073151" y="2260738"/>
            <a:ext cx="3547533" cy="36003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Century Gothic"/>
              <a:buNone/>
              <a:defRPr sz="2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>
            <a:spLocks noGrp="1"/>
          </p:cNvSpPr>
          <p:nvPr>
            <p:ph type="pic" idx="2"/>
          </p:nvPr>
        </p:nvSpPr>
        <p:spPr>
          <a:xfrm>
            <a:off x="6098117" y="0"/>
            <a:ext cx="6093883" cy="6858000"/>
          </a:xfrm>
          <a:prstGeom prst="rect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>
              <a:srgbClr val="000000">
                <a:alpha val="40000"/>
              </a:srgbClr>
            </a:outerShdw>
          </a:effectLst>
        </p:spPr>
      </p:sp>
      <p:sp>
        <p:nvSpPr>
          <p:cNvPr id="75" name="Google Shape;75;p25"/>
          <p:cNvSpPr txBox="1">
            <a:spLocks noGrp="1"/>
          </p:cNvSpPr>
          <p:nvPr>
            <p:ph type="body" idx="1"/>
          </p:nvPr>
        </p:nvSpPr>
        <p:spPr>
          <a:xfrm>
            <a:off x="814728" y="2344684"/>
            <a:ext cx="4852988" cy="351636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dt" idx="10"/>
          </p:nvPr>
        </p:nvSpPr>
        <p:spPr>
          <a:xfrm>
            <a:off x="3885810" y="6041362"/>
            <a:ext cx="9768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ftr" idx="11"/>
          </p:nvPr>
        </p:nvSpPr>
        <p:spPr>
          <a:xfrm>
            <a:off x="590396" y="6041362"/>
            <a:ext cx="32954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sldNum" idx="12"/>
          </p:nvPr>
        </p:nvSpPr>
        <p:spPr>
          <a:xfrm>
            <a:off x="4862689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panoramique avec légende">
  <p:cSld name="Image panoramique avec légen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2400"/>
              <a:buFont typeface="Century Gothic"/>
              <a:buNone/>
              <a:defRPr sz="2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4800600"/>
          </a:xfrm>
          <a:prstGeom prst="rect">
            <a:avLst/>
          </a:prstGeom>
          <a:noFill/>
          <a:ln w="95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>
              <a:srgbClr val="000000">
                <a:alpha val="40000"/>
              </a:srgbClr>
            </a:outerShdw>
          </a:effectLst>
        </p:spPr>
      </p:sp>
      <p:sp>
        <p:nvSpPr>
          <p:cNvPr id="82" name="Google Shape;82;p26"/>
          <p:cNvSpPr txBox="1">
            <a:spLocks noGrp="1"/>
          </p:cNvSpPr>
          <p:nvPr>
            <p:ph type="body" idx="1"/>
          </p:nvPr>
        </p:nvSpPr>
        <p:spPr>
          <a:xfrm>
            <a:off x="810000" y="5367338"/>
            <a:ext cx="10561418" cy="49371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6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tation avec légende">
  <p:cSld name="Citation avec légende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7"/>
          <p:cNvSpPr/>
          <p:nvPr/>
        </p:nvSpPr>
        <p:spPr>
          <a:xfrm>
            <a:off x="631697" y="1081456"/>
            <a:ext cx="6332416" cy="3239188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" name="Google Shape;88;p27"/>
          <p:cNvSpPr txBox="1"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200"/>
              <a:buFont typeface="Century Gothic"/>
              <a:buNone/>
              <a:defRPr sz="42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7"/>
          <p:cNvSpPr txBox="1"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2"/>
          </p:nvPr>
        </p:nvSpPr>
        <p:spPr>
          <a:xfrm>
            <a:off x="7574642" y="1081456"/>
            <a:ext cx="3810001" cy="407546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Font typeface="Century Gothic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1" name="Google Shape;91;p27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7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7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te de nom">
  <p:cSld name="Carte de nom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8"/>
          <p:cNvSpPr/>
          <p:nvPr/>
        </p:nvSpPr>
        <p:spPr>
          <a:xfrm>
            <a:off x="1140884" y="2286585"/>
            <a:ext cx="4895115" cy="2503972"/>
          </a:xfrm>
          <a:custGeom>
            <a:avLst/>
            <a:gdLst/>
            <a:ahLst/>
            <a:cxnLst/>
            <a:rect l="l" t="t" r="r" b="b"/>
            <a:pathLst>
              <a:path w="3384" h="2308" extrusionOk="0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28"/>
          <p:cNvSpPr txBox="1"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8"/>
          <p:cNvSpPr txBox="1">
            <a:spLocks noGrp="1"/>
          </p:cNvSpPr>
          <p:nvPr>
            <p:ph type="body" idx="1"/>
          </p:nvPr>
        </p:nvSpPr>
        <p:spPr>
          <a:xfrm>
            <a:off x="6156000" y="2286000"/>
            <a:ext cx="4880300" cy="229552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Font typeface="Century Gothic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8" name="Google Shape;98;p28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8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8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9"/>
          <p:cNvSpPr/>
          <p:nvPr/>
        </p:nvSpPr>
        <p:spPr>
          <a:xfrm>
            <a:off x="0" y="0"/>
            <a:ext cx="12192000" cy="2185988"/>
          </a:xfrm>
          <a:custGeom>
            <a:avLst/>
            <a:gdLst/>
            <a:ahLst/>
            <a:cxnLst/>
            <a:rect l="l" t="t" r="r" b="b"/>
            <a:pathLst>
              <a:path w="5760" h="1377" extrusionOk="0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29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9"/>
          <p:cNvSpPr txBox="1">
            <a:spLocks noGrp="1"/>
          </p:cNvSpPr>
          <p:nvPr>
            <p:ph type="body" idx="1"/>
          </p:nvPr>
        </p:nvSpPr>
        <p:spPr>
          <a:xfrm rot="5400000">
            <a:off x="4254444" y="-1260043"/>
            <a:ext cx="3674397" cy="10563285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5" name="Google Shape;105;p29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9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9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0"/>
          <p:cNvSpPr/>
          <p:nvPr/>
        </p:nvSpPr>
        <p:spPr>
          <a:xfrm>
            <a:off x="7669651" y="446089"/>
            <a:ext cx="4522349" cy="5414962"/>
          </a:xfrm>
          <a:custGeom>
            <a:avLst/>
            <a:gdLst/>
            <a:ahLst/>
            <a:cxnLst/>
            <a:rect l="l" t="t" r="r" b="b"/>
            <a:pathLst>
              <a:path w="2879" h="4320" extrusionOk="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tile tx="0" ty="0" sx="100000" sy="100000" flip="none" algn="tl"/>
          </a:blipFill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30"/>
          <p:cNvSpPr txBox="1">
            <a:spLocks noGrp="1"/>
          </p:cNvSpPr>
          <p:nvPr>
            <p:ph type="title"/>
          </p:nvPr>
        </p:nvSpPr>
        <p:spPr>
          <a:xfrm rot="5400000">
            <a:off x="6863536" y="1906175"/>
            <a:ext cx="5134798" cy="249479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0"/>
          <p:cNvSpPr txBox="1">
            <a:spLocks noGrp="1"/>
          </p:cNvSpPr>
          <p:nvPr>
            <p:ph type="body" idx="1"/>
          </p:nvPr>
        </p:nvSpPr>
        <p:spPr>
          <a:xfrm rot="5400000">
            <a:off x="1408290" y="-152200"/>
            <a:ext cx="5414962" cy="661154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?"/>
              <a:defRPr/>
            </a:lvl1pPr>
            <a:lvl2pPr marL="914400" lvl="1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12" name="Google Shape;112;p30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30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0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  <a:defRPr sz="4000" b="1" i="0" u="none" strike="noStrike" cap="none">
                <a:solidFill>
                  <a:srgbClr val="FEFEF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🞆"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🞆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🞆"/>
              <a:defRPr sz="14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ts val="1200"/>
              <a:buFont typeface="Noto Sans Symbols"/>
              <a:buChar char="🞆"/>
              <a:defRPr sz="1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ftr" idx="11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dt" idx="10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108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026" name="Picture 2" descr="planète terre - clipart vectoriel de Style de vie écologique libre de droits">
            <a:extLst>
              <a:ext uri="{FF2B5EF4-FFF2-40B4-BE49-F238E27FC236}">
                <a16:creationId xmlns:a16="http://schemas.microsoft.com/office/drawing/2014/main" id="{801B4146-AC81-015A-C5F6-016F190EE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0" y="3151823"/>
            <a:ext cx="6553200" cy="370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1" name="Google Shape;121;p1"/>
          <p:cNvSpPr/>
          <p:nvPr/>
        </p:nvSpPr>
        <p:spPr>
          <a:xfrm rot="-5400000">
            <a:off x="-650724" y="650724"/>
            <a:ext cx="6858000" cy="5556552"/>
          </a:xfrm>
          <a:custGeom>
            <a:avLst/>
            <a:gdLst/>
            <a:ahLst/>
            <a:cxnLst/>
            <a:rect l="l" t="t" r="r" b="b"/>
            <a:pathLst>
              <a:path w="6858000" h="5556552" extrusionOk="0">
                <a:moveTo>
                  <a:pt x="6858000" y="3445704"/>
                </a:moveTo>
                <a:lnTo>
                  <a:pt x="3829242" y="5433322"/>
                </a:lnTo>
                <a:lnTo>
                  <a:pt x="3827369" y="5434867"/>
                </a:lnTo>
                <a:lnTo>
                  <a:pt x="3824583" y="5436378"/>
                </a:lnTo>
                <a:lnTo>
                  <a:pt x="3798693" y="5453370"/>
                </a:lnTo>
                <a:lnTo>
                  <a:pt x="3785011" y="5457858"/>
                </a:lnTo>
                <a:lnTo>
                  <a:pt x="3706339" y="5500559"/>
                </a:lnTo>
                <a:cubicBezTo>
                  <a:pt x="3621096" y="5536614"/>
                  <a:pt x="3527375" y="5556552"/>
                  <a:pt x="3428998" y="5556552"/>
                </a:cubicBezTo>
                <a:cubicBezTo>
                  <a:pt x="3330621" y="5556552"/>
                  <a:pt x="3236901" y="5536614"/>
                  <a:pt x="3151658" y="5500559"/>
                </a:cubicBezTo>
                <a:lnTo>
                  <a:pt x="3072996" y="5457863"/>
                </a:lnTo>
                <a:lnTo>
                  <a:pt x="3059298" y="5453370"/>
                </a:lnTo>
                <a:lnTo>
                  <a:pt x="3033383" y="5436362"/>
                </a:lnTo>
                <a:lnTo>
                  <a:pt x="3030627" y="5434867"/>
                </a:lnTo>
                <a:lnTo>
                  <a:pt x="3028775" y="5433338"/>
                </a:lnTo>
                <a:lnTo>
                  <a:pt x="0" y="3445704"/>
                </a:lnTo>
                <a:close/>
                <a:moveTo>
                  <a:pt x="6858000" y="0"/>
                </a:moveTo>
                <a:lnTo>
                  <a:pt x="6858000" y="349336"/>
                </a:lnTo>
                <a:lnTo>
                  <a:pt x="6858000" y="3445703"/>
                </a:lnTo>
                <a:lnTo>
                  <a:pt x="0" y="3445703"/>
                </a:lnTo>
                <a:lnTo>
                  <a:pt x="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122" name="Google Shape;122;p1"/>
          <p:cNvSpPr txBox="1">
            <a:spLocks noGrp="1"/>
          </p:cNvSpPr>
          <p:nvPr>
            <p:ph type="subTitle" idx="1"/>
          </p:nvPr>
        </p:nvSpPr>
        <p:spPr>
          <a:xfrm>
            <a:off x="643466" y="2281574"/>
            <a:ext cx="3994015" cy="2294852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-FR" sz="2800" dirty="0">
                <a:latin typeface="Century Gothic" panose="020B0502020202020204" pitchFamily="34" charset="0"/>
              </a:rPr>
              <a:t>Zied Belhocine</a:t>
            </a:r>
            <a:endParaRPr sz="2800" dirty="0">
              <a:latin typeface="Century Gothic" panose="020B0502020202020204" pitchFamily="34" charset="0"/>
            </a:endParaRPr>
          </a:p>
          <a:p>
            <a:pPr marL="0" lvl="0" indent="0" algn="ctr" rtl="0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SzPts val="2800"/>
              <a:buNone/>
            </a:pPr>
            <a:r>
              <a:rPr lang="fr-FR" sz="2800" dirty="0">
                <a:latin typeface="Century Gothic" panose="020B0502020202020204" pitchFamily="34" charset="0"/>
              </a:rPr>
              <a:t>FAO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23" name="Google Shape;123;p1"/>
          <p:cNvSpPr txBox="1">
            <a:spLocks noGrp="1"/>
          </p:cNvSpPr>
          <p:nvPr>
            <p:ph type="ctrTitle"/>
          </p:nvPr>
        </p:nvSpPr>
        <p:spPr>
          <a:xfrm>
            <a:off x="5803899" y="122751"/>
            <a:ext cx="5452533" cy="3306249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400"/>
              <a:buFont typeface="Century Gothic"/>
              <a:buNone/>
            </a:pPr>
            <a:r>
              <a:rPr lang="fr-FR" sz="4400" dirty="0">
                <a:latin typeface="Century Gothic" panose="020B0502020202020204" pitchFamily="34" charset="0"/>
              </a:rPr>
              <a:t>Étude sur l’alimentation dans le monde </a:t>
            </a:r>
            <a:br>
              <a:rPr lang="fr-FR" sz="4400" dirty="0">
                <a:latin typeface="Century Gothic" panose="020B0502020202020204" pitchFamily="34" charset="0"/>
              </a:rPr>
            </a:br>
            <a:r>
              <a:rPr lang="fr-FR" sz="4400" dirty="0">
                <a:latin typeface="Century Gothic" panose="020B0502020202020204" pitchFamily="34" charset="0"/>
              </a:rPr>
              <a:t>2013 - 2017</a:t>
            </a:r>
            <a:endParaRPr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/>
              <a:t>Contexte et spécification des données</a:t>
            </a:r>
            <a:endParaRPr sz="32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96593C4-5F17-1784-5D86-B25CEC5A0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9023" y="3813560"/>
            <a:ext cx="2721291" cy="158189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9E961B2-5A76-FBC0-4674-27E6CC2013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822" y="3813560"/>
            <a:ext cx="2419596" cy="158189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1AFCA19-923C-B2E1-4542-9FD9C8FB66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773" y="3803581"/>
            <a:ext cx="2721291" cy="159187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8CE40920-D2F2-4DCD-E0DB-060718A0E5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3319" y="3813560"/>
            <a:ext cx="2576898" cy="1581894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DC22E4E6-ED57-8B00-7961-177B59E2654B}"/>
              </a:ext>
            </a:extLst>
          </p:cNvPr>
          <p:cNvSpPr txBox="1"/>
          <p:nvPr/>
        </p:nvSpPr>
        <p:spPr>
          <a:xfrm>
            <a:off x="1309079" y="2374975"/>
            <a:ext cx="95738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Nous sommes en train de réaliser une étude de grande ampleur sur le thème de l’alimentation et plus particulièrement sur la sous-nutrition dans le monde. Nous allons utiliser 4 fichiers de la FAO (Food and Agriculture Organisation).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8AD7F91-224E-4E58-1E9B-8CF6F2BC5A10}"/>
              </a:ext>
            </a:extLst>
          </p:cNvPr>
          <p:cNvSpPr txBox="1"/>
          <p:nvPr/>
        </p:nvSpPr>
        <p:spPr>
          <a:xfrm>
            <a:off x="1580356" y="5531398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Population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E5646BF-38AB-8B4E-AE81-B47E38FFB4CD}"/>
              </a:ext>
            </a:extLst>
          </p:cNvPr>
          <p:cNvSpPr txBox="1"/>
          <p:nvPr/>
        </p:nvSpPr>
        <p:spPr>
          <a:xfrm>
            <a:off x="3993700" y="5531398"/>
            <a:ext cx="2036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Aide alimentaire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4CD730F-DE43-F7D8-55FB-06E87979880C}"/>
              </a:ext>
            </a:extLst>
          </p:cNvPr>
          <p:cNvSpPr txBox="1"/>
          <p:nvPr/>
        </p:nvSpPr>
        <p:spPr>
          <a:xfrm>
            <a:off x="6770325" y="5531398"/>
            <a:ext cx="1638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Sous nutrition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A73EB3A-A00B-827C-12E6-9E9C62C1B0EA}"/>
              </a:ext>
            </a:extLst>
          </p:cNvPr>
          <p:cNvSpPr txBox="1"/>
          <p:nvPr/>
        </p:nvSpPr>
        <p:spPr>
          <a:xfrm>
            <a:off x="9257699" y="5531398"/>
            <a:ext cx="2124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Dispo alimentaire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/>
              <a:t>Méthodologie de l’analyse</a:t>
            </a:r>
            <a:endParaRPr sz="320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3B15BA9A-FE9C-13C9-8D6D-B0203B27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668" y="2219681"/>
            <a:ext cx="3782968" cy="212792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83BBDBB-4C1A-0131-5FF2-0FC124AAF63E}"/>
              </a:ext>
            </a:extLst>
          </p:cNvPr>
          <p:cNvSpPr txBox="1"/>
          <p:nvPr/>
        </p:nvSpPr>
        <p:spPr>
          <a:xfrm>
            <a:off x="861669" y="6210757"/>
            <a:ext cx="90300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bg1"/>
                </a:solidFill>
                <a:latin typeface="Century Gothic" panose="020B0502020202020204" pitchFamily="34" charset="0"/>
              </a:rPr>
              <a:t>Ici on ne traite aucune donnée personnelle, le RGPD ne s’applique pas.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990FCBC-1B23-B5D7-6316-6C6F69C675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854" y="2219681"/>
            <a:ext cx="2987053" cy="1274476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4931248-A79D-0AF4-F81B-E47B6EF5B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7853" y="3494157"/>
            <a:ext cx="2987053" cy="85344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D223084-931D-FFB2-E638-36887CF766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00" y="2209616"/>
            <a:ext cx="2844450" cy="213798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17D4718E-3242-053A-E02A-1051C4EDB346}"/>
              </a:ext>
            </a:extLst>
          </p:cNvPr>
          <p:cNvSpPr txBox="1"/>
          <p:nvPr/>
        </p:nvSpPr>
        <p:spPr>
          <a:xfrm>
            <a:off x="810000" y="4626272"/>
            <a:ext cx="284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Donnée brutes (4 csv)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61CF1BD-A45D-224F-ACCA-1E870EB53166}"/>
              </a:ext>
            </a:extLst>
          </p:cNvPr>
          <p:cNvSpPr txBox="1"/>
          <p:nvPr/>
        </p:nvSpPr>
        <p:spPr>
          <a:xfrm>
            <a:off x="3954668" y="4626272"/>
            <a:ext cx="3782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Traitement statistique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D6A90EC-6099-7E3B-C134-5FA9C0719DC6}"/>
              </a:ext>
            </a:extLst>
          </p:cNvPr>
          <p:cNvSpPr txBox="1"/>
          <p:nvPr/>
        </p:nvSpPr>
        <p:spPr>
          <a:xfrm>
            <a:off x="8037852" y="4626272"/>
            <a:ext cx="2987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sz="1800" dirty="0">
                <a:solidFill>
                  <a:schemeClr val="bg1"/>
                </a:solidFill>
                <a:latin typeface="Century Gothic" panose="020B0502020202020204" pitchFamily="34" charset="0"/>
              </a:rPr>
              <a:t>Visualisation graphique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1) Proportion de personnes en état de sous-nutrition en 2017</a:t>
            </a:r>
            <a:endParaRPr sz="3200">
              <a:latin typeface="Century Gothic" panose="020B0502020202020204" pitchFamily="34" charset="0"/>
            </a:endParaRPr>
          </a:p>
        </p:txBody>
      </p:sp>
      <p:sp>
        <p:nvSpPr>
          <p:cNvPr id="146" name="Google Shape;146;p4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>
                <a:latin typeface="Century Gothic" panose="020B0502020202020204" pitchFamily="34" charset="0"/>
              </a:rPr>
              <a:t>Mettre une infographie et un camembert.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899401" y="2501803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On veut montrer le nombre de personnes et le % de personnes en état de sous-nutrition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=&gt; Expliciter le chiffre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2) Nombre théorique de personnes qui pourraient être nourries en 2017</a:t>
            </a:r>
            <a:endParaRPr sz="3200">
              <a:latin typeface="Century Gothic" panose="020B0502020202020204" pitchFamily="34" charset="0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>
                <a:latin typeface="Century Gothic" panose="020B0502020202020204" pitchFamily="34" charset="0"/>
              </a:rPr>
              <a:t>Mettre le lien vers l’info + graph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Chiffre à calculer avec la disponibilité alimentaire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Combien de Kcal par personne et par jour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Justification du chiffre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3) Nombre théorique de personnes qui pourraient être nourries uniquement avec les végétaux en 2017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60" name="Google Shape;160;p6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highlight>
                  <a:srgbClr val="FFFF00"/>
                </a:highlight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highlight>
                  <a:srgbClr val="FFFF00"/>
                </a:highlight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Même calcul que précédemment mais avec uniquement les végétaux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4) Répartition de la disponibilité intérieure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67" name="Google Shape;167;p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>
              <a:latin typeface="Century Gothic" panose="020B0502020202020204" pitchFamily="34" charset="0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7682715" y="2600341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Donner la part de l’alimentation humaine, animale et perdue (est-ce qu’on peut aussi calculer les autres ?)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=&gt; Graphique ?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4250715" y="2600341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1" i="0" u="sng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Equation </a:t>
            </a:r>
            <a:endParaRPr sz="1600" b="1" i="0" u="sng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Production + Importations - Exportations + Variation de stock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Disponibilité intérieure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=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fr-FR" sz="16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Semences + Pertes + Nourriture + Aliments pour animaux + Traitement + Autres utilisations</a:t>
            </a:r>
            <a:endParaRPr sz="16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5) Part de l’utilisation des principales céréales entre l’alimentation humaine et animale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75" name="Google Shape;175;p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7158575" y="1833025"/>
            <a:ext cx="4596600" cy="49146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Noms des céréales que j’ai récupérés sur le site de la FAO :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Blé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Riz (Eq Blanchi)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Orge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Maïs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Seigle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Avoine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Millet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Sorgho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Céréales, </a:t>
            </a: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Autres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Est-ce qu’il ne faut donner que le total ou le détail par céréales et pour les humains et les animaux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Je ne sais pas encore, à voir.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6) Liste des 10 pays où la proportion de personnes en état de sous-nutrition est la plus forte en </a:t>
            </a:r>
            <a:r>
              <a:rPr lang="fr-FR" sz="3200">
                <a:solidFill>
                  <a:schemeClr val="lt1"/>
                </a:solidFill>
                <a:latin typeface="Century Gothic" panose="020B0502020202020204" pitchFamily="34" charset="0"/>
              </a:rPr>
              <a:t>2017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82" name="Google Shape;182;p9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7) Liste des 10 pays qui ont le plus bénéficié de l’aide alimentaire entre 2013 et 2016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89" name="Google Shape;189;p10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</a:t>
            </a: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chemeClr val="dk1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233f607d43_0_0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8) Évolution de l’aide alimentaire pour les 5 pays qui en ont le plus bénéficié entre 2013 et 2016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196" name="Google Shape;196;g2233f607d43_0_0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600" cy="36366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197" name="Google Shape;197;g2233f607d43_0_0"/>
          <p:cNvSpPr/>
          <p:nvPr/>
        </p:nvSpPr>
        <p:spPr>
          <a:xfrm>
            <a:off x="7835901" y="2840469"/>
            <a:ext cx="3432000" cy="2582400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9) Liste des 10 pays qui ont la plus forte disponibilité alimentaire par habitant</a:t>
            </a:r>
            <a:endParaRPr sz="3200">
              <a:latin typeface="Century Gothic" panose="020B0502020202020204" pitchFamily="34" charset="0"/>
            </a:endParaRPr>
          </a:p>
        </p:txBody>
      </p:sp>
      <p:sp>
        <p:nvSpPr>
          <p:cNvPr id="203" name="Google Shape;203;p11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>
              <a:latin typeface="Century Gothic" panose="020B0502020202020204" pitchFamily="34" charset="0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7827809" y="2824285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2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9) Liste des 10 pays qui ont la plus faible disponibilité alimentaire par habitant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210" name="Google Shape;210;p12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>
              <a:latin typeface="Century Gothic" panose="020B0502020202020204" pitchFamily="34" charset="0"/>
            </a:endParaRPr>
          </a:p>
        </p:txBody>
      </p:sp>
      <p:sp>
        <p:nvSpPr>
          <p:cNvPr id="211" name="Google Shape;211;p12"/>
          <p:cNvSpPr/>
          <p:nvPr/>
        </p:nvSpPr>
        <p:spPr>
          <a:xfrm>
            <a:off x="7835901" y="2840469"/>
            <a:ext cx="3432024" cy="2582431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Graphique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Tableau de chiffres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Podium ?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À voir </a:t>
            </a:r>
            <a:endParaRPr sz="1400" b="0" i="0" u="none" strike="noStrike" cap="none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2000" cy="97050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3200"/>
              <a:buFont typeface="Century Gothic"/>
              <a:buNone/>
            </a:pPr>
            <a:r>
              <a:rPr lang="fr-FR" sz="3200">
                <a:latin typeface="Century Gothic" panose="020B0502020202020204" pitchFamily="34" charset="0"/>
              </a:rPr>
              <a:t>10) Étude sur le manioc en Thaïlande</a:t>
            </a:r>
            <a:endParaRPr>
              <a:latin typeface="Century Gothic" panose="020B0502020202020204" pitchFamily="34" charset="0"/>
            </a:endParaRPr>
          </a:p>
        </p:txBody>
      </p:sp>
      <p:sp>
        <p:nvSpPr>
          <p:cNvPr id="217" name="Google Shape;217;p13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7941262" y="1898637"/>
            <a:ext cx="3432024" cy="3742364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Donner la part de personnes en état de sous- nutrition pour ce pays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Regarder les exportations et la production de Manioc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Est-ce que c’est logique ?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Quelle est la disponibilité par habitant pour la Thaïlande ?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sz="3200" dirty="0">
                <a:latin typeface="Century Gothic" panose="020B0502020202020204" pitchFamily="34" charset="0"/>
              </a:rPr>
              <a:t>11) Analyses complémentaires</a:t>
            </a:r>
            <a:endParaRPr sz="3200" dirty="0">
              <a:latin typeface="Century Gothic" panose="020B0502020202020204" pitchFamily="34" charset="0"/>
            </a:endParaRPr>
          </a:p>
        </p:txBody>
      </p:sp>
      <p:sp>
        <p:nvSpPr>
          <p:cNvPr id="224" name="Google Shape;224;p14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25" name="Google Shape;225;p14"/>
          <p:cNvSpPr/>
          <p:nvPr/>
        </p:nvSpPr>
        <p:spPr>
          <a:xfrm>
            <a:off x="7781037" y="2169360"/>
            <a:ext cx="3432024" cy="3742364"/>
          </a:xfrm>
          <a:prstGeom prst="rect">
            <a:avLst/>
          </a:prstGeom>
          <a:solidFill>
            <a:srgbClr val="FFFF00"/>
          </a:solidFill>
          <a:ln w="15875" cap="rnd" cmpd="sng">
            <a:solidFill>
              <a:srgbClr val="AE81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MEMO : 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ea typeface="Century Gothic"/>
              <a:cs typeface="Century Gothic"/>
              <a:sym typeface="Century Gothic"/>
            </a:endParaRPr>
          </a:p>
          <a:p>
            <a:pPr marL="285750" marR="0" lvl="0" indent="-2857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⇒"/>
            </a:pPr>
            <a:r>
              <a:rPr lang="fr-FR" sz="1800" b="0" i="0" u="none" strike="noStrike" cap="none" dirty="0">
                <a:solidFill>
                  <a:srgbClr val="000000"/>
                </a:solidFill>
                <a:latin typeface="Century Gothic" panose="020B0502020202020204" pitchFamily="34" charset="0"/>
                <a:ea typeface="Century Gothic"/>
                <a:cs typeface="Century Gothic"/>
                <a:sym typeface="Century Gothic"/>
              </a:rPr>
              <a:t>Je vais peut-être trouver des choses supplémentaires pendant l’analyse.</a:t>
            </a:r>
            <a:endParaRPr sz="1400" b="0" i="0" u="none" strike="noStrike" cap="none" dirty="0">
              <a:solidFill>
                <a:srgbClr val="000000"/>
              </a:solidFill>
              <a:latin typeface="Century Gothic" panose="020B050202020202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5"/>
          <p:cNvSpPr txBox="1"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60000"/>
              </a:srgbClr>
            </a:outerShdw>
          </a:effectLst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4000"/>
              <a:buFont typeface="Century Gothic"/>
              <a:buNone/>
            </a:pPr>
            <a:r>
              <a:rPr lang="fr-FR" dirty="0">
                <a:latin typeface="Century Gothic" panose="020B0502020202020204" pitchFamily="34" charset="0"/>
              </a:rPr>
              <a:t>Conclusion</a:t>
            </a:r>
            <a:endParaRPr dirty="0">
              <a:latin typeface="Century Gothic" panose="020B0502020202020204" pitchFamily="34" charset="0"/>
            </a:endParaRPr>
          </a:p>
        </p:txBody>
      </p:sp>
      <p:sp>
        <p:nvSpPr>
          <p:cNvPr id="231" name="Google Shape;231;p15"/>
          <p:cNvSpPr txBox="1">
            <a:spLocks noGrp="1"/>
          </p:cNvSpPr>
          <p:nvPr>
            <p:ph type="body" idx="1"/>
          </p:nvPr>
        </p:nvSpPr>
        <p:spPr>
          <a:xfrm>
            <a:off x="818712" y="2222287"/>
            <a:ext cx="10554574" cy="3636511"/>
          </a:xfrm>
          <a:prstGeom prst="rect">
            <a:avLst/>
          </a:prstGeom>
          <a:noFill/>
          <a:ln>
            <a:noFill/>
          </a:ln>
          <a:effectLst>
            <a:outerShdw blurRad="5080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 guillemets">
  <a:themeElements>
    <a:clrScheme name="Quotable">
      <a:dk1>
        <a:srgbClr val="000000"/>
      </a:dk1>
      <a:lt1>
        <a:srgbClr val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Quotable">
    <a:dk1>
      <a:srgbClr val="000000"/>
    </a:dk1>
    <a:lt1>
      <a:srgbClr val="FFFFFF"/>
    </a:lt1>
    <a:dk2>
      <a:srgbClr val="212121"/>
    </a:dk2>
    <a:lt2>
      <a:srgbClr val="636363"/>
    </a:lt2>
    <a:accent1>
      <a:srgbClr val="00C6BB"/>
    </a:accent1>
    <a:accent2>
      <a:srgbClr val="6FEBA0"/>
    </a:accent2>
    <a:accent3>
      <a:srgbClr val="B6DF5E"/>
    </a:accent3>
    <a:accent4>
      <a:srgbClr val="EFB251"/>
    </a:accent4>
    <a:accent5>
      <a:srgbClr val="EF755F"/>
    </a:accent5>
    <a:accent6>
      <a:srgbClr val="ED515C"/>
    </a:accent6>
    <a:hlink>
      <a:srgbClr val="8F8F8F"/>
    </a:hlink>
    <a:folHlink>
      <a:srgbClr val="A5A5A5"/>
    </a:folHlink>
  </a:clrScheme>
</a:themeOverride>
</file>

<file path=ppt/theme/themeOverride2.xml><?xml version="1.0" encoding="utf-8"?>
<a:themeOverride xmlns:a="http://schemas.openxmlformats.org/drawingml/2006/main">
  <a:clrScheme name="Quotable">
    <a:dk1>
      <a:srgbClr val="000000"/>
    </a:dk1>
    <a:lt1>
      <a:srgbClr val="FFFFFF"/>
    </a:lt1>
    <a:dk2>
      <a:srgbClr val="212121"/>
    </a:dk2>
    <a:lt2>
      <a:srgbClr val="636363"/>
    </a:lt2>
    <a:accent1>
      <a:srgbClr val="00C6BB"/>
    </a:accent1>
    <a:accent2>
      <a:srgbClr val="6FEBA0"/>
    </a:accent2>
    <a:accent3>
      <a:srgbClr val="B6DF5E"/>
    </a:accent3>
    <a:accent4>
      <a:srgbClr val="EFB251"/>
    </a:accent4>
    <a:accent5>
      <a:srgbClr val="EF755F"/>
    </a:accent5>
    <a:accent6>
      <a:srgbClr val="ED515C"/>
    </a:accent6>
    <a:hlink>
      <a:srgbClr val="8F8F8F"/>
    </a:hlink>
    <a:folHlink>
      <a:srgbClr val="A5A5A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</TotalTime>
  <Words>538</Words>
  <Application>Microsoft Office PowerPoint</Application>
  <PresentationFormat>Grand écran</PresentationFormat>
  <Paragraphs>105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Noto Sans Symbols</vt:lpstr>
      <vt:lpstr>Arial</vt:lpstr>
      <vt:lpstr>Century Gothic</vt:lpstr>
      <vt:lpstr>Calibri</vt:lpstr>
      <vt:lpstr>Entre guillemets</vt:lpstr>
      <vt:lpstr>Étude sur l’alimentation dans le monde  2013 - 2017</vt:lpstr>
      <vt:lpstr>Contexte et spécification des données</vt:lpstr>
      <vt:lpstr>Méthodologie de l’analyse</vt:lpstr>
      <vt:lpstr>1) Proportion de personnes en état de sous-nutrition en 2017</vt:lpstr>
      <vt:lpstr>2) Nombre théorique de personnes qui pourraient être nourries en 2017</vt:lpstr>
      <vt:lpstr>3) Nombre théorique de personnes qui pourraient être nourries uniquement avec les végétaux en 2017</vt:lpstr>
      <vt:lpstr>4) Répartition de la disponibilité intérieure</vt:lpstr>
      <vt:lpstr>5) Part de l’utilisation des principales céréales entre l’alimentation humaine et animale</vt:lpstr>
      <vt:lpstr>6) Liste des 10 pays où la proportion de personnes en état de sous-nutrition est la plus forte en 2017</vt:lpstr>
      <vt:lpstr>7) Liste des 10 pays qui ont le plus bénéficié de l’aide alimentaire entre 2013 et 2016</vt:lpstr>
      <vt:lpstr>8) Évolution de l’aide alimentaire pour les 5 pays qui en ont le plus bénéficié entre 2013 et 2016</vt:lpstr>
      <vt:lpstr>9) Liste des 10 pays qui ont la plus forte disponibilité alimentaire par habitant</vt:lpstr>
      <vt:lpstr>9) Liste des 10 pays qui ont la plus faible disponibilité alimentaire par habitant</vt:lpstr>
      <vt:lpstr>10) Étude sur le manioc en Thaïlande</vt:lpstr>
      <vt:lpstr>11) Analyses complémentaires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JeY jEy</dc:creator>
  <cp:lastModifiedBy>Zied Belhocine</cp:lastModifiedBy>
  <cp:revision>1</cp:revision>
  <dcterms:created xsi:type="dcterms:W3CDTF">2023-03-17T20:58:30Z</dcterms:created>
  <dcterms:modified xsi:type="dcterms:W3CDTF">2026-01-28T14:31:57Z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