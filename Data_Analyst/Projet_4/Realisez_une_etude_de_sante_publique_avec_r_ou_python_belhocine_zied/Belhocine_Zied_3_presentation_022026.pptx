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5" r:id="rId18"/>
    <p:sldId id="273" r:id="rId19"/>
    <p:sldId id="271" r:id="rId20"/>
    <p:sldId id="276" r:id="rId21"/>
  </p:sldIdLst>
  <p:sldSz cx="12192000" cy="6858000"/>
  <p:notesSz cx="6858000" cy="9144000"/>
  <p:embeddedFontLst>
    <p:embeddedFont>
      <p:font typeface="Century Gothic" panose="020B050202020202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irjfFyYNBG5sNntC35Cbhoqt17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5F02"/>
    <a:srgbClr val="ED51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746" autoAdjust="0"/>
  </p:normalViewPr>
  <p:slideViewPr>
    <p:cSldViewPr snapToGrid="0">
      <p:cViewPr>
        <p:scale>
          <a:sx n="100" d="100"/>
          <a:sy n="100" d="100"/>
        </p:scale>
        <p:origin x="954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ied Belhocine" userId="200cc0e2b299676e" providerId="LiveId" clId="{36CCCAD6-9B8B-4ECC-B7BF-7E36B9ADD69A}"/>
    <pc:docChg chg="undo custSel addSld delSld modSld">
      <pc:chgData name="Zied Belhocine" userId="200cc0e2b299676e" providerId="LiveId" clId="{36CCCAD6-9B8B-4ECC-B7BF-7E36B9ADD69A}" dt="2026-02-16T17:13:29.030" v="7572" actId="1076"/>
      <pc:docMkLst>
        <pc:docMk/>
      </pc:docMkLst>
      <pc:sldChg chg="addSp delSp modSp mod">
        <pc:chgData name="Zied Belhocine" userId="200cc0e2b299676e" providerId="LiveId" clId="{36CCCAD6-9B8B-4ECC-B7BF-7E36B9ADD69A}" dt="2026-01-28T14:29:46.176" v="1087" actId="2711"/>
        <pc:sldMkLst>
          <pc:docMk/>
          <pc:sldMk cId="0" sldId="256"/>
        </pc:sldMkLst>
        <pc:spChg chg="mod ord">
          <ac:chgData name="Zied Belhocine" userId="200cc0e2b299676e" providerId="LiveId" clId="{36CCCAD6-9B8B-4ECC-B7BF-7E36B9ADD69A}" dt="2026-01-28T14:29:46.176" v="1087" actId="2711"/>
          <ac:spMkLst>
            <pc:docMk/>
            <pc:sldMk cId="0" sldId="256"/>
            <ac:spMk id="120" creationId="{00000000-0000-0000-0000-000000000000}"/>
          </ac:spMkLst>
        </pc:spChg>
        <pc:spChg chg="mod">
          <ac:chgData name="Zied Belhocine" userId="200cc0e2b299676e" providerId="LiveId" clId="{36CCCAD6-9B8B-4ECC-B7BF-7E36B9ADD69A}" dt="2026-01-28T14:29:46.176" v="1087" actId="2711"/>
          <ac:spMkLst>
            <pc:docMk/>
            <pc:sldMk cId="0" sldId="256"/>
            <ac:spMk id="121" creationId="{00000000-0000-0000-0000-000000000000}"/>
          </ac:spMkLst>
        </pc:spChg>
        <pc:spChg chg="mod">
          <ac:chgData name="Zied Belhocine" userId="200cc0e2b299676e" providerId="LiveId" clId="{36CCCAD6-9B8B-4ECC-B7BF-7E36B9ADD69A}" dt="2026-01-28T14:29:46.176" v="1087" actId="2711"/>
          <ac:spMkLst>
            <pc:docMk/>
            <pc:sldMk cId="0" sldId="256"/>
            <ac:spMk id="122" creationId="{00000000-0000-0000-0000-000000000000}"/>
          </ac:spMkLst>
        </pc:spChg>
        <pc:spChg chg="mod">
          <ac:chgData name="Zied Belhocine" userId="200cc0e2b299676e" providerId="LiveId" clId="{36CCCAD6-9B8B-4ECC-B7BF-7E36B9ADD69A}" dt="2026-01-28T14:29:46.176" v="1087" actId="2711"/>
          <ac:spMkLst>
            <pc:docMk/>
            <pc:sldMk cId="0" sldId="256"/>
            <ac:spMk id="123" creationId="{00000000-0000-0000-0000-000000000000}"/>
          </ac:spMkLst>
        </pc:spChg>
        <pc:spChg chg="del">
          <ac:chgData name="Zied Belhocine" userId="200cc0e2b299676e" providerId="LiveId" clId="{36CCCAD6-9B8B-4ECC-B7BF-7E36B9ADD69A}" dt="2026-01-22T11:05:07.407" v="6" actId="478"/>
          <ac:spMkLst>
            <pc:docMk/>
            <pc:sldMk cId="0" sldId="256"/>
            <ac:spMk id="125" creationId="{00000000-0000-0000-0000-000000000000}"/>
          </ac:spMkLst>
        </pc:spChg>
        <pc:picChg chg="del">
          <ac:chgData name="Zied Belhocine" userId="200cc0e2b299676e" providerId="LiveId" clId="{36CCCAD6-9B8B-4ECC-B7BF-7E36B9ADD69A}" dt="2026-01-22T11:05:04.695" v="5" actId="478"/>
          <ac:picMkLst>
            <pc:docMk/>
            <pc:sldMk cId="0" sldId="256"/>
            <ac:picMk id="124" creationId="{00000000-0000-0000-0000-000000000000}"/>
          </ac:picMkLst>
        </pc:picChg>
        <pc:picChg chg="add mod">
          <ac:chgData name="Zied Belhocine" userId="200cc0e2b299676e" providerId="LiveId" clId="{36CCCAD6-9B8B-4ECC-B7BF-7E36B9ADD69A}" dt="2026-01-28T14:29:46.176" v="1087" actId="2711"/>
          <ac:picMkLst>
            <pc:docMk/>
            <pc:sldMk cId="0" sldId="256"/>
            <ac:picMk id="1026" creationId="{801B4146-AC81-015A-C5F6-016F190EE981}"/>
          </ac:picMkLst>
        </pc:picChg>
      </pc:sldChg>
      <pc:sldChg chg="addSp delSp modSp mod modNotesTx">
        <pc:chgData name="Zied Belhocine" userId="200cc0e2b299676e" providerId="LiveId" clId="{36CCCAD6-9B8B-4ECC-B7BF-7E36B9ADD69A}" dt="2026-02-16T15:49:39.027" v="3681" actId="20577"/>
        <pc:sldMkLst>
          <pc:docMk/>
          <pc:sldMk cId="0" sldId="257"/>
        </pc:sldMkLst>
        <pc:spChg chg="add del mod">
          <ac:chgData name="Zied Belhocine" userId="200cc0e2b299676e" providerId="LiveId" clId="{36CCCAD6-9B8B-4ECC-B7BF-7E36B9ADD69A}" dt="2026-02-16T15:43:04.943" v="3533" actId="478"/>
          <ac:spMkLst>
            <pc:docMk/>
            <pc:sldMk cId="0" sldId="257"/>
            <ac:spMk id="2" creationId="{502E3F99-3B74-F244-9CD3-C337EAE5FFF7}"/>
          </ac:spMkLst>
        </pc:spChg>
        <pc:spChg chg="add mod">
          <ac:chgData name="Zied Belhocine" userId="200cc0e2b299676e" providerId="LiveId" clId="{36CCCAD6-9B8B-4ECC-B7BF-7E36B9ADD69A}" dt="2026-02-16T15:49:39.027" v="3681" actId="20577"/>
          <ac:spMkLst>
            <pc:docMk/>
            <pc:sldMk cId="0" sldId="257"/>
            <ac:spMk id="3" creationId="{A8B4F4D9-25E6-6A63-CFCE-E6B55B01DB19}"/>
          </ac:spMkLst>
        </pc:spChg>
        <pc:spChg chg="add del mod">
          <ac:chgData name="Zied Belhocine" userId="200cc0e2b299676e" providerId="LiveId" clId="{36CCCAD6-9B8B-4ECC-B7BF-7E36B9ADD69A}" dt="2026-01-28T14:03:31.604" v="698"/>
          <ac:spMkLst>
            <pc:docMk/>
            <pc:sldMk cId="0" sldId="257"/>
            <ac:spMk id="13" creationId="{A1D4AEB0-0B7A-608E-927D-A1E8BC2B9D3F}"/>
          </ac:spMkLst>
        </pc:spChg>
        <pc:spChg chg="add mod">
          <ac:chgData name="Zied Belhocine" userId="200cc0e2b299676e" providerId="LiveId" clId="{36CCCAD6-9B8B-4ECC-B7BF-7E36B9ADD69A}" dt="2026-02-16T15:45:31.730" v="3651" actId="20577"/>
          <ac:spMkLst>
            <pc:docMk/>
            <pc:sldMk cId="0" sldId="257"/>
            <ac:spMk id="15" creationId="{DC22E4E6-ED57-8B00-7961-177B59E2654B}"/>
          </ac:spMkLst>
        </pc:spChg>
        <pc:spChg chg="add del mod">
          <ac:chgData name="Zied Belhocine" userId="200cc0e2b299676e" providerId="LiveId" clId="{36CCCAD6-9B8B-4ECC-B7BF-7E36B9ADD69A}" dt="2026-01-28T14:04:22.850" v="727" actId="478"/>
          <ac:spMkLst>
            <pc:docMk/>
            <pc:sldMk cId="0" sldId="257"/>
            <ac:spMk id="17" creationId="{32B95310-0C24-2803-1B2A-0D5C6F252912}"/>
          </ac:spMkLst>
        </pc:spChg>
        <pc:spChg chg="add mod">
          <ac:chgData name="Zied Belhocine" userId="200cc0e2b299676e" providerId="LiveId" clId="{36CCCAD6-9B8B-4ECC-B7BF-7E36B9ADD69A}" dt="2026-01-28T14:05:02.836" v="744" actId="1076"/>
          <ac:spMkLst>
            <pc:docMk/>
            <pc:sldMk cId="0" sldId="257"/>
            <ac:spMk id="18" creationId="{B8AD7F91-224E-4E58-1E9B-8CF6F2BC5A10}"/>
          </ac:spMkLst>
        </pc:spChg>
        <pc:spChg chg="add mod">
          <ac:chgData name="Zied Belhocine" userId="200cc0e2b299676e" providerId="LiveId" clId="{36CCCAD6-9B8B-4ECC-B7BF-7E36B9ADD69A}" dt="2026-01-28T14:05:24.037" v="763" actId="1076"/>
          <ac:spMkLst>
            <pc:docMk/>
            <pc:sldMk cId="0" sldId="257"/>
            <ac:spMk id="19" creationId="{FE5646BF-38AB-8B4E-AE81-B47E38FFB4CD}"/>
          </ac:spMkLst>
        </pc:spChg>
        <pc:spChg chg="add mod">
          <ac:chgData name="Zied Belhocine" userId="200cc0e2b299676e" providerId="LiveId" clId="{36CCCAD6-9B8B-4ECC-B7BF-7E36B9ADD69A}" dt="2026-01-28T14:05:37.814" v="780" actId="1076"/>
          <ac:spMkLst>
            <pc:docMk/>
            <pc:sldMk cId="0" sldId="257"/>
            <ac:spMk id="20" creationId="{34CD730F-DE43-F7D8-55FB-06E87979880C}"/>
          </ac:spMkLst>
        </pc:spChg>
        <pc:spChg chg="add mod">
          <ac:chgData name="Zied Belhocine" userId="200cc0e2b299676e" providerId="LiveId" clId="{36CCCAD6-9B8B-4ECC-B7BF-7E36B9ADD69A}" dt="2026-01-28T14:06:01.989" v="802" actId="1076"/>
          <ac:spMkLst>
            <pc:docMk/>
            <pc:sldMk cId="0" sldId="257"/>
            <ac:spMk id="21" creationId="{CA73EB3A-A00B-827C-12E6-9E9C62C1B0EA}"/>
          </ac:spMkLst>
        </pc:spChg>
        <pc:spChg chg="del mod">
          <ac:chgData name="Zied Belhocine" userId="200cc0e2b299676e" providerId="LiveId" clId="{36CCCAD6-9B8B-4ECC-B7BF-7E36B9ADD69A}" dt="2026-01-28T14:04:17.757" v="725" actId="478"/>
          <ac:spMkLst>
            <pc:docMk/>
            <pc:sldMk cId="0" sldId="257"/>
            <ac:spMk id="131" creationId="{00000000-0000-0000-0000-000000000000}"/>
          </ac:spMkLst>
        </pc:spChg>
        <pc:spChg chg="del mod">
          <ac:chgData name="Zied Belhocine" userId="200cc0e2b299676e" providerId="LiveId" clId="{36CCCAD6-9B8B-4ECC-B7BF-7E36B9ADD69A}" dt="2026-01-28T13:39:11.310" v="455" actId="478"/>
          <ac:spMkLst>
            <pc:docMk/>
            <pc:sldMk cId="0" sldId="257"/>
            <ac:spMk id="132" creationId="{00000000-0000-0000-0000-000000000000}"/>
          </ac:spMkLst>
        </pc:spChg>
        <pc:picChg chg="add del mod">
          <ac:chgData name="Zied Belhocine" userId="200cc0e2b299676e" providerId="LiveId" clId="{36CCCAD6-9B8B-4ECC-B7BF-7E36B9ADD69A}" dt="2026-01-28T13:55:01.567" v="651" actId="478"/>
          <ac:picMkLst>
            <pc:docMk/>
            <pc:sldMk cId="0" sldId="257"/>
            <ac:picMk id="2" creationId="{D28E7D32-8AEC-5DCC-8123-0662C73CF435}"/>
          </ac:picMkLst>
        </pc:picChg>
        <pc:picChg chg="add del">
          <ac:chgData name="Zied Belhocine" userId="200cc0e2b299676e" providerId="LiveId" clId="{36CCCAD6-9B8B-4ECC-B7BF-7E36B9ADD69A}" dt="2026-02-03T10:37:18.631" v="2084" actId="22"/>
          <ac:picMkLst>
            <pc:docMk/>
            <pc:sldMk cId="0" sldId="257"/>
            <ac:picMk id="3" creationId="{3E45E234-3144-1F7E-EFCC-848AAE2DE0D5}"/>
          </ac:picMkLst>
        </pc:picChg>
        <pc:picChg chg="add del mod">
          <ac:chgData name="Zied Belhocine" userId="200cc0e2b299676e" providerId="LiveId" clId="{36CCCAD6-9B8B-4ECC-B7BF-7E36B9ADD69A}" dt="2026-01-28T13:46:30.979" v="629" actId="478"/>
          <ac:picMkLst>
            <pc:docMk/>
            <pc:sldMk cId="0" sldId="257"/>
            <ac:picMk id="3" creationId="{CE2D3E78-94E0-33A2-B003-41AFC89F1630}"/>
          </ac:picMkLst>
        </pc:picChg>
        <pc:picChg chg="add del">
          <ac:chgData name="Zied Belhocine" userId="200cc0e2b299676e" providerId="LiveId" clId="{36CCCAD6-9B8B-4ECC-B7BF-7E36B9ADD69A}" dt="2026-01-28T14:00:49.741" v="654" actId="478"/>
          <ac:picMkLst>
            <pc:docMk/>
            <pc:sldMk cId="0" sldId="257"/>
            <ac:picMk id="4" creationId="{7FCF4687-E68B-A097-149A-56A858B2D858}"/>
          </ac:picMkLst>
        </pc:picChg>
        <pc:picChg chg="add mod">
          <ac:chgData name="Zied Belhocine" userId="200cc0e2b299676e" providerId="LiveId" clId="{36CCCAD6-9B8B-4ECC-B7BF-7E36B9ADD69A}" dt="2026-01-28T14:02:56.529" v="691" actId="1076"/>
          <ac:picMkLst>
            <pc:docMk/>
            <pc:sldMk cId="0" sldId="257"/>
            <ac:picMk id="6" creationId="{E96593C4-5F17-1784-5D86-B25CEC5A0CFA}"/>
          </ac:picMkLst>
        </pc:picChg>
        <pc:picChg chg="add mod">
          <ac:chgData name="Zied Belhocine" userId="200cc0e2b299676e" providerId="LiveId" clId="{36CCCAD6-9B8B-4ECC-B7BF-7E36B9ADD69A}" dt="2026-01-28T14:02:53.193" v="689" actId="14100"/>
          <ac:picMkLst>
            <pc:docMk/>
            <pc:sldMk cId="0" sldId="257"/>
            <ac:picMk id="8" creationId="{E9E961B2-5A76-FBC0-4674-27E6CC2013E9}"/>
          </ac:picMkLst>
        </pc:picChg>
        <pc:picChg chg="add mod">
          <ac:chgData name="Zied Belhocine" userId="200cc0e2b299676e" providerId="LiveId" clId="{36CCCAD6-9B8B-4ECC-B7BF-7E36B9ADD69A}" dt="2026-01-28T14:02:48.848" v="687" actId="14100"/>
          <ac:picMkLst>
            <pc:docMk/>
            <pc:sldMk cId="0" sldId="257"/>
            <ac:picMk id="10" creationId="{D1AFCA19-923C-B2E1-4542-9FD9C8FB66C8}"/>
          </ac:picMkLst>
        </pc:picChg>
        <pc:picChg chg="add mod">
          <ac:chgData name="Zied Belhocine" userId="200cc0e2b299676e" providerId="LiveId" clId="{36CCCAD6-9B8B-4ECC-B7BF-7E36B9ADD69A}" dt="2026-01-28T14:02:50.931" v="688" actId="14100"/>
          <ac:picMkLst>
            <pc:docMk/>
            <pc:sldMk cId="0" sldId="257"/>
            <ac:picMk id="12" creationId="{8CE40920-D2F2-4DCD-E0DB-060718A0E545}"/>
          </ac:picMkLst>
        </pc:picChg>
        <pc:picChg chg="add del mod">
          <ac:chgData name="Zied Belhocine" userId="200cc0e2b299676e" providerId="LiveId" clId="{36CCCAD6-9B8B-4ECC-B7BF-7E36B9ADD69A}" dt="2026-01-22T11:07:20.520" v="39" actId="478"/>
          <ac:picMkLst>
            <pc:docMk/>
            <pc:sldMk cId="0" sldId="257"/>
            <ac:picMk id="2050" creationId="{214EB35B-3934-99D3-0A18-A0B907F54F31}"/>
          </ac:picMkLst>
        </pc:picChg>
        <pc:picChg chg="add del mod">
          <ac:chgData name="Zied Belhocine" userId="200cc0e2b299676e" providerId="LiveId" clId="{36CCCAD6-9B8B-4ECC-B7BF-7E36B9ADD69A}" dt="2026-01-28T14:02:08.017" v="681" actId="478"/>
          <ac:picMkLst>
            <pc:docMk/>
            <pc:sldMk cId="0" sldId="257"/>
            <ac:picMk id="2050" creationId="{6C279282-AC02-04C4-F8C7-83DFA344BAFB}"/>
          </ac:picMkLst>
        </pc:picChg>
        <pc:picChg chg="add del mod">
          <ac:chgData name="Zied Belhocine" userId="200cc0e2b299676e" providerId="LiveId" clId="{36CCCAD6-9B8B-4ECC-B7BF-7E36B9ADD69A}" dt="2026-01-28T14:02:00.643" v="677" actId="478"/>
          <ac:picMkLst>
            <pc:docMk/>
            <pc:sldMk cId="0" sldId="257"/>
            <ac:picMk id="2052" creationId="{ADCC6600-870F-5D7C-DF83-ECCCF2E4873F}"/>
          </ac:picMkLst>
        </pc:picChg>
        <pc:picChg chg="add del mod">
          <ac:chgData name="Zied Belhocine" userId="200cc0e2b299676e" providerId="LiveId" clId="{36CCCAD6-9B8B-4ECC-B7BF-7E36B9ADD69A}" dt="2026-01-28T14:01:15.138" v="662" actId="478"/>
          <ac:picMkLst>
            <pc:docMk/>
            <pc:sldMk cId="0" sldId="257"/>
            <ac:picMk id="2054" creationId="{C43AEC59-FACF-7421-5D0E-673416DFEC31}"/>
          </ac:picMkLst>
        </pc:picChg>
      </pc:sldChg>
      <pc:sldChg chg="addSp delSp modSp mod modNotesTx">
        <pc:chgData name="Zied Belhocine" userId="200cc0e2b299676e" providerId="LiveId" clId="{36CCCAD6-9B8B-4ECC-B7BF-7E36B9ADD69A}" dt="2026-02-16T15:50:51.470" v="3905" actId="20577"/>
        <pc:sldMkLst>
          <pc:docMk/>
          <pc:sldMk cId="0" sldId="258"/>
        </pc:sldMkLst>
        <pc:spChg chg="add del mod">
          <ac:chgData name="Zied Belhocine" userId="200cc0e2b299676e" providerId="LiveId" clId="{36CCCAD6-9B8B-4ECC-B7BF-7E36B9ADD69A}" dt="2026-02-16T15:48:23.642" v="3656" actId="478"/>
          <ac:spMkLst>
            <pc:docMk/>
            <pc:sldMk cId="0" sldId="258"/>
            <ac:spMk id="3" creationId="{EECD0240-8179-BCDF-47CF-EC5CF7CB5FB6}"/>
          </ac:spMkLst>
        </pc:spChg>
        <pc:spChg chg="add del mod">
          <ac:chgData name="Zied Belhocine" userId="200cc0e2b299676e" providerId="LiveId" clId="{36CCCAD6-9B8B-4ECC-B7BF-7E36B9ADD69A}" dt="2026-02-16T15:48:12.787" v="3654" actId="478"/>
          <ac:spMkLst>
            <pc:docMk/>
            <pc:sldMk cId="0" sldId="258"/>
            <ac:spMk id="4" creationId="{45559D09-3D65-7B25-A451-9C10E26A6A25}"/>
          </ac:spMkLst>
        </pc:spChg>
        <pc:spChg chg="add del mod">
          <ac:chgData name="Zied Belhocine" userId="200cc0e2b299676e" providerId="LiveId" clId="{36CCCAD6-9B8B-4ECC-B7BF-7E36B9ADD69A}" dt="2026-01-28T14:09:54.591" v="943" actId="478"/>
          <ac:spMkLst>
            <pc:docMk/>
            <pc:sldMk cId="0" sldId="258"/>
            <ac:spMk id="4" creationId="{F7B36883-404B-4CE4-050C-5044F70B4A1E}"/>
          </ac:spMkLst>
        </pc:spChg>
        <pc:spChg chg="add mod">
          <ac:chgData name="Zied Belhocine" userId="200cc0e2b299676e" providerId="LiveId" clId="{36CCCAD6-9B8B-4ECC-B7BF-7E36B9ADD69A}" dt="2026-01-28T14:09:50.835" v="942" actId="20577"/>
          <ac:spMkLst>
            <pc:docMk/>
            <pc:sldMk cId="0" sldId="258"/>
            <ac:spMk id="6" creationId="{083BBDBB-4C1A-0131-5FF2-0FC124AAF63E}"/>
          </ac:spMkLst>
        </pc:spChg>
        <pc:spChg chg="add del">
          <ac:chgData name="Zied Belhocine" userId="200cc0e2b299676e" providerId="LiveId" clId="{36CCCAD6-9B8B-4ECC-B7BF-7E36B9ADD69A}" dt="2026-01-28T14:12:27.898" v="966" actId="478"/>
          <ac:spMkLst>
            <pc:docMk/>
            <pc:sldMk cId="0" sldId="258"/>
            <ac:spMk id="10" creationId="{481B25D7-E35C-FD08-E08B-B7CFB5D0C2E0}"/>
          </ac:spMkLst>
        </pc:spChg>
        <pc:spChg chg="add mod">
          <ac:chgData name="Zied Belhocine" userId="200cc0e2b299676e" providerId="LiveId" clId="{36CCCAD6-9B8B-4ECC-B7BF-7E36B9ADD69A}" dt="2026-01-28T14:14:33.287" v="1073" actId="14100"/>
          <ac:spMkLst>
            <pc:docMk/>
            <pc:sldMk cId="0" sldId="258"/>
            <ac:spMk id="12" creationId="{17D4718E-3242-053A-E02A-1051C4EDB346}"/>
          </ac:spMkLst>
        </pc:spChg>
        <pc:spChg chg="add mod">
          <ac:chgData name="Zied Belhocine" userId="200cc0e2b299676e" providerId="LiveId" clId="{36CCCAD6-9B8B-4ECC-B7BF-7E36B9ADD69A}" dt="2026-02-14T19:09:43.724" v="3529" actId="20577"/>
          <ac:spMkLst>
            <pc:docMk/>
            <pc:sldMk cId="0" sldId="258"/>
            <ac:spMk id="13" creationId="{061CF1BD-A45D-224F-ACCA-1E870EB53166}"/>
          </ac:spMkLst>
        </pc:spChg>
        <pc:spChg chg="add mod">
          <ac:chgData name="Zied Belhocine" userId="200cc0e2b299676e" providerId="LiveId" clId="{36CCCAD6-9B8B-4ECC-B7BF-7E36B9ADD69A}" dt="2026-02-14T19:09:47.033" v="3530" actId="20577"/>
          <ac:spMkLst>
            <pc:docMk/>
            <pc:sldMk cId="0" sldId="258"/>
            <ac:spMk id="14" creationId="{CD6A90EC-6099-7E3B-C134-5FA9C0719DC6}"/>
          </ac:spMkLst>
        </pc:spChg>
        <pc:spChg chg="del mod">
          <ac:chgData name="Zied Belhocine" userId="200cc0e2b299676e" providerId="LiveId" clId="{36CCCAD6-9B8B-4ECC-B7BF-7E36B9ADD69A}" dt="2026-01-28T14:07:20.192" v="813" actId="478"/>
          <ac:spMkLst>
            <pc:docMk/>
            <pc:sldMk cId="0" sldId="258"/>
            <ac:spMk id="138" creationId="{00000000-0000-0000-0000-000000000000}"/>
          </ac:spMkLst>
        </pc:spChg>
        <pc:spChg chg="del mod">
          <ac:chgData name="Zied Belhocine" userId="200cc0e2b299676e" providerId="LiveId" clId="{36CCCAD6-9B8B-4ECC-B7BF-7E36B9ADD69A}" dt="2026-01-28T14:10:05.233" v="946" actId="478"/>
          <ac:spMkLst>
            <pc:docMk/>
            <pc:sldMk cId="0" sldId="258"/>
            <ac:spMk id="139" creationId="{00000000-0000-0000-0000-000000000000}"/>
          </ac:spMkLst>
        </pc:spChg>
        <pc:spChg chg="del mod">
          <ac:chgData name="Zied Belhocine" userId="200cc0e2b299676e" providerId="LiveId" clId="{36CCCAD6-9B8B-4ECC-B7BF-7E36B9ADD69A}" dt="2026-01-28T14:09:01.050" v="823" actId="478"/>
          <ac:spMkLst>
            <pc:docMk/>
            <pc:sldMk cId="0" sldId="258"/>
            <ac:spMk id="140" creationId="{00000000-0000-0000-0000-000000000000}"/>
          </ac:spMkLst>
        </pc:spChg>
        <pc:picChg chg="add mod">
          <ac:chgData name="Zied Belhocine" userId="200cc0e2b299676e" providerId="LiveId" clId="{36CCCAD6-9B8B-4ECC-B7BF-7E36B9ADD69A}" dt="2026-02-14T19:10:43.985" v="3532" actId="1076"/>
          <ac:picMkLst>
            <pc:docMk/>
            <pc:sldMk cId="0" sldId="258"/>
            <ac:picMk id="2" creationId="{3B15BA9A-FE9C-13C9-8D6D-B0203B27CDA7}"/>
          </ac:picMkLst>
        </pc:picChg>
        <pc:picChg chg="add del mod">
          <ac:chgData name="Zied Belhocine" userId="200cc0e2b299676e" providerId="LiveId" clId="{36CCCAD6-9B8B-4ECC-B7BF-7E36B9ADD69A}" dt="2026-01-28T14:11:20.594" v="958" actId="478"/>
          <ac:picMkLst>
            <pc:docMk/>
            <pc:sldMk cId="0" sldId="258"/>
            <ac:picMk id="5" creationId="{4A8E4176-E6F9-1602-FE27-A69B18B73E4F}"/>
          </ac:picMkLst>
        </pc:picChg>
        <pc:picChg chg="add mod">
          <ac:chgData name="Zied Belhocine" userId="200cc0e2b299676e" providerId="LiveId" clId="{36CCCAD6-9B8B-4ECC-B7BF-7E36B9ADD69A}" dt="2026-01-28T14:12:56.573" v="977" actId="1076"/>
          <ac:picMkLst>
            <pc:docMk/>
            <pc:sldMk cId="0" sldId="258"/>
            <ac:picMk id="7" creationId="{B990FCBC-1B23-B5D7-6316-6C6F69C6756D}"/>
          </ac:picMkLst>
        </pc:picChg>
        <pc:picChg chg="add mod">
          <ac:chgData name="Zied Belhocine" userId="200cc0e2b299676e" providerId="LiveId" clId="{36CCCAD6-9B8B-4ECC-B7BF-7E36B9ADD69A}" dt="2026-01-28T14:12:56.573" v="977" actId="1076"/>
          <ac:picMkLst>
            <pc:docMk/>
            <pc:sldMk cId="0" sldId="258"/>
            <ac:picMk id="8" creationId="{04931248-A79D-0AF4-F81B-E47B6EF5BB30}"/>
          </ac:picMkLst>
        </pc:picChg>
        <pc:picChg chg="add mod">
          <ac:chgData name="Zied Belhocine" userId="200cc0e2b299676e" providerId="LiveId" clId="{36CCCAD6-9B8B-4ECC-B7BF-7E36B9ADD69A}" dt="2026-02-14T18:42:21.709" v="3483" actId="14100"/>
          <ac:picMkLst>
            <pc:docMk/>
            <pc:sldMk cId="0" sldId="258"/>
            <ac:picMk id="9" creationId="{667C7770-4E67-49AA-A047-596975790C40}"/>
          </ac:picMkLst>
        </pc:picChg>
        <pc:picChg chg="add mod">
          <ac:chgData name="Zied Belhocine" userId="200cc0e2b299676e" providerId="LiveId" clId="{36CCCAD6-9B8B-4ECC-B7BF-7E36B9ADD69A}" dt="2026-01-28T14:12:56.573" v="977" actId="1076"/>
          <ac:picMkLst>
            <pc:docMk/>
            <pc:sldMk cId="0" sldId="258"/>
            <ac:picMk id="11" creationId="{2D223084-931D-FFB2-E638-36887CF766F6}"/>
          </ac:picMkLst>
        </pc:picChg>
        <pc:picChg chg="add del mod">
          <ac:chgData name="Zied Belhocine" userId="200cc0e2b299676e" providerId="LiveId" clId="{36CCCAD6-9B8B-4ECC-B7BF-7E36B9ADD69A}" dt="2026-01-28T13:41:44.611" v="537" actId="478"/>
          <ac:picMkLst>
            <pc:docMk/>
            <pc:sldMk cId="0" sldId="258"/>
            <ac:picMk id="1026" creationId="{AFB696D4-79A7-79E1-B0D4-02C508BD5AF5}"/>
          </ac:picMkLst>
        </pc:picChg>
        <pc:picChg chg="add del mod">
          <ac:chgData name="Zied Belhocine" userId="200cc0e2b299676e" providerId="LiveId" clId="{36CCCAD6-9B8B-4ECC-B7BF-7E36B9ADD69A}" dt="2026-01-28T14:07:17.615" v="811" actId="478"/>
          <ac:picMkLst>
            <pc:docMk/>
            <pc:sldMk cId="0" sldId="258"/>
            <ac:picMk id="1028" creationId="{C2755AE2-D2BE-E4A2-2E1A-DB018DD7A3D5}"/>
          </ac:picMkLst>
        </pc:picChg>
      </pc:sldChg>
      <pc:sldChg chg="addSp delSp modSp mod modNotesTx">
        <pc:chgData name="Zied Belhocine" userId="200cc0e2b299676e" providerId="LiveId" clId="{36CCCAD6-9B8B-4ECC-B7BF-7E36B9ADD69A}" dt="2026-02-16T16:55:55.251" v="7207" actId="20577"/>
        <pc:sldMkLst>
          <pc:docMk/>
          <pc:sldMk cId="0" sldId="259"/>
        </pc:sldMkLst>
        <pc:spChg chg="add mod">
          <ac:chgData name="Zied Belhocine" userId="200cc0e2b299676e" providerId="LiveId" clId="{36CCCAD6-9B8B-4ECC-B7BF-7E36B9ADD69A}" dt="2026-02-12T11:19:23.600" v="3290" actId="1076"/>
          <ac:spMkLst>
            <pc:docMk/>
            <pc:sldMk cId="0" sldId="259"/>
            <ac:spMk id="2" creationId="{877C2B17-23E2-4B8A-E055-0F562898E27C}"/>
          </ac:spMkLst>
        </pc:spChg>
        <pc:spChg chg="add del">
          <ac:chgData name="Zied Belhocine" userId="200cc0e2b299676e" providerId="LiveId" clId="{36CCCAD6-9B8B-4ECC-B7BF-7E36B9ADD69A}" dt="2026-01-30T16:34:32.519" v="1114" actId="22"/>
          <ac:spMkLst>
            <pc:docMk/>
            <pc:sldMk cId="0" sldId="259"/>
            <ac:spMk id="3" creationId="{9BCD1FB3-DE5B-74E7-04C9-EB87A3944002}"/>
          </ac:spMkLst>
        </pc:spChg>
        <pc:spChg chg="add">
          <ac:chgData name="Zied Belhocine" userId="200cc0e2b299676e" providerId="LiveId" clId="{36CCCAD6-9B8B-4ECC-B7BF-7E36B9ADD69A}" dt="2026-01-30T16:34:35.892" v="1115"/>
          <ac:spMkLst>
            <pc:docMk/>
            <pc:sldMk cId="0" sldId="259"/>
            <ac:spMk id="4" creationId="{4854AF66-421A-0037-E3B6-BC967ECB2910}"/>
          </ac:spMkLst>
        </pc:spChg>
        <pc:spChg chg="add mod">
          <ac:chgData name="Zied Belhocine" userId="200cc0e2b299676e" providerId="LiveId" clId="{36CCCAD6-9B8B-4ECC-B7BF-7E36B9ADD69A}" dt="2026-01-30T16:34:47.167" v="1117"/>
          <ac:spMkLst>
            <pc:docMk/>
            <pc:sldMk cId="0" sldId="259"/>
            <ac:spMk id="5" creationId="{5CD9ED61-414C-F28E-508F-EA844F92704B}"/>
          </ac:spMkLst>
        </pc:spChg>
        <pc:spChg chg="add del mod">
          <ac:chgData name="Zied Belhocine" userId="200cc0e2b299676e" providerId="LiveId" clId="{36CCCAD6-9B8B-4ECC-B7BF-7E36B9ADD69A}" dt="2026-02-05T08:51:47.688" v="2527" actId="478"/>
          <ac:spMkLst>
            <pc:docMk/>
            <pc:sldMk cId="0" sldId="259"/>
            <ac:spMk id="6" creationId="{3AFB7DEC-ECDC-F409-D668-E1C2FC232B02}"/>
          </ac:spMkLst>
        </pc:spChg>
        <pc:spChg chg="add mod">
          <ac:chgData name="Zied Belhocine" userId="200cc0e2b299676e" providerId="LiveId" clId="{36CCCAD6-9B8B-4ECC-B7BF-7E36B9ADD69A}" dt="2026-02-12T09:51:47.166" v="2594" actId="1076"/>
          <ac:spMkLst>
            <pc:docMk/>
            <pc:sldMk cId="0" sldId="259"/>
            <ac:spMk id="7" creationId="{DE350F41-FEEB-F480-B4A8-DF32C04F4EB7}"/>
          </ac:spMkLst>
        </pc:spChg>
        <pc:spChg chg="add">
          <ac:chgData name="Zied Belhocine" userId="200cc0e2b299676e" providerId="LiveId" clId="{36CCCAD6-9B8B-4ECC-B7BF-7E36B9ADD69A}" dt="2026-01-30T16:35:53.170" v="1120"/>
          <ac:spMkLst>
            <pc:docMk/>
            <pc:sldMk cId="0" sldId="259"/>
            <ac:spMk id="8" creationId="{F7E3456F-0090-A2F0-3F23-0D13283B82EB}"/>
          </ac:spMkLst>
        </pc:spChg>
        <pc:spChg chg="add">
          <ac:chgData name="Zied Belhocine" userId="200cc0e2b299676e" providerId="LiveId" clId="{36CCCAD6-9B8B-4ECC-B7BF-7E36B9ADD69A}" dt="2026-01-30T16:37:57.364" v="1342"/>
          <ac:spMkLst>
            <pc:docMk/>
            <pc:sldMk cId="0" sldId="259"/>
            <ac:spMk id="11" creationId="{C30DEE9C-6013-2FDE-4F7D-FB3910A59E94}"/>
          </ac:spMkLst>
        </pc:spChg>
        <pc:spChg chg="add mod">
          <ac:chgData name="Zied Belhocine" userId="200cc0e2b299676e" providerId="LiveId" clId="{36CCCAD6-9B8B-4ECC-B7BF-7E36B9ADD69A}" dt="2026-01-30T16:39:58.947" v="1359"/>
          <ac:spMkLst>
            <pc:docMk/>
            <pc:sldMk cId="0" sldId="259"/>
            <ac:spMk id="14" creationId="{E8C93C5F-BC8D-6571-C5C6-87440A2E91DD}"/>
          </ac:spMkLst>
        </pc:spChg>
        <pc:spChg chg="add mod">
          <ac:chgData name="Zied Belhocine" userId="200cc0e2b299676e" providerId="LiveId" clId="{36CCCAD6-9B8B-4ECC-B7BF-7E36B9ADD69A}" dt="2026-01-30T16:39:58.947" v="1359"/>
          <ac:spMkLst>
            <pc:docMk/>
            <pc:sldMk cId="0" sldId="259"/>
            <ac:spMk id="15" creationId="{B5C06CD8-CF23-37C0-FA53-8EC695412C81}"/>
          </ac:spMkLst>
        </pc:spChg>
        <pc:spChg chg="add del">
          <ac:chgData name="Zied Belhocine" userId="200cc0e2b299676e" providerId="LiveId" clId="{36CCCAD6-9B8B-4ECC-B7BF-7E36B9ADD69A}" dt="2026-01-30T16:40:03.381" v="1362" actId="478"/>
          <ac:spMkLst>
            <pc:docMk/>
            <pc:sldMk cId="0" sldId="259"/>
            <ac:spMk id="17" creationId="{5CF54A93-067D-429C-DB59-0ADE12E96A22}"/>
          </ac:spMkLst>
        </pc:spChg>
        <pc:spChg chg="add del mod">
          <ac:chgData name="Zied Belhocine" userId="200cc0e2b299676e" providerId="LiveId" clId="{36CCCAD6-9B8B-4ECC-B7BF-7E36B9ADD69A}" dt="2026-01-30T16:41:26.304" v="1415"/>
          <ac:spMkLst>
            <pc:docMk/>
            <pc:sldMk cId="0" sldId="259"/>
            <ac:spMk id="20" creationId="{1B5B1C95-53BC-AF42-2134-37CE7C9A3E05}"/>
          </ac:spMkLst>
        </pc:spChg>
        <pc:spChg chg="add mod">
          <ac:chgData name="Zied Belhocine" userId="200cc0e2b299676e" providerId="LiveId" clId="{36CCCAD6-9B8B-4ECC-B7BF-7E36B9ADD69A}" dt="2026-02-16T16:55:36.822" v="7205" actId="20577"/>
          <ac:spMkLst>
            <pc:docMk/>
            <pc:sldMk cId="0" sldId="259"/>
            <ac:spMk id="21" creationId="{972F5F94-D4F7-FB0F-86DE-1DBA70A4C8A7}"/>
          </ac:spMkLst>
        </pc:spChg>
        <pc:spChg chg="mod">
          <ac:chgData name="Zied Belhocine" userId="200cc0e2b299676e" providerId="LiveId" clId="{36CCCAD6-9B8B-4ECC-B7BF-7E36B9ADD69A}" dt="2026-01-30T16:41:06.656" v="1384"/>
          <ac:spMkLst>
            <pc:docMk/>
            <pc:sldMk cId="0" sldId="259"/>
            <ac:spMk id="145" creationId="{00000000-0000-0000-0000-000000000000}"/>
          </ac:spMkLst>
        </pc:spChg>
        <pc:spChg chg="del mod">
          <ac:chgData name="Zied Belhocine" userId="200cc0e2b299676e" providerId="LiveId" clId="{36CCCAD6-9B8B-4ECC-B7BF-7E36B9ADD69A}" dt="2026-01-30T16:38:34.306" v="1355" actId="478"/>
          <ac:spMkLst>
            <pc:docMk/>
            <pc:sldMk cId="0" sldId="259"/>
            <ac:spMk id="146" creationId="{00000000-0000-0000-0000-000000000000}"/>
          </ac:spMkLst>
        </pc:spChg>
        <pc:spChg chg="del mod">
          <ac:chgData name="Zied Belhocine" userId="200cc0e2b299676e" providerId="LiveId" clId="{36CCCAD6-9B8B-4ECC-B7BF-7E36B9ADD69A}" dt="2026-01-30T15:11:01.354" v="1112" actId="478"/>
          <ac:spMkLst>
            <pc:docMk/>
            <pc:sldMk cId="0" sldId="259"/>
            <ac:spMk id="147" creationId="{00000000-0000-0000-0000-000000000000}"/>
          </ac:spMkLst>
        </pc:spChg>
        <pc:picChg chg="add del mod">
          <ac:chgData name="Zied Belhocine" userId="200cc0e2b299676e" providerId="LiveId" clId="{36CCCAD6-9B8B-4ECC-B7BF-7E36B9ADD69A}" dt="2026-02-12T09:51:23.809" v="2586" actId="478"/>
          <ac:picMkLst>
            <pc:docMk/>
            <pc:sldMk cId="0" sldId="259"/>
            <ac:picMk id="5" creationId="{AFF187F8-70D2-A5B1-ED33-1CFD638C7EEC}"/>
          </ac:picMkLst>
        </pc:picChg>
        <pc:picChg chg="add mod ord">
          <ac:chgData name="Zied Belhocine" userId="200cc0e2b299676e" providerId="LiveId" clId="{36CCCAD6-9B8B-4ECC-B7BF-7E36B9ADD69A}" dt="2026-02-12T09:51:33.500" v="2589" actId="1076"/>
          <ac:picMkLst>
            <pc:docMk/>
            <pc:sldMk cId="0" sldId="259"/>
            <ac:picMk id="6" creationId="{F4A973E4-6F86-D130-76DC-512E6749EC8D}"/>
          </ac:picMkLst>
        </pc:picChg>
        <pc:picChg chg="add del mod ord">
          <ac:chgData name="Zied Belhocine" userId="200cc0e2b299676e" providerId="LiveId" clId="{36CCCAD6-9B8B-4ECC-B7BF-7E36B9ADD69A}" dt="2026-01-30T16:38:58.449" v="1357" actId="478"/>
          <ac:picMkLst>
            <pc:docMk/>
            <pc:sldMk cId="0" sldId="259"/>
            <ac:picMk id="7" creationId="{59B39551-E772-2CAF-CA7C-57770DFC7FBB}"/>
          </ac:picMkLst>
        </pc:picChg>
        <pc:picChg chg="add del mod">
          <ac:chgData name="Zied Belhocine" userId="200cc0e2b299676e" providerId="LiveId" clId="{36CCCAD6-9B8B-4ECC-B7BF-7E36B9ADD69A}" dt="2026-01-30T16:38:24.703" v="1352" actId="478"/>
          <ac:picMkLst>
            <pc:docMk/>
            <pc:sldMk cId="0" sldId="259"/>
            <ac:picMk id="10" creationId="{A9BA7499-DDDA-BFAA-34C2-4673C81E0671}"/>
          </ac:picMkLst>
        </pc:picChg>
        <pc:picChg chg="add del mod ord">
          <ac:chgData name="Zied Belhocine" userId="200cc0e2b299676e" providerId="LiveId" clId="{36CCCAD6-9B8B-4ECC-B7BF-7E36B9ADD69A}" dt="2026-02-05T08:50:55.834" v="2523" actId="478"/>
          <ac:picMkLst>
            <pc:docMk/>
            <pc:sldMk cId="0" sldId="259"/>
            <ac:picMk id="13" creationId="{D32B202C-3D8F-C06C-C81E-506CA6C77B7D}"/>
          </ac:picMkLst>
        </pc:picChg>
        <pc:picChg chg="add mod">
          <ac:chgData name="Zied Belhocine" userId="200cc0e2b299676e" providerId="LiveId" clId="{36CCCAD6-9B8B-4ECC-B7BF-7E36B9ADD69A}" dt="2026-01-30T16:40:30.793" v="1371" actId="1076"/>
          <ac:picMkLst>
            <pc:docMk/>
            <pc:sldMk cId="0" sldId="259"/>
            <ac:picMk id="19" creationId="{A3E9BD6F-847C-4219-5302-F3CEC09EB4BC}"/>
          </ac:picMkLst>
        </pc:picChg>
      </pc:sldChg>
      <pc:sldChg chg="addSp delSp modSp mod modNotesTx">
        <pc:chgData name="Zied Belhocine" userId="200cc0e2b299676e" providerId="LiveId" clId="{36CCCAD6-9B8B-4ECC-B7BF-7E36B9ADD69A}" dt="2026-02-16T16:56:43.644" v="7223" actId="20577"/>
        <pc:sldMkLst>
          <pc:docMk/>
          <pc:sldMk cId="0" sldId="260"/>
        </pc:sldMkLst>
        <pc:spChg chg="add mod">
          <ac:chgData name="Zied Belhocine" userId="200cc0e2b299676e" providerId="LiveId" clId="{36CCCAD6-9B8B-4ECC-B7BF-7E36B9ADD69A}" dt="2026-02-03T11:08:41.080" v="2504" actId="20577"/>
          <ac:spMkLst>
            <pc:docMk/>
            <pc:sldMk cId="0" sldId="260"/>
            <ac:spMk id="2" creationId="{B4C59EA3-5F2F-CFF2-D4AD-4AC8D054B5DA}"/>
          </ac:spMkLst>
        </pc:spChg>
        <pc:spChg chg="add">
          <ac:chgData name="Zied Belhocine" userId="200cc0e2b299676e" providerId="LiveId" clId="{36CCCAD6-9B8B-4ECC-B7BF-7E36B9ADD69A}" dt="2026-02-02T13:37:06.568" v="1419"/>
          <ac:spMkLst>
            <pc:docMk/>
            <pc:sldMk cId="0" sldId="260"/>
            <ac:spMk id="3" creationId="{067FEDF7-DC9E-C02F-2DF6-9367BB6EDCB1}"/>
          </ac:spMkLst>
        </pc:spChg>
        <pc:spChg chg="add mod">
          <ac:chgData name="Zied Belhocine" userId="200cc0e2b299676e" providerId="LiveId" clId="{36CCCAD6-9B8B-4ECC-B7BF-7E36B9ADD69A}" dt="2026-02-16T15:56:30.326" v="4295" actId="1076"/>
          <ac:spMkLst>
            <pc:docMk/>
            <pc:sldMk cId="0" sldId="260"/>
            <ac:spMk id="3" creationId="{209F6D39-9EF2-606D-0A20-6A0E0925FAB5}"/>
          </ac:spMkLst>
        </pc:spChg>
        <pc:spChg chg="add del">
          <ac:chgData name="Zied Belhocine" userId="200cc0e2b299676e" providerId="LiveId" clId="{36CCCAD6-9B8B-4ECC-B7BF-7E36B9ADD69A}" dt="2026-02-12T11:19:38.741" v="3291" actId="478"/>
          <ac:spMkLst>
            <pc:docMk/>
            <pc:sldMk cId="0" sldId="260"/>
            <ac:spMk id="3" creationId="{AB55F231-D0BB-0623-3E9C-FF81BAAE3219}"/>
          </ac:spMkLst>
        </pc:spChg>
        <pc:spChg chg="add">
          <ac:chgData name="Zied Belhocine" userId="200cc0e2b299676e" providerId="LiveId" clId="{36CCCAD6-9B8B-4ECC-B7BF-7E36B9ADD69A}" dt="2026-02-02T13:37:20.498" v="1420"/>
          <ac:spMkLst>
            <pc:docMk/>
            <pc:sldMk cId="0" sldId="260"/>
            <ac:spMk id="4" creationId="{3E3006DD-1B46-D53C-D44D-D7A28217E337}"/>
          </ac:spMkLst>
        </pc:spChg>
        <pc:spChg chg="add del mod">
          <ac:chgData name="Zied Belhocine" userId="200cc0e2b299676e" providerId="LiveId" clId="{36CCCAD6-9B8B-4ECC-B7BF-7E36B9ADD69A}" dt="2026-02-16T15:56:37.851" v="4296" actId="478"/>
          <ac:spMkLst>
            <pc:docMk/>
            <pc:sldMk cId="0" sldId="260"/>
            <ac:spMk id="5" creationId="{7808DBDA-385A-34B4-2CFF-53B82649B31A}"/>
          </ac:spMkLst>
        </pc:spChg>
        <pc:spChg chg="add del mod">
          <ac:chgData name="Zied Belhocine" userId="200cc0e2b299676e" providerId="LiveId" clId="{36CCCAD6-9B8B-4ECC-B7BF-7E36B9ADD69A}" dt="2026-02-02T13:47:59.622" v="1735" actId="478"/>
          <ac:spMkLst>
            <pc:docMk/>
            <pc:sldMk cId="0" sldId="260"/>
            <ac:spMk id="7" creationId="{CE31435F-DDB0-AEF9-CC47-AEA80E6EA5B8}"/>
          </ac:spMkLst>
        </pc:spChg>
        <pc:spChg chg="add mod">
          <ac:chgData name="Zied Belhocine" userId="200cc0e2b299676e" providerId="LiveId" clId="{36CCCAD6-9B8B-4ECC-B7BF-7E36B9ADD69A}" dt="2026-02-02T13:53:00.276" v="1905" actId="20577"/>
          <ac:spMkLst>
            <pc:docMk/>
            <pc:sldMk cId="0" sldId="260"/>
            <ac:spMk id="8" creationId="{39ED7FC7-A5A5-D08A-AEB6-A498CF960A28}"/>
          </ac:spMkLst>
        </pc:spChg>
        <pc:spChg chg="add del mod">
          <ac:chgData name="Zied Belhocine" userId="200cc0e2b299676e" providerId="LiveId" clId="{36CCCAD6-9B8B-4ECC-B7BF-7E36B9ADD69A}" dt="2026-02-02T13:40:12.625" v="1463" actId="478"/>
          <ac:spMkLst>
            <pc:docMk/>
            <pc:sldMk cId="0" sldId="260"/>
            <ac:spMk id="9" creationId="{AECC73AF-460C-751B-48BA-5A3661CD84CE}"/>
          </ac:spMkLst>
        </pc:spChg>
        <pc:spChg chg="add del mod">
          <ac:chgData name="Zied Belhocine" userId="200cc0e2b299676e" providerId="LiveId" clId="{36CCCAD6-9B8B-4ECC-B7BF-7E36B9ADD69A}" dt="2026-02-02T13:40:14.093" v="1464" actId="478"/>
          <ac:spMkLst>
            <pc:docMk/>
            <pc:sldMk cId="0" sldId="260"/>
            <ac:spMk id="10" creationId="{A6A880FB-13BD-7367-FB2A-5CC2400B1EF2}"/>
          </ac:spMkLst>
        </pc:spChg>
        <pc:spChg chg="add mod">
          <ac:chgData name="Zied Belhocine" userId="200cc0e2b299676e" providerId="LiveId" clId="{36CCCAD6-9B8B-4ECC-B7BF-7E36B9ADD69A}" dt="2026-02-02T13:49:44.162" v="1781" actId="20577"/>
          <ac:spMkLst>
            <pc:docMk/>
            <pc:sldMk cId="0" sldId="260"/>
            <ac:spMk id="11" creationId="{EA18FBBD-EC4F-3A05-C02B-49434AEF7717}"/>
          </ac:spMkLst>
        </pc:spChg>
        <pc:spChg chg="add mod">
          <ac:chgData name="Zied Belhocine" userId="200cc0e2b299676e" providerId="LiveId" clId="{36CCCAD6-9B8B-4ECC-B7BF-7E36B9ADD69A}" dt="2026-02-02T13:48:48.289" v="1758" actId="1076"/>
          <ac:spMkLst>
            <pc:docMk/>
            <pc:sldMk cId="0" sldId="260"/>
            <ac:spMk id="16" creationId="{A74500E9-C47A-EB79-13AE-435EE8D6B2D7}"/>
          </ac:spMkLst>
        </pc:spChg>
        <pc:spChg chg="add mod">
          <ac:chgData name="Zied Belhocine" userId="200cc0e2b299676e" providerId="LiveId" clId="{36CCCAD6-9B8B-4ECC-B7BF-7E36B9ADD69A}" dt="2026-02-02T13:48:35.760" v="1741" actId="1076"/>
          <ac:spMkLst>
            <pc:docMk/>
            <pc:sldMk cId="0" sldId="260"/>
            <ac:spMk id="17" creationId="{E3F83F8E-FBD5-D3A6-36C1-32991F9C40E3}"/>
          </ac:spMkLst>
        </pc:spChg>
        <pc:spChg chg="add mod">
          <ac:chgData name="Zied Belhocine" userId="200cc0e2b299676e" providerId="LiveId" clId="{36CCCAD6-9B8B-4ECC-B7BF-7E36B9ADD69A}" dt="2026-02-02T13:53:15.305" v="1914" actId="20577"/>
          <ac:spMkLst>
            <pc:docMk/>
            <pc:sldMk cId="0" sldId="260"/>
            <ac:spMk id="18" creationId="{D7CC7DC0-BC77-AE9C-1812-7FBCCB438C89}"/>
          </ac:spMkLst>
        </pc:spChg>
        <pc:spChg chg="add mod">
          <ac:chgData name="Zied Belhocine" userId="200cc0e2b299676e" providerId="LiveId" clId="{36CCCAD6-9B8B-4ECC-B7BF-7E36B9ADD69A}" dt="2026-02-02T13:48:59.098" v="1773" actId="1037"/>
          <ac:spMkLst>
            <pc:docMk/>
            <pc:sldMk cId="0" sldId="260"/>
            <ac:spMk id="19" creationId="{EDF6C174-050D-7B87-A04E-0D9D2FF055A5}"/>
          </ac:spMkLst>
        </pc:spChg>
        <pc:spChg chg="add mod">
          <ac:chgData name="Zied Belhocine" userId="200cc0e2b299676e" providerId="LiveId" clId="{36CCCAD6-9B8B-4ECC-B7BF-7E36B9ADD69A}" dt="2026-02-02T13:48:29.157" v="1740" actId="207"/>
          <ac:spMkLst>
            <pc:docMk/>
            <pc:sldMk cId="0" sldId="260"/>
            <ac:spMk id="20" creationId="{D269DE3B-3BEA-B178-D27D-14C13DA838A9}"/>
          </ac:spMkLst>
        </pc:spChg>
        <pc:spChg chg="add del mod">
          <ac:chgData name="Zied Belhocine" userId="200cc0e2b299676e" providerId="LiveId" clId="{36CCCAD6-9B8B-4ECC-B7BF-7E36B9ADD69A}" dt="2026-02-02T13:50:59.831" v="1789"/>
          <ac:spMkLst>
            <pc:docMk/>
            <pc:sldMk cId="0" sldId="260"/>
            <ac:spMk id="22" creationId="{017A17B2-1B88-4667-8F51-FA4790813AF3}"/>
          </ac:spMkLst>
        </pc:spChg>
        <pc:spChg chg="add mod">
          <ac:chgData name="Zied Belhocine" userId="200cc0e2b299676e" providerId="LiveId" clId="{36CCCAD6-9B8B-4ECC-B7BF-7E36B9ADD69A}" dt="2026-02-16T15:53:22.791" v="4258" actId="1076"/>
          <ac:spMkLst>
            <pc:docMk/>
            <pc:sldMk cId="0" sldId="260"/>
            <ac:spMk id="24" creationId="{F1E7BF95-A00F-B687-0DEA-05EB431F0415}"/>
          </ac:spMkLst>
        </pc:spChg>
        <pc:spChg chg="mod">
          <ac:chgData name="Zied Belhocine" userId="200cc0e2b299676e" providerId="LiveId" clId="{36CCCAD6-9B8B-4ECC-B7BF-7E36B9ADD69A}" dt="2026-01-28T14:30:03.517" v="1089" actId="2711"/>
          <ac:spMkLst>
            <pc:docMk/>
            <pc:sldMk cId="0" sldId="260"/>
            <ac:spMk id="152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16T15:56:26.173" v="4294" actId="478"/>
          <ac:spMkLst>
            <pc:docMk/>
            <pc:sldMk cId="0" sldId="260"/>
            <ac:spMk id="153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16T15:51:52.967" v="4130" actId="478"/>
          <ac:spMkLst>
            <pc:docMk/>
            <pc:sldMk cId="0" sldId="260"/>
            <ac:spMk id="154" creationId="{00000000-0000-0000-0000-000000000000}"/>
          </ac:spMkLst>
        </pc:spChg>
        <pc:graphicFrameChg chg="add del mod modGraphic">
          <ac:chgData name="Zied Belhocine" userId="200cc0e2b299676e" providerId="LiveId" clId="{36CCCAD6-9B8B-4ECC-B7BF-7E36B9ADD69A}" dt="2026-02-02T13:36:44.997" v="1418" actId="478"/>
          <ac:graphicFrameMkLst>
            <pc:docMk/>
            <pc:sldMk cId="0" sldId="260"/>
            <ac:graphicFrameMk id="2" creationId="{C9BBA2D7-3A66-0EE6-F082-68645F91156F}"/>
          </ac:graphicFrameMkLst>
        </pc:graphicFrameChg>
        <pc:picChg chg="add del mod">
          <ac:chgData name="Zied Belhocine" userId="200cc0e2b299676e" providerId="LiveId" clId="{36CCCAD6-9B8B-4ECC-B7BF-7E36B9ADD69A}" dt="2026-02-02T13:43:23.728" v="1625" actId="478"/>
          <ac:picMkLst>
            <pc:docMk/>
            <pc:sldMk cId="0" sldId="260"/>
            <ac:picMk id="6" creationId="{A0B29AA0-F167-AB5D-7E5F-D05B566642E8}"/>
          </ac:picMkLst>
        </pc:picChg>
        <pc:picChg chg="add del mod">
          <ac:chgData name="Zied Belhocine" userId="200cc0e2b299676e" providerId="LiveId" clId="{36CCCAD6-9B8B-4ECC-B7BF-7E36B9ADD69A}" dt="2026-02-02T13:43:55.043" v="1630" actId="478"/>
          <ac:picMkLst>
            <pc:docMk/>
            <pc:sldMk cId="0" sldId="260"/>
            <ac:picMk id="13" creationId="{E0AFDB26-6F91-0176-7719-BC2474F9BF6C}"/>
          </ac:picMkLst>
        </pc:picChg>
        <pc:picChg chg="add del mod">
          <ac:chgData name="Zied Belhocine" userId="200cc0e2b299676e" providerId="LiveId" clId="{36CCCAD6-9B8B-4ECC-B7BF-7E36B9ADD69A}" dt="2026-02-03T11:05:04.684" v="2428" actId="478"/>
          <ac:picMkLst>
            <pc:docMk/>
            <pc:sldMk cId="0" sldId="260"/>
            <ac:picMk id="15" creationId="{9F3B4AD3-9B1B-6735-3B8F-9CE94EF36596}"/>
          </ac:picMkLst>
        </pc:picChg>
        <pc:picChg chg="add del mod">
          <ac:chgData name="Zied Belhocine" userId="200cc0e2b299676e" providerId="LiveId" clId="{36CCCAD6-9B8B-4ECC-B7BF-7E36B9ADD69A}" dt="2026-02-02T13:50:41.209" v="1784" actId="478"/>
          <ac:picMkLst>
            <pc:docMk/>
            <pc:sldMk cId="0" sldId="260"/>
            <ac:picMk id="21" creationId="{AB18CDEC-81BE-E01E-2491-9AE303B53917}"/>
          </ac:picMkLst>
        </pc:picChg>
      </pc:sldChg>
      <pc:sldChg chg="addSp delSp modSp mod modNotesTx">
        <pc:chgData name="Zied Belhocine" userId="200cc0e2b299676e" providerId="LiveId" clId="{36CCCAD6-9B8B-4ECC-B7BF-7E36B9ADD69A}" dt="2026-02-16T16:57:46.918" v="7260" actId="20577"/>
        <pc:sldMkLst>
          <pc:docMk/>
          <pc:sldMk cId="0" sldId="261"/>
        </pc:sldMkLst>
        <pc:spChg chg="add mod">
          <ac:chgData name="Zied Belhocine" userId="200cc0e2b299676e" providerId="LiveId" clId="{36CCCAD6-9B8B-4ECC-B7BF-7E36B9ADD69A}" dt="2026-02-03T10:28:34.922" v="2004" actId="20577"/>
          <ac:spMkLst>
            <pc:docMk/>
            <pc:sldMk cId="0" sldId="261"/>
            <ac:spMk id="2" creationId="{69C9B610-9784-E7BC-09E1-304855359E98}"/>
          </ac:spMkLst>
        </pc:spChg>
        <pc:spChg chg="add mod">
          <ac:chgData name="Zied Belhocine" userId="200cc0e2b299676e" providerId="LiveId" clId="{36CCCAD6-9B8B-4ECC-B7BF-7E36B9ADD69A}" dt="2026-02-03T10:28:42.797" v="2013" actId="20577"/>
          <ac:spMkLst>
            <pc:docMk/>
            <pc:sldMk cId="0" sldId="261"/>
            <ac:spMk id="3" creationId="{BC1F652D-F5DE-C634-E07F-274418B0C7AC}"/>
          </ac:spMkLst>
        </pc:spChg>
        <pc:spChg chg="add mod">
          <ac:chgData name="Zied Belhocine" userId="200cc0e2b299676e" providerId="LiveId" clId="{36CCCAD6-9B8B-4ECC-B7BF-7E36B9ADD69A}" dt="2026-02-16T15:54:27.986" v="4277" actId="1076"/>
          <ac:spMkLst>
            <pc:docMk/>
            <pc:sldMk cId="0" sldId="261"/>
            <ac:spMk id="4" creationId="{5CDAA50F-D90F-25BD-9A79-A38BF458C81B}"/>
          </ac:spMkLst>
        </pc:spChg>
        <pc:spChg chg="add mod">
          <ac:chgData name="Zied Belhocine" userId="200cc0e2b299676e" providerId="LiveId" clId="{36CCCAD6-9B8B-4ECC-B7BF-7E36B9ADD69A}" dt="2026-02-02T13:54:13.257" v="1916"/>
          <ac:spMkLst>
            <pc:docMk/>
            <pc:sldMk cId="0" sldId="261"/>
            <ac:spMk id="5" creationId="{0495A920-A68F-CF17-7122-417C23D81BA3}"/>
          </ac:spMkLst>
        </pc:spChg>
        <pc:spChg chg="add mod">
          <ac:chgData name="Zied Belhocine" userId="200cc0e2b299676e" providerId="LiveId" clId="{36CCCAD6-9B8B-4ECC-B7BF-7E36B9ADD69A}" dt="2026-02-02T13:54:13.257" v="1916"/>
          <ac:spMkLst>
            <pc:docMk/>
            <pc:sldMk cId="0" sldId="261"/>
            <ac:spMk id="6" creationId="{7D0D3F6A-C0E1-EA14-09D0-26AB77740A69}"/>
          </ac:spMkLst>
        </pc:spChg>
        <pc:spChg chg="add mod">
          <ac:chgData name="Zied Belhocine" userId="200cc0e2b299676e" providerId="LiveId" clId="{36CCCAD6-9B8B-4ECC-B7BF-7E36B9ADD69A}" dt="2026-02-02T13:54:13.257" v="1916"/>
          <ac:spMkLst>
            <pc:docMk/>
            <pc:sldMk cId="0" sldId="261"/>
            <ac:spMk id="7" creationId="{31BF7932-C337-6BA2-ED62-C7C0D006D2FF}"/>
          </ac:spMkLst>
        </pc:spChg>
        <pc:spChg chg="add mod">
          <ac:chgData name="Zied Belhocine" userId="200cc0e2b299676e" providerId="LiveId" clId="{36CCCAD6-9B8B-4ECC-B7BF-7E36B9ADD69A}" dt="2026-02-02T13:54:13.257" v="1916"/>
          <ac:spMkLst>
            <pc:docMk/>
            <pc:sldMk cId="0" sldId="261"/>
            <ac:spMk id="8" creationId="{F3D8CC57-8C8D-3871-46F5-C4529D4112A7}"/>
          </ac:spMkLst>
        </pc:spChg>
        <pc:spChg chg="add mod">
          <ac:chgData name="Zied Belhocine" userId="200cc0e2b299676e" providerId="LiveId" clId="{36CCCAD6-9B8B-4ECC-B7BF-7E36B9ADD69A}" dt="2026-02-02T13:54:13.257" v="1916"/>
          <ac:spMkLst>
            <pc:docMk/>
            <pc:sldMk cId="0" sldId="261"/>
            <ac:spMk id="9" creationId="{5FDC7050-6E40-EA14-5130-48D10D56DFA5}"/>
          </ac:spMkLst>
        </pc:spChg>
        <pc:spChg chg="add mod">
          <ac:chgData name="Zied Belhocine" userId="200cc0e2b299676e" providerId="LiveId" clId="{36CCCAD6-9B8B-4ECC-B7BF-7E36B9ADD69A}" dt="2026-02-13T21:39:38.458" v="3307" actId="20577"/>
          <ac:spMkLst>
            <pc:docMk/>
            <pc:sldMk cId="0" sldId="261"/>
            <ac:spMk id="10" creationId="{3D3D1CBC-E1D7-4D4A-9AA0-011B7A1380C5}"/>
          </ac:spMkLst>
        </pc:spChg>
        <pc:spChg chg="add mod">
          <ac:chgData name="Zied Belhocine" userId="200cc0e2b299676e" providerId="LiveId" clId="{36CCCAD6-9B8B-4ECC-B7BF-7E36B9ADD69A}" dt="2026-02-03T11:09:02.004" v="2506"/>
          <ac:spMkLst>
            <pc:docMk/>
            <pc:sldMk cId="0" sldId="261"/>
            <ac:spMk id="11" creationId="{ED059039-EA47-C6E8-855C-7184EBEED48B}"/>
          </ac:spMkLst>
        </pc:spChg>
        <pc:spChg chg="mod">
          <ac:chgData name="Zied Belhocine" userId="200cc0e2b299676e" providerId="LiveId" clId="{36CCCAD6-9B8B-4ECC-B7BF-7E36B9ADD69A}" dt="2026-01-28T14:30:15.889" v="1091" actId="2711"/>
          <ac:spMkLst>
            <pc:docMk/>
            <pc:sldMk cId="0" sldId="261"/>
            <ac:spMk id="159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02T13:54:16.995" v="1917" actId="478"/>
          <ac:spMkLst>
            <pc:docMk/>
            <pc:sldMk cId="0" sldId="261"/>
            <ac:spMk id="160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16T15:54:52.775" v="4291" actId="478"/>
          <ac:spMkLst>
            <pc:docMk/>
            <pc:sldMk cId="0" sldId="261"/>
            <ac:spMk id="161" creationId="{00000000-0000-0000-0000-000000000000}"/>
          </ac:spMkLst>
        </pc:spChg>
        <pc:picChg chg="add del mod">
          <ac:chgData name="Zied Belhocine" userId="200cc0e2b299676e" providerId="LiveId" clId="{36CCCAD6-9B8B-4ECC-B7BF-7E36B9ADD69A}" dt="2026-02-03T11:08:58.761" v="2505" actId="478"/>
          <ac:picMkLst>
            <pc:docMk/>
            <pc:sldMk cId="0" sldId="261"/>
            <ac:picMk id="4" creationId="{B295E544-59BF-89F8-A5B6-64360E81DD5E}"/>
          </ac:picMkLst>
        </pc:picChg>
      </pc:sldChg>
      <pc:sldChg chg="addSp delSp modSp mod setBg modNotesTx">
        <pc:chgData name="Zied Belhocine" userId="200cc0e2b299676e" providerId="LiveId" clId="{36CCCAD6-9B8B-4ECC-B7BF-7E36B9ADD69A}" dt="2026-02-16T16:07:04.547" v="4946" actId="20577"/>
        <pc:sldMkLst>
          <pc:docMk/>
          <pc:sldMk cId="0" sldId="262"/>
        </pc:sldMkLst>
        <pc:spChg chg="mod">
          <ac:chgData name="Zied Belhocine" userId="200cc0e2b299676e" providerId="LiveId" clId="{36CCCAD6-9B8B-4ECC-B7BF-7E36B9ADD69A}" dt="2026-01-28T14:30:27.238" v="1093"/>
          <ac:spMkLst>
            <pc:docMk/>
            <pc:sldMk cId="0" sldId="262"/>
            <ac:spMk id="166" creationId="{00000000-0000-0000-0000-000000000000}"/>
          </ac:spMkLst>
        </pc:spChg>
        <pc:spChg chg="mod">
          <ac:chgData name="Zied Belhocine" userId="200cc0e2b299676e" providerId="LiveId" clId="{36CCCAD6-9B8B-4ECC-B7BF-7E36B9ADD69A}" dt="2026-01-28T14:30:27.238" v="1093"/>
          <ac:spMkLst>
            <pc:docMk/>
            <pc:sldMk cId="0" sldId="262"/>
            <ac:spMk id="167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16T16:01:17.603" v="4441" actId="478"/>
          <ac:spMkLst>
            <pc:docMk/>
            <pc:sldMk cId="0" sldId="262"/>
            <ac:spMk id="168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16T16:01:16.599" v="4440" actId="478"/>
          <ac:spMkLst>
            <pc:docMk/>
            <pc:sldMk cId="0" sldId="262"/>
            <ac:spMk id="169" creationId="{00000000-0000-0000-0000-000000000000}"/>
          </ac:spMkLst>
        </pc:spChg>
        <pc:picChg chg="add mod">
          <ac:chgData name="Zied Belhocine" userId="200cc0e2b299676e" providerId="LiveId" clId="{36CCCAD6-9B8B-4ECC-B7BF-7E36B9ADD69A}" dt="2026-02-02T16:11:15.426" v="1950" actId="1076"/>
          <ac:picMkLst>
            <pc:docMk/>
            <pc:sldMk cId="0" sldId="262"/>
            <ac:picMk id="3" creationId="{B3760D85-B619-BBC4-7DD5-ACE85EF40AC1}"/>
          </ac:picMkLst>
        </pc:picChg>
        <pc:picChg chg="add mod">
          <ac:chgData name="Zied Belhocine" userId="200cc0e2b299676e" providerId="LiveId" clId="{36CCCAD6-9B8B-4ECC-B7BF-7E36B9ADD69A}" dt="2026-02-16T16:01:14.796" v="4439" actId="1076"/>
          <ac:picMkLst>
            <pc:docMk/>
            <pc:sldMk cId="0" sldId="262"/>
            <ac:picMk id="4" creationId="{333689A7-E947-51FC-FFE7-77BB62266C60}"/>
          </ac:picMkLst>
        </pc:picChg>
        <pc:picChg chg="add del mod">
          <ac:chgData name="Zied Belhocine" userId="200cc0e2b299676e" providerId="LiveId" clId="{36CCCAD6-9B8B-4ECC-B7BF-7E36B9ADD69A}" dt="2026-02-05T10:14:15.975" v="2553" actId="478"/>
          <ac:picMkLst>
            <pc:docMk/>
            <pc:sldMk cId="0" sldId="262"/>
            <ac:picMk id="4" creationId="{AB88618B-EE6D-3F3C-6331-87E8DB4D97C9}"/>
          </ac:picMkLst>
        </pc:picChg>
        <pc:picChg chg="add del mod">
          <ac:chgData name="Zied Belhocine" userId="200cc0e2b299676e" providerId="LiveId" clId="{36CCCAD6-9B8B-4ECC-B7BF-7E36B9ADD69A}" dt="2026-02-16T16:01:10.213" v="4437" actId="478"/>
          <ac:picMkLst>
            <pc:docMk/>
            <pc:sldMk cId="0" sldId="262"/>
            <ac:picMk id="6" creationId="{D1F90F54-3FDF-D519-5E00-5C25FAD5E2F8}"/>
          </ac:picMkLst>
        </pc:picChg>
      </pc:sldChg>
      <pc:sldChg chg="addSp delSp modSp mod setBg modNotesTx">
        <pc:chgData name="Zied Belhocine" userId="200cc0e2b299676e" providerId="LiveId" clId="{36CCCAD6-9B8B-4ECC-B7BF-7E36B9ADD69A}" dt="2026-02-16T16:14:15.135" v="5430" actId="20577"/>
        <pc:sldMkLst>
          <pc:docMk/>
          <pc:sldMk cId="0" sldId="263"/>
        </pc:sldMkLst>
        <pc:spChg chg="add del mod">
          <ac:chgData name="Zied Belhocine" userId="200cc0e2b299676e" providerId="LiveId" clId="{36CCCAD6-9B8B-4ECC-B7BF-7E36B9ADD69A}" dt="2026-02-13T22:09:52.607" v="3417"/>
          <ac:spMkLst>
            <pc:docMk/>
            <pc:sldMk cId="0" sldId="263"/>
            <ac:spMk id="2" creationId="{D0E317B0-52BD-02C7-4A31-73DC88B9973C}"/>
          </ac:spMkLst>
        </pc:spChg>
        <pc:spChg chg="add mod ord">
          <ac:chgData name="Zied Belhocine" userId="200cc0e2b299676e" providerId="LiveId" clId="{36CCCAD6-9B8B-4ECC-B7BF-7E36B9ADD69A}" dt="2026-02-16T16:12:57.199" v="5275" actId="1076"/>
          <ac:spMkLst>
            <pc:docMk/>
            <pc:sldMk cId="0" sldId="263"/>
            <ac:spMk id="5" creationId="{2B37B658-E609-F393-1E4B-E174AC32AD5A}"/>
          </ac:spMkLst>
        </pc:spChg>
        <pc:spChg chg="mod">
          <ac:chgData name="Zied Belhocine" userId="200cc0e2b299676e" providerId="LiveId" clId="{36CCCAD6-9B8B-4ECC-B7BF-7E36B9ADD69A}" dt="2026-01-28T14:30:33.694" v="1095" actId="2711"/>
          <ac:spMkLst>
            <pc:docMk/>
            <pc:sldMk cId="0" sldId="263"/>
            <ac:spMk id="174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16T16:07:11.621" v="4947" actId="478"/>
          <ac:spMkLst>
            <pc:docMk/>
            <pc:sldMk cId="0" sldId="263"/>
            <ac:spMk id="175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13T22:09:52.591" v="3415" actId="478"/>
          <ac:spMkLst>
            <pc:docMk/>
            <pc:sldMk cId="0" sldId="263"/>
            <ac:spMk id="176" creationId="{00000000-0000-0000-0000-000000000000}"/>
          </ac:spMkLst>
        </pc:spChg>
        <pc:picChg chg="add del mod">
          <ac:chgData name="Zied Belhocine" userId="200cc0e2b299676e" providerId="LiveId" clId="{36CCCAD6-9B8B-4ECC-B7BF-7E36B9ADD69A}" dt="2026-02-12T10:19:51.643" v="2596" actId="478"/>
          <ac:picMkLst>
            <pc:docMk/>
            <pc:sldMk cId="0" sldId="263"/>
            <ac:picMk id="3" creationId="{3E9ECCD4-01EA-969D-859F-5F7106BE3752}"/>
          </ac:picMkLst>
        </pc:picChg>
        <pc:picChg chg="add del mod ord">
          <ac:chgData name="Zied Belhocine" userId="200cc0e2b299676e" providerId="LiveId" clId="{36CCCAD6-9B8B-4ECC-B7BF-7E36B9ADD69A}" dt="2026-02-16T16:11:47.599" v="5152" actId="478"/>
          <ac:picMkLst>
            <pc:docMk/>
            <pc:sldMk cId="0" sldId="263"/>
            <ac:picMk id="3" creationId="{6D4D38DF-297D-1812-EB03-AC3701C1C5B0}"/>
          </ac:picMkLst>
        </pc:picChg>
        <pc:picChg chg="add del mod">
          <ac:chgData name="Zied Belhocine" userId="200cc0e2b299676e" providerId="LiveId" clId="{36CCCAD6-9B8B-4ECC-B7BF-7E36B9ADD69A}" dt="2026-02-13T22:11:02.966" v="3419" actId="478"/>
          <ac:picMkLst>
            <pc:docMk/>
            <pc:sldMk cId="0" sldId="263"/>
            <ac:picMk id="4" creationId="{4BCDA801-F47B-B04D-6BA2-40A14380D9D4}"/>
          </ac:picMkLst>
        </pc:picChg>
        <pc:picChg chg="add mod ord">
          <ac:chgData name="Zied Belhocine" userId="200cc0e2b299676e" providerId="LiveId" clId="{36CCCAD6-9B8B-4ECC-B7BF-7E36B9ADD69A}" dt="2026-02-16T16:12:03.883" v="5159" actId="1076"/>
          <ac:picMkLst>
            <pc:docMk/>
            <pc:sldMk cId="0" sldId="263"/>
            <ac:picMk id="6" creationId="{3C6BBD5A-731E-6210-437E-427107E7779D}"/>
          </ac:picMkLst>
        </pc:picChg>
        <pc:picChg chg="add del mod">
          <ac:chgData name="Zied Belhocine" userId="200cc0e2b299676e" providerId="LiveId" clId="{36CCCAD6-9B8B-4ECC-B7BF-7E36B9ADD69A}" dt="2026-02-16T16:10:43.742" v="5090" actId="478"/>
          <ac:picMkLst>
            <pc:docMk/>
            <pc:sldMk cId="0" sldId="263"/>
            <ac:picMk id="7" creationId="{01BDCDE9-77E2-5D9E-8EE9-FC46334FDDB1}"/>
          </ac:picMkLst>
        </pc:picChg>
      </pc:sldChg>
      <pc:sldChg chg="addSp delSp modSp mod modNotesTx">
        <pc:chgData name="Zied Belhocine" userId="200cc0e2b299676e" providerId="LiveId" clId="{36CCCAD6-9B8B-4ECC-B7BF-7E36B9ADD69A}" dt="2026-02-16T16:58:36.451" v="7263"/>
        <pc:sldMkLst>
          <pc:docMk/>
          <pc:sldMk cId="0" sldId="264"/>
        </pc:sldMkLst>
        <pc:spChg chg="add mod">
          <ac:chgData name="Zied Belhocine" userId="200cc0e2b299676e" providerId="LiveId" clId="{36CCCAD6-9B8B-4ECC-B7BF-7E36B9ADD69A}" dt="2026-02-16T16:32:29.853" v="6498" actId="120"/>
          <ac:spMkLst>
            <pc:docMk/>
            <pc:sldMk cId="0" sldId="264"/>
            <ac:spMk id="2" creationId="{448AA703-33D5-00FF-620C-FA1F3F1307B4}"/>
          </ac:spMkLst>
        </pc:spChg>
        <pc:spChg chg="mod">
          <ac:chgData name="Zied Belhocine" userId="200cc0e2b299676e" providerId="LiveId" clId="{36CCCAD6-9B8B-4ECC-B7BF-7E36B9ADD69A}" dt="2026-01-28T14:30:43.739" v="1096" actId="2711"/>
          <ac:spMkLst>
            <pc:docMk/>
            <pc:sldMk cId="0" sldId="264"/>
            <ac:spMk id="181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02T19:41:20.434" v="1962" actId="478"/>
          <ac:spMkLst>
            <pc:docMk/>
            <pc:sldMk cId="0" sldId="264"/>
            <ac:spMk id="182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16T16:14:42.802" v="5431" actId="478"/>
          <ac:spMkLst>
            <pc:docMk/>
            <pc:sldMk cId="0" sldId="264"/>
            <ac:spMk id="183" creationId="{00000000-0000-0000-0000-000000000000}"/>
          </ac:spMkLst>
        </pc:spChg>
        <pc:picChg chg="add del mod">
          <ac:chgData name="Zied Belhocine" userId="200cc0e2b299676e" providerId="LiveId" clId="{36CCCAD6-9B8B-4ECC-B7BF-7E36B9ADD69A}" dt="2026-02-05T10:22:17.766" v="2558" actId="478"/>
          <ac:picMkLst>
            <pc:docMk/>
            <pc:sldMk cId="0" sldId="264"/>
            <ac:picMk id="3" creationId="{DE0BFE79-B453-BC64-5349-643A0A078F3A}"/>
          </ac:picMkLst>
        </pc:picChg>
        <pc:picChg chg="add mod">
          <ac:chgData name="Zied Belhocine" userId="200cc0e2b299676e" providerId="LiveId" clId="{36CCCAD6-9B8B-4ECC-B7BF-7E36B9ADD69A}" dt="2026-02-05T10:22:28.146" v="2564" actId="14100"/>
          <ac:picMkLst>
            <pc:docMk/>
            <pc:sldMk cId="0" sldId="264"/>
            <ac:picMk id="4" creationId="{23A5F8A5-4B3E-7CB1-C38F-0DAB1A291480}"/>
          </ac:picMkLst>
        </pc:picChg>
      </pc:sldChg>
      <pc:sldChg chg="addSp delSp modSp mod modNotesTx">
        <pc:chgData name="Zied Belhocine" userId="200cc0e2b299676e" providerId="LiveId" clId="{36CCCAD6-9B8B-4ECC-B7BF-7E36B9ADD69A}" dt="2026-02-16T16:58:55.909" v="7266"/>
        <pc:sldMkLst>
          <pc:docMk/>
          <pc:sldMk cId="0" sldId="265"/>
        </pc:sldMkLst>
        <pc:spChg chg="add mod">
          <ac:chgData name="Zied Belhocine" userId="200cc0e2b299676e" providerId="LiveId" clId="{36CCCAD6-9B8B-4ECC-B7BF-7E36B9ADD69A}" dt="2026-02-16T16:32:57.010" v="6542" actId="1076"/>
          <ac:spMkLst>
            <pc:docMk/>
            <pc:sldMk cId="0" sldId="265"/>
            <ac:spMk id="5" creationId="{11E1B7A6-FFAA-6D6F-2731-24CB61D594C2}"/>
          </ac:spMkLst>
        </pc:spChg>
        <pc:spChg chg="mod">
          <ac:chgData name="Zied Belhocine" userId="200cc0e2b299676e" providerId="LiveId" clId="{36CCCAD6-9B8B-4ECC-B7BF-7E36B9ADD69A}" dt="2026-01-28T14:31:00.316" v="1101" actId="2711"/>
          <ac:spMkLst>
            <pc:docMk/>
            <pc:sldMk cId="0" sldId="265"/>
            <ac:spMk id="188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02T19:41:48.402" v="1967" actId="478"/>
          <ac:spMkLst>
            <pc:docMk/>
            <pc:sldMk cId="0" sldId="265"/>
            <ac:spMk id="189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16T16:17:57.652" v="5920" actId="478"/>
          <ac:spMkLst>
            <pc:docMk/>
            <pc:sldMk cId="0" sldId="265"/>
            <ac:spMk id="190" creationId="{00000000-0000-0000-0000-000000000000}"/>
          </ac:spMkLst>
        </pc:spChg>
        <pc:picChg chg="add mod">
          <ac:chgData name="Zied Belhocine" userId="200cc0e2b299676e" providerId="LiveId" clId="{36CCCAD6-9B8B-4ECC-B7BF-7E36B9ADD69A}" dt="2026-02-16T16:31:36.215" v="6384" actId="1076"/>
          <ac:picMkLst>
            <pc:docMk/>
            <pc:sldMk cId="0" sldId="265"/>
            <ac:picMk id="3" creationId="{2C020333-CA6D-3DC8-5D2F-72D26CF8FAD1}"/>
          </ac:picMkLst>
        </pc:picChg>
        <pc:picChg chg="add del mod">
          <ac:chgData name="Zied Belhocine" userId="200cc0e2b299676e" providerId="LiveId" clId="{36CCCAD6-9B8B-4ECC-B7BF-7E36B9ADD69A}" dt="2026-02-05T10:23:19.346" v="2567" actId="478"/>
          <ac:picMkLst>
            <pc:docMk/>
            <pc:sldMk cId="0" sldId="265"/>
            <ac:picMk id="3" creationId="{2E44E867-57FD-6800-B510-81134C522B50}"/>
          </ac:picMkLst>
        </pc:picChg>
        <pc:picChg chg="add del mod">
          <ac:chgData name="Zied Belhocine" userId="200cc0e2b299676e" providerId="LiveId" clId="{36CCCAD6-9B8B-4ECC-B7BF-7E36B9ADD69A}" dt="2026-02-16T16:31:30.807" v="6381" actId="478"/>
          <ac:picMkLst>
            <pc:docMk/>
            <pc:sldMk cId="0" sldId="265"/>
            <ac:picMk id="4" creationId="{207DCDAB-31D7-C2A5-DA44-B2B7F919E54C}"/>
          </ac:picMkLst>
        </pc:picChg>
      </pc:sldChg>
      <pc:sldChg chg="addSp delSp modSp mod modNotesTx">
        <pc:chgData name="Zied Belhocine" userId="200cc0e2b299676e" providerId="LiveId" clId="{36CCCAD6-9B8B-4ECC-B7BF-7E36B9ADD69A}" dt="2026-02-16T16:59:22.394" v="7272" actId="20577"/>
        <pc:sldMkLst>
          <pc:docMk/>
          <pc:sldMk cId="0" sldId="266"/>
        </pc:sldMkLst>
        <pc:spChg chg="add mod">
          <ac:chgData name="Zied Belhocine" userId="200cc0e2b299676e" providerId="LiveId" clId="{36CCCAD6-9B8B-4ECC-B7BF-7E36B9ADD69A}" dt="2026-02-16T16:36:33.745" v="6772" actId="1076"/>
          <ac:spMkLst>
            <pc:docMk/>
            <pc:sldMk cId="0" sldId="266"/>
            <ac:spMk id="4" creationId="{0222533A-864C-B1F2-7230-995D2A971C56}"/>
          </ac:spMkLst>
        </pc:spChg>
        <pc:spChg chg="mod">
          <ac:chgData name="Zied Belhocine" userId="200cc0e2b299676e" providerId="LiveId" clId="{36CCCAD6-9B8B-4ECC-B7BF-7E36B9ADD69A}" dt="2026-01-28T14:31:12.402" v="1104" actId="2711"/>
          <ac:spMkLst>
            <pc:docMk/>
            <pc:sldMk cId="0" sldId="266"/>
            <ac:spMk id="195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05T10:25:07.903" v="2573" actId="478"/>
          <ac:spMkLst>
            <pc:docMk/>
            <pc:sldMk cId="0" sldId="266"/>
            <ac:spMk id="196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16T16:29:25.958" v="6158" actId="478"/>
          <ac:spMkLst>
            <pc:docMk/>
            <pc:sldMk cId="0" sldId="266"/>
            <ac:spMk id="197" creationId="{00000000-0000-0000-0000-000000000000}"/>
          </ac:spMkLst>
        </pc:spChg>
        <pc:picChg chg="add del mod">
          <ac:chgData name="Zied Belhocine" userId="200cc0e2b299676e" providerId="LiveId" clId="{36CCCAD6-9B8B-4ECC-B7BF-7E36B9ADD69A}" dt="2026-02-05T10:25:01.233" v="2571" actId="478"/>
          <ac:picMkLst>
            <pc:docMk/>
            <pc:sldMk cId="0" sldId="266"/>
            <ac:picMk id="3" creationId="{D7B53139-3E28-965A-42AE-ADA607776D00}"/>
          </ac:picMkLst>
        </pc:picChg>
        <pc:picChg chg="add mod">
          <ac:chgData name="Zied Belhocine" userId="200cc0e2b299676e" providerId="LiveId" clId="{36CCCAD6-9B8B-4ECC-B7BF-7E36B9ADD69A}" dt="2026-02-16T16:34:49.095" v="6709" actId="1076"/>
          <ac:picMkLst>
            <pc:docMk/>
            <pc:sldMk cId="0" sldId="266"/>
            <ac:picMk id="3" creationId="{F9606E15-277A-A55C-CFEA-C92BB6344D0B}"/>
          </ac:picMkLst>
        </pc:picChg>
        <pc:picChg chg="add del">
          <ac:chgData name="Zied Belhocine" userId="200cc0e2b299676e" providerId="LiveId" clId="{36CCCAD6-9B8B-4ECC-B7BF-7E36B9ADD69A}" dt="2026-02-05T10:24:57.144" v="2569" actId="478"/>
          <ac:picMkLst>
            <pc:docMk/>
            <pc:sldMk cId="0" sldId="266"/>
            <ac:picMk id="4" creationId="{027C19FC-6FE2-2143-3F74-CCD02A8D7E8D}"/>
          </ac:picMkLst>
        </pc:picChg>
        <pc:picChg chg="add del mod">
          <ac:chgData name="Zied Belhocine" userId="200cc0e2b299676e" providerId="LiveId" clId="{36CCCAD6-9B8B-4ECC-B7BF-7E36B9ADD69A}" dt="2026-02-16T16:34:46.457" v="6708" actId="478"/>
          <ac:picMkLst>
            <pc:docMk/>
            <pc:sldMk cId="0" sldId="266"/>
            <ac:picMk id="6" creationId="{ACAA7E2C-A938-C52D-9A74-A8814BAB7C35}"/>
          </ac:picMkLst>
        </pc:picChg>
        <pc:picChg chg="add mod">
          <ac:chgData name="Zied Belhocine" userId="200cc0e2b299676e" providerId="LiveId" clId="{36CCCAD6-9B8B-4ECC-B7BF-7E36B9ADD69A}" dt="2026-02-16T16:35:42.993" v="6713" actId="1076"/>
          <ac:picMkLst>
            <pc:docMk/>
            <pc:sldMk cId="0" sldId="266"/>
            <ac:picMk id="7" creationId="{A91A51C4-97B1-05F0-639F-4F8C5C0FFDF3}"/>
          </ac:picMkLst>
        </pc:picChg>
      </pc:sldChg>
      <pc:sldChg chg="addSp delSp modSp mod modNotesTx">
        <pc:chgData name="Zied Belhocine" userId="200cc0e2b299676e" providerId="LiveId" clId="{36CCCAD6-9B8B-4ECC-B7BF-7E36B9ADD69A}" dt="2026-02-16T16:59:53.270" v="7310" actId="20577"/>
        <pc:sldMkLst>
          <pc:docMk/>
          <pc:sldMk cId="0" sldId="267"/>
        </pc:sldMkLst>
        <pc:spChg chg="add mod">
          <ac:chgData name="Zied Belhocine" userId="200cc0e2b299676e" providerId="LiveId" clId="{36CCCAD6-9B8B-4ECC-B7BF-7E36B9ADD69A}" dt="2026-02-16T16:38:54.968" v="6840" actId="20577"/>
          <ac:spMkLst>
            <pc:docMk/>
            <pc:sldMk cId="0" sldId="267"/>
            <ac:spMk id="2" creationId="{557914E5-7FB2-9AFE-F986-1DFE546CE886}"/>
          </ac:spMkLst>
        </pc:spChg>
        <pc:spChg chg="mod">
          <ac:chgData name="Zied Belhocine" userId="200cc0e2b299676e" providerId="LiveId" clId="{36CCCAD6-9B8B-4ECC-B7BF-7E36B9ADD69A}" dt="2026-01-28T14:31:25.076" v="1105" actId="2711"/>
          <ac:spMkLst>
            <pc:docMk/>
            <pc:sldMk cId="0" sldId="267"/>
            <ac:spMk id="202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05T10:35:29.583" v="2583" actId="478"/>
          <ac:spMkLst>
            <pc:docMk/>
            <pc:sldMk cId="0" sldId="267"/>
            <ac:spMk id="203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16T16:38:12.378" v="6775" actId="478"/>
          <ac:spMkLst>
            <pc:docMk/>
            <pc:sldMk cId="0" sldId="267"/>
            <ac:spMk id="204" creationId="{00000000-0000-0000-0000-000000000000}"/>
          </ac:spMkLst>
        </pc:spChg>
        <pc:picChg chg="add del mod">
          <ac:chgData name="Zied Belhocine" userId="200cc0e2b299676e" providerId="LiveId" clId="{36CCCAD6-9B8B-4ECC-B7BF-7E36B9ADD69A}" dt="2026-02-05T10:35:24.711" v="2581" actId="478"/>
          <ac:picMkLst>
            <pc:docMk/>
            <pc:sldMk cId="0" sldId="267"/>
            <ac:picMk id="3" creationId="{AC3E736C-91B0-A1B9-78F2-90C36A8441C0}"/>
          </ac:picMkLst>
        </pc:picChg>
        <pc:picChg chg="add mod">
          <ac:chgData name="Zied Belhocine" userId="200cc0e2b299676e" providerId="LiveId" clId="{36CCCAD6-9B8B-4ECC-B7BF-7E36B9ADD69A}" dt="2026-02-16T16:37:32.066" v="6774" actId="14100"/>
          <ac:picMkLst>
            <pc:docMk/>
            <pc:sldMk cId="0" sldId="267"/>
            <ac:picMk id="4" creationId="{E4BD25E6-8A9C-B497-D9D8-FBB6322235FF}"/>
          </ac:picMkLst>
        </pc:picChg>
      </pc:sldChg>
      <pc:sldChg chg="addSp delSp modSp mod modNotesTx">
        <pc:chgData name="Zied Belhocine" userId="200cc0e2b299676e" providerId="LiveId" clId="{36CCCAD6-9B8B-4ECC-B7BF-7E36B9ADD69A}" dt="2026-02-16T17:00:14.896" v="7313"/>
        <pc:sldMkLst>
          <pc:docMk/>
          <pc:sldMk cId="0" sldId="268"/>
        </pc:sldMkLst>
        <pc:spChg chg="add mod">
          <ac:chgData name="Zied Belhocine" userId="200cc0e2b299676e" providerId="LiveId" clId="{36CCCAD6-9B8B-4ECC-B7BF-7E36B9ADD69A}" dt="2026-02-16T16:40:53.321" v="7021" actId="20577"/>
          <ac:spMkLst>
            <pc:docMk/>
            <pc:sldMk cId="0" sldId="268"/>
            <ac:spMk id="2" creationId="{C15FB28E-7979-4D56-7564-8FABA9714987}"/>
          </ac:spMkLst>
        </pc:spChg>
        <pc:spChg chg="mod">
          <ac:chgData name="Zied Belhocine" userId="200cc0e2b299676e" providerId="LiveId" clId="{36CCCAD6-9B8B-4ECC-B7BF-7E36B9ADD69A}" dt="2026-01-28T14:31:29.988" v="1106" actId="2711"/>
          <ac:spMkLst>
            <pc:docMk/>
            <pc:sldMk cId="0" sldId="268"/>
            <ac:spMk id="209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16T16:39:21.402" v="6844"/>
          <ac:spMkLst>
            <pc:docMk/>
            <pc:sldMk cId="0" sldId="268"/>
            <ac:spMk id="210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16T16:39:15.960" v="6843" actId="478"/>
          <ac:spMkLst>
            <pc:docMk/>
            <pc:sldMk cId="0" sldId="268"/>
            <ac:spMk id="211" creationId="{00000000-0000-0000-0000-000000000000}"/>
          </ac:spMkLst>
        </pc:spChg>
        <pc:picChg chg="add del mod">
          <ac:chgData name="Zied Belhocine" userId="200cc0e2b299676e" providerId="LiveId" clId="{36CCCAD6-9B8B-4ECC-B7BF-7E36B9ADD69A}" dt="2026-02-05T10:35:01.953" v="2578" actId="478"/>
          <ac:picMkLst>
            <pc:docMk/>
            <pc:sldMk cId="0" sldId="268"/>
            <ac:picMk id="3" creationId="{840195CE-C596-80CD-EF12-E37CDF7650DC}"/>
          </ac:picMkLst>
        </pc:picChg>
        <pc:picChg chg="add mod">
          <ac:chgData name="Zied Belhocine" userId="200cc0e2b299676e" providerId="LiveId" clId="{36CCCAD6-9B8B-4ECC-B7BF-7E36B9ADD69A}" dt="2026-02-16T16:39:11.902" v="6841" actId="1076"/>
          <ac:picMkLst>
            <pc:docMk/>
            <pc:sldMk cId="0" sldId="268"/>
            <ac:picMk id="4" creationId="{BCDD7AA4-44F0-295D-5EEA-DA216A7876FA}"/>
          </ac:picMkLst>
        </pc:picChg>
      </pc:sldChg>
      <pc:sldChg chg="addSp delSp modSp mod modNotesTx">
        <pc:chgData name="Zied Belhocine" userId="200cc0e2b299676e" providerId="LiveId" clId="{36CCCAD6-9B8B-4ECC-B7BF-7E36B9ADD69A}" dt="2026-02-16T17:00:49.766" v="7350" actId="20577"/>
        <pc:sldMkLst>
          <pc:docMk/>
          <pc:sldMk cId="0" sldId="269"/>
        </pc:sldMkLst>
        <pc:spChg chg="add mod">
          <ac:chgData name="Zied Belhocine" userId="200cc0e2b299676e" providerId="LiveId" clId="{36CCCAD6-9B8B-4ECC-B7BF-7E36B9ADD69A}" dt="2026-02-16T17:00:49.766" v="7350" actId="20577"/>
          <ac:spMkLst>
            <pc:docMk/>
            <pc:sldMk cId="0" sldId="269"/>
            <ac:spMk id="4" creationId="{A88531B9-B831-DC2D-C0E1-E9CB4313E0DC}"/>
          </ac:spMkLst>
        </pc:spChg>
        <pc:spChg chg="add mod">
          <ac:chgData name="Zied Belhocine" userId="200cc0e2b299676e" providerId="LiveId" clId="{36CCCAD6-9B8B-4ECC-B7BF-7E36B9ADD69A}" dt="2026-02-16T16:41:55.798" v="7182" actId="1036"/>
          <ac:spMkLst>
            <pc:docMk/>
            <pc:sldMk cId="0" sldId="269"/>
            <ac:spMk id="7" creationId="{EFA7C28F-73BB-1C83-A5CE-C957145CC904}"/>
          </ac:spMkLst>
        </pc:spChg>
        <pc:spChg chg="add mod">
          <ac:chgData name="Zied Belhocine" userId="200cc0e2b299676e" providerId="LiveId" clId="{36CCCAD6-9B8B-4ECC-B7BF-7E36B9ADD69A}" dt="2026-02-16T16:41:55.798" v="7182" actId="1036"/>
          <ac:spMkLst>
            <pc:docMk/>
            <pc:sldMk cId="0" sldId="269"/>
            <ac:spMk id="10" creationId="{49E975FD-507F-C91E-750D-B7DCD6A11A4C}"/>
          </ac:spMkLst>
        </pc:spChg>
        <pc:spChg chg="mod">
          <ac:chgData name="Zied Belhocine" userId="200cc0e2b299676e" providerId="LiveId" clId="{36CCCAD6-9B8B-4ECC-B7BF-7E36B9ADD69A}" dt="2026-02-03T10:32:53.209" v="2022" actId="108"/>
          <ac:spMkLst>
            <pc:docMk/>
            <pc:sldMk cId="0" sldId="269"/>
            <ac:spMk id="216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16T16:41:50.421" v="7160" actId="478"/>
          <ac:spMkLst>
            <pc:docMk/>
            <pc:sldMk cId="0" sldId="269"/>
            <ac:spMk id="217" creationId="{00000000-0000-0000-0000-000000000000}"/>
          </ac:spMkLst>
        </pc:spChg>
        <pc:spChg chg="mod">
          <ac:chgData name="Zied Belhocine" userId="200cc0e2b299676e" providerId="LiveId" clId="{36CCCAD6-9B8B-4ECC-B7BF-7E36B9ADD69A}" dt="2026-02-03T10:41:03.633" v="2258" actId="1076"/>
          <ac:spMkLst>
            <pc:docMk/>
            <pc:sldMk cId="0" sldId="269"/>
            <ac:spMk id="218" creationId="{00000000-0000-0000-0000-000000000000}"/>
          </ac:spMkLst>
        </pc:spChg>
        <pc:picChg chg="add mod">
          <ac:chgData name="Zied Belhocine" userId="200cc0e2b299676e" providerId="LiveId" clId="{36CCCAD6-9B8B-4ECC-B7BF-7E36B9ADD69A}" dt="2026-02-16T16:41:55.798" v="7182" actId="1036"/>
          <ac:picMkLst>
            <pc:docMk/>
            <pc:sldMk cId="0" sldId="269"/>
            <ac:picMk id="2" creationId="{4698441E-9425-EE13-89F4-DDCBABB1B25A}"/>
          </ac:picMkLst>
        </pc:picChg>
        <pc:picChg chg="add mod">
          <ac:chgData name="Zied Belhocine" userId="200cc0e2b299676e" providerId="LiveId" clId="{36CCCAD6-9B8B-4ECC-B7BF-7E36B9ADD69A}" dt="2026-02-16T16:41:55.798" v="7182" actId="1036"/>
          <ac:picMkLst>
            <pc:docMk/>
            <pc:sldMk cId="0" sldId="269"/>
            <ac:picMk id="6" creationId="{211723DC-2D6C-D54B-286C-AD73A72C4275}"/>
          </ac:picMkLst>
        </pc:picChg>
        <pc:picChg chg="add mod">
          <ac:chgData name="Zied Belhocine" userId="200cc0e2b299676e" providerId="LiveId" clId="{36CCCAD6-9B8B-4ECC-B7BF-7E36B9ADD69A}" dt="2026-02-16T16:41:55.798" v="7182" actId="1036"/>
          <ac:picMkLst>
            <pc:docMk/>
            <pc:sldMk cId="0" sldId="269"/>
            <ac:picMk id="9" creationId="{46EEB327-04F4-6F07-F03A-1E9C92048FBD}"/>
          </ac:picMkLst>
        </pc:picChg>
      </pc:sldChg>
      <pc:sldChg chg="addSp delSp modSp mod modNotesTx">
        <pc:chgData name="Zied Belhocine" userId="200cc0e2b299676e" providerId="LiveId" clId="{36CCCAD6-9B8B-4ECC-B7BF-7E36B9ADD69A}" dt="2026-02-16T17:06:13.194" v="7417" actId="20577"/>
        <pc:sldMkLst>
          <pc:docMk/>
          <pc:sldMk cId="0" sldId="270"/>
        </pc:sldMkLst>
        <pc:spChg chg="add mod">
          <ac:chgData name="Zied Belhocine" userId="200cc0e2b299676e" providerId="LiveId" clId="{36CCCAD6-9B8B-4ECC-B7BF-7E36B9ADD69A}" dt="2026-02-16T17:06:13.194" v="7417" actId="20577"/>
          <ac:spMkLst>
            <pc:docMk/>
            <pc:sldMk cId="0" sldId="270"/>
            <ac:spMk id="2" creationId="{4B4AD50E-3E17-B0EE-4A04-A1B2FCA85E99}"/>
          </ac:spMkLst>
        </pc:spChg>
        <pc:spChg chg="add">
          <ac:chgData name="Zied Belhocine" userId="200cc0e2b299676e" providerId="LiveId" clId="{36CCCAD6-9B8B-4ECC-B7BF-7E36B9ADD69A}" dt="2026-02-12T10:47:17.406" v="2607"/>
          <ac:spMkLst>
            <pc:docMk/>
            <pc:sldMk cId="0" sldId="270"/>
            <ac:spMk id="4" creationId="{A7101721-5212-C3D4-4359-19C285E78CD5}"/>
          </ac:spMkLst>
        </pc:spChg>
        <pc:spChg chg="mod">
          <ac:chgData name="Zied Belhocine" userId="200cc0e2b299676e" providerId="LiveId" clId="{36CCCAD6-9B8B-4ECC-B7BF-7E36B9ADD69A}" dt="2026-02-12T10:47:24.260" v="2610" actId="14100"/>
          <ac:spMkLst>
            <pc:docMk/>
            <pc:sldMk cId="0" sldId="270"/>
            <ac:spMk id="223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12T10:47:30.631" v="2612" actId="478"/>
          <ac:spMkLst>
            <pc:docMk/>
            <pc:sldMk cId="0" sldId="270"/>
            <ac:spMk id="224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12T10:45:13.854" v="2604" actId="478"/>
          <ac:spMkLst>
            <pc:docMk/>
            <pc:sldMk cId="0" sldId="270"/>
            <ac:spMk id="225" creationId="{00000000-0000-0000-0000-000000000000}"/>
          </ac:spMkLst>
        </pc:spChg>
        <pc:picChg chg="add del mod">
          <ac:chgData name="Zied Belhocine" userId="200cc0e2b299676e" providerId="LiveId" clId="{36CCCAD6-9B8B-4ECC-B7BF-7E36B9ADD69A}" dt="2026-02-12T11:26:50.491" v="3299" actId="478"/>
          <ac:picMkLst>
            <pc:docMk/>
            <pc:sldMk cId="0" sldId="270"/>
            <ac:picMk id="3" creationId="{6AC2A5BE-8D31-79F7-599B-1F2ED57A10F6}"/>
          </ac:picMkLst>
        </pc:picChg>
        <pc:picChg chg="add mod">
          <ac:chgData name="Zied Belhocine" userId="200cc0e2b299676e" providerId="LiveId" clId="{36CCCAD6-9B8B-4ECC-B7BF-7E36B9ADD69A}" dt="2026-02-16T17:05:59.833" v="7357" actId="1076"/>
          <ac:picMkLst>
            <pc:docMk/>
            <pc:sldMk cId="0" sldId="270"/>
            <ac:picMk id="6" creationId="{EBB95A3E-9133-95B9-FC97-2FC4886C9A8E}"/>
          </ac:picMkLst>
        </pc:picChg>
      </pc:sldChg>
      <pc:sldChg chg="addSp delSp modSp mod">
        <pc:chgData name="Zied Belhocine" userId="200cc0e2b299676e" providerId="LiveId" clId="{36CCCAD6-9B8B-4ECC-B7BF-7E36B9ADD69A}" dt="2026-02-16T17:12:08.150" v="7506" actId="1076"/>
        <pc:sldMkLst>
          <pc:docMk/>
          <pc:sldMk cId="0" sldId="271"/>
        </pc:sldMkLst>
        <pc:spChg chg="add">
          <ac:chgData name="Zied Belhocine" userId="200cc0e2b299676e" providerId="LiveId" clId="{36CCCAD6-9B8B-4ECC-B7BF-7E36B9ADD69A}" dt="2026-02-12T10:54:38.914" v="3164"/>
          <ac:spMkLst>
            <pc:docMk/>
            <pc:sldMk cId="0" sldId="271"/>
            <ac:spMk id="2" creationId="{0D9D9BA8-F4E2-205E-76C2-58CAF79893FD}"/>
          </ac:spMkLst>
        </pc:spChg>
        <pc:spChg chg="add del mod">
          <ac:chgData name="Zied Belhocine" userId="200cc0e2b299676e" providerId="LiveId" clId="{36CCCAD6-9B8B-4ECC-B7BF-7E36B9ADD69A}" dt="2026-02-12T10:55:29.125" v="3179" actId="478"/>
          <ac:spMkLst>
            <pc:docMk/>
            <pc:sldMk cId="0" sldId="271"/>
            <ac:spMk id="4" creationId="{090708E3-92EC-9883-2AE1-447DFA4EFEE6}"/>
          </ac:spMkLst>
        </pc:spChg>
        <pc:spChg chg="mod">
          <ac:chgData name="Zied Belhocine" userId="200cc0e2b299676e" providerId="LiveId" clId="{36CCCAD6-9B8B-4ECC-B7BF-7E36B9ADD69A}" dt="2026-01-28T14:31:50.018" v="1111" actId="2711"/>
          <ac:spMkLst>
            <pc:docMk/>
            <pc:sldMk cId="0" sldId="271"/>
            <ac:spMk id="230" creationId="{00000000-0000-0000-0000-000000000000}"/>
          </ac:spMkLst>
        </pc:spChg>
        <pc:spChg chg="mod">
          <ac:chgData name="Zied Belhocine" userId="200cc0e2b299676e" providerId="LiveId" clId="{36CCCAD6-9B8B-4ECC-B7BF-7E36B9ADD69A}" dt="2026-02-16T17:12:08.150" v="7506" actId="1076"/>
          <ac:spMkLst>
            <pc:docMk/>
            <pc:sldMk cId="0" sldId="271"/>
            <ac:spMk id="231" creationId="{00000000-0000-0000-0000-000000000000}"/>
          </ac:spMkLst>
        </pc:spChg>
      </pc:sldChg>
      <pc:sldChg chg="addSp delSp modSp add mod">
        <pc:chgData name="Zied Belhocine" userId="200cc0e2b299676e" providerId="LiveId" clId="{36CCCAD6-9B8B-4ECC-B7BF-7E36B9ADD69A}" dt="2026-02-12T10:49:50.685" v="2668" actId="14100"/>
        <pc:sldMkLst>
          <pc:docMk/>
          <pc:sldMk cId="3408820770" sldId="272"/>
        </pc:sldMkLst>
        <pc:spChg chg="mod">
          <ac:chgData name="Zied Belhocine" userId="200cc0e2b299676e" providerId="LiveId" clId="{36CCCAD6-9B8B-4ECC-B7BF-7E36B9ADD69A}" dt="2026-02-12T10:48:21.511" v="2641" actId="14100"/>
          <ac:spMkLst>
            <pc:docMk/>
            <pc:sldMk cId="3408820770" sldId="272"/>
            <ac:spMk id="223" creationId="{00000000-0000-0000-0000-000000000000}"/>
          </ac:spMkLst>
        </pc:spChg>
        <pc:spChg chg="del">
          <ac:chgData name="Zied Belhocine" userId="200cc0e2b299676e" providerId="LiveId" clId="{36CCCAD6-9B8B-4ECC-B7BF-7E36B9ADD69A}" dt="2026-02-12T10:45:07.153" v="2601" actId="478"/>
          <ac:spMkLst>
            <pc:docMk/>
            <pc:sldMk cId="3408820770" sldId="272"/>
            <ac:spMk id="225" creationId="{00000000-0000-0000-0000-000000000000}"/>
          </ac:spMkLst>
        </pc:spChg>
        <pc:picChg chg="add mod">
          <ac:chgData name="Zied Belhocine" userId="200cc0e2b299676e" providerId="LiveId" clId="{36CCCAD6-9B8B-4ECC-B7BF-7E36B9ADD69A}" dt="2026-02-12T10:49:50.685" v="2668" actId="14100"/>
          <ac:picMkLst>
            <pc:docMk/>
            <pc:sldMk cId="3408820770" sldId="272"/>
            <ac:picMk id="3" creationId="{C9970D11-3414-7097-EEA2-9B50C41565C0}"/>
          </ac:picMkLst>
        </pc:picChg>
        <pc:picChg chg="add mod">
          <ac:chgData name="Zied Belhocine" userId="200cc0e2b299676e" providerId="LiveId" clId="{36CCCAD6-9B8B-4ECC-B7BF-7E36B9ADD69A}" dt="2026-02-12T10:49:42.676" v="2664" actId="1076"/>
          <ac:picMkLst>
            <pc:docMk/>
            <pc:sldMk cId="3408820770" sldId="272"/>
            <ac:picMk id="5" creationId="{00AF15FC-3967-03CB-1698-FD76812626DA}"/>
          </ac:picMkLst>
        </pc:picChg>
        <pc:picChg chg="add del mod">
          <ac:chgData name="Zied Belhocine" userId="200cc0e2b299676e" providerId="LiveId" clId="{36CCCAD6-9B8B-4ECC-B7BF-7E36B9ADD69A}" dt="2026-02-12T10:49:38.525" v="2661" actId="478"/>
          <ac:picMkLst>
            <pc:docMk/>
            <pc:sldMk cId="3408820770" sldId="272"/>
            <ac:picMk id="7" creationId="{E71D1DD4-5567-9DC7-ED57-69D823BFD388}"/>
          </ac:picMkLst>
        </pc:picChg>
      </pc:sldChg>
      <pc:sldChg chg="addSp delSp modSp add mod">
        <pc:chgData name="Zied Belhocine" userId="200cc0e2b299676e" providerId="LiveId" clId="{36CCCAD6-9B8B-4ECC-B7BF-7E36B9ADD69A}" dt="2026-02-16T17:11:24.502" v="7505" actId="20577"/>
        <pc:sldMkLst>
          <pc:docMk/>
          <pc:sldMk cId="286224588" sldId="273"/>
        </pc:sldMkLst>
        <pc:spChg chg="add mod">
          <ac:chgData name="Zied Belhocine" userId="200cc0e2b299676e" providerId="LiveId" clId="{36CCCAD6-9B8B-4ECC-B7BF-7E36B9ADD69A}" dt="2026-02-16T17:11:24.502" v="7505" actId="20577"/>
          <ac:spMkLst>
            <pc:docMk/>
            <pc:sldMk cId="286224588" sldId="273"/>
            <ac:spMk id="2" creationId="{6C5B323E-1791-8E25-F448-2C198F6484A6}"/>
          </ac:spMkLst>
        </pc:spChg>
        <pc:spChg chg="mod">
          <ac:chgData name="Zied Belhocine" userId="200cc0e2b299676e" providerId="LiveId" clId="{36CCCAD6-9B8B-4ECC-B7BF-7E36B9ADD69A}" dt="2026-02-12T10:51:06.131" v="2771" actId="20577"/>
          <ac:spMkLst>
            <pc:docMk/>
            <pc:sldMk cId="286224588" sldId="273"/>
            <ac:spMk id="223" creationId="{00000000-0000-0000-0000-000000000000}"/>
          </ac:spMkLst>
        </pc:spChg>
        <pc:spChg chg="del">
          <ac:chgData name="Zied Belhocine" userId="200cc0e2b299676e" providerId="LiveId" clId="{36CCCAD6-9B8B-4ECC-B7BF-7E36B9ADD69A}" dt="2026-02-12T10:50:22.557" v="2671" actId="478"/>
          <ac:spMkLst>
            <pc:docMk/>
            <pc:sldMk cId="286224588" sldId="273"/>
            <ac:spMk id="224" creationId="{00000000-0000-0000-0000-000000000000}"/>
          </ac:spMkLst>
        </pc:spChg>
        <pc:spChg chg="del">
          <ac:chgData name="Zied Belhocine" userId="200cc0e2b299676e" providerId="LiveId" clId="{36CCCAD6-9B8B-4ECC-B7BF-7E36B9ADD69A}" dt="2026-02-12T10:45:08.867" v="2602" actId="478"/>
          <ac:spMkLst>
            <pc:docMk/>
            <pc:sldMk cId="286224588" sldId="273"/>
            <ac:spMk id="225" creationId="{00000000-0000-0000-0000-000000000000}"/>
          </ac:spMkLst>
        </pc:spChg>
        <pc:picChg chg="add mod">
          <ac:chgData name="Zied Belhocine" userId="200cc0e2b299676e" providerId="LiveId" clId="{36CCCAD6-9B8B-4ECC-B7BF-7E36B9ADD69A}" dt="2026-02-16T17:09:55.777" v="7419" actId="1076"/>
          <ac:picMkLst>
            <pc:docMk/>
            <pc:sldMk cId="286224588" sldId="273"/>
            <ac:picMk id="3" creationId="{5BFDECEB-67F3-F950-8F64-578E87FEBF5D}"/>
          </ac:picMkLst>
        </pc:picChg>
      </pc:sldChg>
      <pc:sldChg chg="delSp add del mod">
        <pc:chgData name="Zied Belhocine" userId="200cc0e2b299676e" providerId="LiveId" clId="{36CCCAD6-9B8B-4ECC-B7BF-7E36B9ADD69A}" dt="2026-02-12T10:50:24.489" v="2672" actId="47"/>
        <pc:sldMkLst>
          <pc:docMk/>
          <pc:sldMk cId="674564647" sldId="274"/>
        </pc:sldMkLst>
        <pc:spChg chg="del">
          <ac:chgData name="Zied Belhocine" userId="200cc0e2b299676e" providerId="LiveId" clId="{36CCCAD6-9B8B-4ECC-B7BF-7E36B9ADD69A}" dt="2026-02-12T10:45:10.521" v="2603" actId="478"/>
          <ac:spMkLst>
            <pc:docMk/>
            <pc:sldMk cId="674564647" sldId="274"/>
            <ac:spMk id="225" creationId="{00000000-0000-0000-0000-000000000000}"/>
          </ac:spMkLst>
        </pc:spChg>
      </pc:sldChg>
      <pc:sldChg chg="addSp delSp modSp add mod">
        <pc:chgData name="Zied Belhocine" userId="200cc0e2b299676e" providerId="LiveId" clId="{36CCCAD6-9B8B-4ECC-B7BF-7E36B9ADD69A}" dt="2026-02-12T10:49:34.941" v="2660" actId="1076"/>
        <pc:sldMkLst>
          <pc:docMk/>
          <pc:sldMk cId="1677106621" sldId="275"/>
        </pc:sldMkLst>
        <pc:picChg chg="del">
          <ac:chgData name="Zied Belhocine" userId="200cc0e2b299676e" providerId="LiveId" clId="{36CCCAD6-9B8B-4ECC-B7BF-7E36B9ADD69A}" dt="2026-02-12T10:49:14.632" v="2652" actId="478"/>
          <ac:picMkLst>
            <pc:docMk/>
            <pc:sldMk cId="1677106621" sldId="275"/>
            <ac:picMk id="3" creationId="{C9970D11-3414-7097-EEA2-9B50C41565C0}"/>
          </ac:picMkLst>
        </pc:picChg>
        <pc:picChg chg="add mod">
          <ac:chgData name="Zied Belhocine" userId="200cc0e2b299676e" providerId="LiveId" clId="{36CCCAD6-9B8B-4ECC-B7BF-7E36B9ADD69A}" dt="2026-02-12T10:49:33.605" v="2659" actId="1076"/>
          <ac:picMkLst>
            <pc:docMk/>
            <pc:sldMk cId="1677106621" sldId="275"/>
            <ac:picMk id="4" creationId="{EDE9F132-C950-D0ED-CC61-F53E2B52079A}"/>
          </ac:picMkLst>
        </pc:picChg>
        <pc:picChg chg="del">
          <ac:chgData name="Zied Belhocine" userId="200cc0e2b299676e" providerId="LiveId" clId="{36CCCAD6-9B8B-4ECC-B7BF-7E36B9ADD69A}" dt="2026-02-12T10:49:15.156" v="2653" actId="478"/>
          <ac:picMkLst>
            <pc:docMk/>
            <pc:sldMk cId="1677106621" sldId="275"/>
            <ac:picMk id="5" creationId="{00AF15FC-3967-03CB-1698-FD76812626DA}"/>
          </ac:picMkLst>
        </pc:picChg>
        <pc:picChg chg="mod">
          <ac:chgData name="Zied Belhocine" userId="200cc0e2b299676e" providerId="LiveId" clId="{36CCCAD6-9B8B-4ECC-B7BF-7E36B9ADD69A}" dt="2026-02-12T10:49:34.941" v="2660" actId="1076"/>
          <ac:picMkLst>
            <pc:docMk/>
            <pc:sldMk cId="1677106621" sldId="275"/>
            <ac:picMk id="7" creationId="{E71D1DD4-5567-9DC7-ED57-69D823BFD388}"/>
          </ac:picMkLst>
        </pc:picChg>
      </pc:sldChg>
      <pc:sldChg chg="addSp delSp modSp new mod">
        <pc:chgData name="Zied Belhocine" userId="200cc0e2b299676e" providerId="LiveId" clId="{36CCCAD6-9B8B-4ECC-B7BF-7E36B9ADD69A}" dt="2026-02-16T17:13:29.030" v="7572" actId="1076"/>
        <pc:sldMkLst>
          <pc:docMk/>
          <pc:sldMk cId="1566734827" sldId="276"/>
        </pc:sldMkLst>
        <pc:spChg chg="add del mod">
          <ac:chgData name="Zied Belhocine" userId="200cc0e2b299676e" providerId="LiveId" clId="{36CCCAD6-9B8B-4ECC-B7BF-7E36B9ADD69A}" dt="2026-02-16T17:12:20.872" v="7510"/>
          <ac:spMkLst>
            <pc:docMk/>
            <pc:sldMk cId="1566734827" sldId="276"/>
            <ac:spMk id="2" creationId="{AC06EEAB-0B79-3C8C-20F7-21FDD129773E}"/>
          </ac:spMkLst>
        </pc:spChg>
        <pc:spChg chg="add del">
          <ac:chgData name="Zied Belhocine" userId="200cc0e2b299676e" providerId="LiveId" clId="{36CCCAD6-9B8B-4ECC-B7BF-7E36B9ADD69A}" dt="2026-02-16T17:12:33.995" v="7514" actId="478"/>
          <ac:spMkLst>
            <pc:docMk/>
            <pc:sldMk cId="1566734827" sldId="276"/>
            <ac:spMk id="4" creationId="{7C1AB058-319C-8A05-047F-B2B65E2E53D7}"/>
          </ac:spMkLst>
        </pc:spChg>
        <pc:spChg chg="add mod">
          <ac:chgData name="Zied Belhocine" userId="200cc0e2b299676e" providerId="LiveId" clId="{36CCCAD6-9B8B-4ECC-B7BF-7E36B9ADD69A}" dt="2026-02-16T17:13:29.030" v="7572" actId="1076"/>
          <ac:spMkLst>
            <pc:docMk/>
            <pc:sldMk cId="1566734827" sldId="276"/>
            <ac:spMk id="6" creationId="{44C0A40E-CBAD-BEBE-5326-45DBE3CE628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Lexique des données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Il y a 4 fichiers CSV à disposition.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1. Un fichier de disponibilité alimentaire pour l’année 2017 qui contient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17 variables 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● Le pays.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● Le produit.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● 4 variables de disponibilité alimentaire. Ces 4 variables sont exprimées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dans des unités bien spécifiques, qui sont précisées directement dans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le nom de la variable. À noter cependant que la notation kcal est un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abus de langage, elle correspond à une calorie réelle.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● 10 variables qui précisent les utilisations/moyens d’acquisition de la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disponibilité alimentaire. Elles sont toutes exprimées en milliers de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tonnes.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● Enfin, une variable type qui précise si le produit est d’origine animale ou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végétale.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2. Un fichier d’insécurité alimentaire, qui inclut 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● Le pays.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● Intervalle d’années.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● Le nombre de personnes en sous-alimentation en millions d’habitants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(ex. : pour l’intervalle 2012-2014, le nombre de personnes correspond à la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moyenne sur ces 3 années, on peut le résumer en 2013).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3. Un fichier de population qui inclut 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● Le pays.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● L’année.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● La population du pays, exprimée en milliers d’habitants.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4. Un fichier d’aide alimentaire qui contient 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● Le pays bénéficiaire.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● L’année.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● Le produit.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● La quantité qui a été donnée comme aide alimentaire, en tonnes</a:t>
            </a:r>
            <a:endParaRPr dirty="0"/>
          </a:p>
        </p:txBody>
      </p:sp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On utilise l’ébauche de notebook de Julien dans laquelle celui-ci a laissé des commentaires pour m’aider à produire mon analyse.</a:t>
            </a:r>
            <a:endParaRPr dirty="0"/>
          </a:p>
        </p:txBody>
      </p:sp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Il reste encore du travail. Effectivement lorsqu’on entend 7,1 % on peut penser que la faim est presque éradiquée mais cela représente un nombre élevé de personnes qui ne parviennent pas à se nourrir correctement.</a:t>
            </a:r>
            <a:endParaRPr dirty="0"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fr-FR" dirty="0"/>
              <a:t>C’est d’autant plus choquant que nous avons largement de quoi nourrir la population mondiale et même plus ! Le problème n’est </a:t>
            </a:r>
            <a:r>
              <a:rPr lang="fr-FR" b="1" dirty="0"/>
              <a:t>pas la production</a:t>
            </a:r>
            <a:r>
              <a:rPr lang="fr-FR" dirty="0"/>
              <a:t>, mais la répartition, les pertes, l’usage (alimentation animale, exportations)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fr-FR" dirty="0"/>
              <a:t>On peut même presque nourrir la totalité de la population avec uniquement les végétaux. Pourquoi des êtres humains ont-ils encore faim ? A quoi servent les végétaux ?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On observe ici que seulement la moitié de la production alimentaire (49%) est utilisée à des fins de nutrition. On voit aussi que la balance commerciale est majoritairement constituée de production. Cela implique qu’à l’échelle mondiale les pays se fournissent en nourriture par eux-mêmes et non grâce à des importations. La question de la souveraineté alimentaire est un enjeu essentiel pour parvenir à un monde libéré de la faim.</a:t>
            </a:r>
            <a:endParaRPr dirty="0"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Certaines céréales sont clairement destinées à nourrir les hommes, d’autres, les animaux. Pour l’ensemble des céréales c’est presque à égalité avec une légère prévalence pour l’alimentation humaine (42% vs 38%). Cela peut devenir un levier pour fournir plus d’aliments aux animaux.</a:t>
            </a:r>
            <a:endParaRPr dirty="0"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Ici on observe que certains pays ont une proportion très élevée de sous nutrition. Presque 50% à Haïti. Cette année là, le pays a été touché par un ouragan d’une extrême violence (300 </a:t>
            </a:r>
            <a:r>
              <a:rPr lang="fr-FR" dirty="0" err="1"/>
              <a:t>kmh</a:t>
            </a:r>
            <a:r>
              <a:rPr lang="fr-FR" dirty="0"/>
              <a:t>). Causant des dégâts énormes. Cela a mis dans la misère alimentaire une grande partie de la population ponctuellement mais aussi sur le long termes si la communauté internationale ne fait rien.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La sous-nutrition est fortement concentrée dans certains pays.</a:t>
            </a:r>
            <a:br>
              <a:rPr lang="fr-FR" dirty="0"/>
            </a:br>
            <a:r>
              <a:rPr lang="fr-FR" dirty="0"/>
              <a:t>Il existe une inégalité géographique majeure.</a:t>
            </a:r>
            <a:endParaRPr dirty="0"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L’aide alimentaire est très inégalitaire. Par exemple la Syrie a reçu énormément d’aide alimentaire à cause la guerre civile. L’</a:t>
            </a:r>
            <a:r>
              <a:rPr lang="fr-FR" dirty="0" err="1"/>
              <a:t>thiopie</a:t>
            </a:r>
            <a:r>
              <a:rPr lang="fr-FR" dirty="0"/>
              <a:t> et la </a:t>
            </a:r>
            <a:r>
              <a:rPr lang="fr-FR" dirty="0" err="1"/>
              <a:t>yémen</a:t>
            </a:r>
            <a:r>
              <a:rPr lang="fr-FR" dirty="0"/>
              <a:t> ont également des aide très élevées sur </a:t>
            </a:r>
            <a:r>
              <a:rPr lang="fr-FR" dirty="0" err="1"/>
              <a:t>cetta</a:t>
            </a:r>
            <a:r>
              <a:rPr lang="fr-FR" dirty="0"/>
              <a:t> période. Or ces pays ne se trouvent pas dans la liste des 10 pays avec les plus grandes proportions de sous nutrition. Aide efficace ou mal ciblée ?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fr-FR" dirty="0"/>
          </a:p>
          <a:p>
            <a:r>
              <a:rPr lang="fr-FR" dirty="0"/>
              <a:t>L’aide alimentaire se concentre principalement sur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les pays en crise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zones de conflit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régions en instabilité politique</a:t>
            </a:r>
          </a:p>
          <a:p>
            <a:r>
              <a:rPr lang="fr-FR" dirty="0"/>
              <a:t>Mais elle ne correspond pas toujours exactement aux pays les plus sous-alimentés.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86" name="Google Shape;1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233f607d4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L’évolution de l’aide pour ces 5 pays montre que mis a part le </a:t>
            </a:r>
            <a:r>
              <a:rPr lang="fr-FR" dirty="0" err="1"/>
              <a:t>yémen</a:t>
            </a:r>
            <a:r>
              <a:rPr lang="fr-FR" dirty="0"/>
              <a:t>, la plupart n’ont plus reçu d’aide après 2015 (Pourquoi ?). L’aide envoyée à la Syrie a quand à elle quasiment disparue en 2016.</a:t>
            </a:r>
            <a:br>
              <a:rPr lang="fr-FR" dirty="0"/>
            </a:br>
            <a:r>
              <a:rPr lang="fr-FR" dirty="0"/>
              <a:t>Cela peut s’expliquer par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changement de priorités internationales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fin de crise aiguë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contraintes budgétaires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2233f607d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On retrouve beaucoup de pays occidentaux ici. Charge à eux de faire fonctionner l’aide alimentaire ? Mesurer le gaspillage dans ces pays ?</a:t>
            </a:r>
            <a:endParaRPr dirty="0"/>
          </a:p>
        </p:txBody>
      </p:sp>
      <p:sp>
        <p:nvSpPr>
          <p:cNvPr id="200" name="Google Shape;20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Etrangement la Rep centrafricaine n’apparait pas </a:t>
            </a:r>
            <a:r>
              <a:rPr lang="fr-FR" dirty="0" err="1"/>
              <a:t>ds</a:t>
            </a:r>
            <a:r>
              <a:rPr lang="fr-FR" dirty="0"/>
              <a:t> les stats de sous nutrition. Les chiffres sont ils fiables ?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fr-FR" dirty="0"/>
          </a:p>
          <a:p>
            <a:r>
              <a:rPr lang="fr-FR" dirty="0"/>
              <a:t>Ces pays sont souvent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dépendants des importations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vulnérables aux chocs économiques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exposés aux conflits ou sécheresses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07" name="Google Shape;20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fr-FR" dirty="0"/>
              <a:t>La sous-nutrition n'est pas toujours due à un manque de production nationale, mais souvent à une logique économique (exporter des produits pour nourrir l’économie plutôt que la population locale).</a:t>
            </a:r>
            <a:endParaRPr lang="fr-FR" dirty="0">
              <a:latin typeface="Century Gothic" panose="020B0502020202020204" pitchFamily="34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14" name="Google Shape;2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fr-FR" dirty="0"/>
              <a:t>Plus un pays a de sous-nutrition, plus il reçoit d’aide.</a:t>
            </a:r>
          </a:p>
          <a:p>
            <a:endParaRPr lang="fr-FR" dirty="0"/>
          </a:p>
          <a:p>
            <a:r>
              <a:rPr lang="fr-FR" dirty="0"/>
              <a:t>Il faut préciser :</a:t>
            </a:r>
          </a:p>
          <a:p>
            <a:r>
              <a:rPr lang="fr-FR" dirty="0"/>
              <a:t>L’aide alimentaire semble cibler les pays les plus en difficulté,</a:t>
            </a:r>
            <a:br>
              <a:rPr lang="fr-FR" dirty="0"/>
            </a:br>
            <a:r>
              <a:rPr lang="fr-FR" dirty="0"/>
              <a:t>mais elle ne suffit pas à éliminer la sous-nutrition.</a:t>
            </a:r>
          </a:p>
        </p:txBody>
      </p:sp>
      <p:sp>
        <p:nvSpPr>
          <p:cNvPr id="221" name="Google Shape;2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023108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688314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732121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/>
          <p:nvPr/>
        </p:nvSpPr>
        <p:spPr>
          <a:xfrm>
            <a:off x="0" y="-3175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" name="Google Shape;17;p17"/>
          <p:cNvSpPr txBox="1"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/>
          <p:nvPr/>
        </p:nvSpPr>
        <p:spPr>
          <a:xfrm>
            <a:off x="0" y="1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" name="Google Shape;31;p19"/>
          <p:cNvSpPr txBox="1"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sz="48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2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2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2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3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4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p2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/>
          <p:nvPr/>
        </p:nvSpPr>
        <p:spPr>
          <a:xfrm>
            <a:off x="1073151" y="446087"/>
            <a:ext cx="3547533" cy="1814651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body" idx="2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>
            <a:spLocks noGrp="1"/>
          </p:cNvSpPr>
          <p:nvPr>
            <p:ph type="pic" idx="2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5" name="Google Shape;75;p25"/>
          <p:cNvSpPr txBox="1">
            <a:spLocks noGrp="1"/>
          </p:cNvSpPr>
          <p:nvPr>
            <p:ph type="body" idx="1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dt" idx="10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ftr" idx="11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sldNum" idx="12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panoramique avec légende">
  <p:cSld name="Image panoramique avec légend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6"/>
          <p:cNvSpPr txBox="1"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w="9525" cap="rnd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82" name="Google Shape;82;p26"/>
          <p:cNvSpPr txBox="1">
            <a:spLocks noGrp="1"/>
          </p:cNvSpPr>
          <p:nvPr>
            <p:ph type="body" idx="1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tion avec légende">
  <p:cSld name="Citation avec légen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7"/>
          <p:cNvSpPr/>
          <p:nvPr/>
        </p:nvSpPr>
        <p:spPr>
          <a:xfrm>
            <a:off x="631697" y="1081456"/>
            <a:ext cx="6332416" cy="3239188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27"/>
          <p:cNvSpPr txBox="1"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sz="42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27"/>
          <p:cNvSpPr txBox="1">
            <a:spLocks noGrp="1"/>
          </p:cNvSpPr>
          <p:nvPr>
            <p:ph type="body" idx="2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91" name="Google Shape;91;p2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te de nom">
  <p:cSld name="Carte de nom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8"/>
          <p:cNvSpPr/>
          <p:nvPr/>
        </p:nvSpPr>
        <p:spPr>
          <a:xfrm>
            <a:off x="1140884" y="2286585"/>
            <a:ext cx="4895115" cy="2503972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8"/>
          <p:cNvSpPr txBox="1"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8"/>
          <p:cNvSpPr txBox="1">
            <a:spLocks noGrp="1"/>
          </p:cNvSpPr>
          <p:nvPr>
            <p:ph type="body" idx="1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98" name="Google Shape;98;p2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9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29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9"/>
          <p:cNvSpPr txBox="1">
            <a:spLocks noGrp="1"/>
          </p:cNvSpPr>
          <p:nvPr>
            <p:ph type="body" idx="1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105" name="Google Shape;105;p2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0"/>
          <p:cNvSpPr/>
          <p:nvPr/>
        </p:nvSpPr>
        <p:spPr>
          <a:xfrm>
            <a:off x="7669651" y="446089"/>
            <a:ext cx="4522349" cy="5414962"/>
          </a:xfrm>
          <a:custGeom>
            <a:avLst/>
            <a:gdLst/>
            <a:ahLst/>
            <a:cxnLst/>
            <a:rect l="l" t="t" r="r" b="b"/>
            <a:pathLst>
              <a:path w="2879" h="4320" extrusionOk="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30"/>
          <p:cNvSpPr txBox="1">
            <a:spLocks noGrp="1"/>
          </p:cNvSpPr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30"/>
          <p:cNvSpPr txBox="1">
            <a:spLocks noGrp="1"/>
          </p:cNvSpPr>
          <p:nvPr>
            <p:ph type="body" idx="1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112" name="Google Shape;112;p3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ictionnaire-droit-humanitaire.org/content/article/2/alimentation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ictionnaire-droit-humanitaire.org/content/article/2/alimentation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026" name="Picture 2" descr="planète terre - clipart vectoriel de Style de vie écologique libre de droits">
            <a:extLst>
              <a:ext uri="{FF2B5EF4-FFF2-40B4-BE49-F238E27FC236}">
                <a16:creationId xmlns:a16="http://schemas.microsoft.com/office/drawing/2014/main" id="{801B4146-AC81-015A-C5F6-016F190EE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151823"/>
            <a:ext cx="6553200" cy="3706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1" name="Google Shape;121;p1"/>
          <p:cNvSpPr/>
          <p:nvPr/>
        </p:nvSpPr>
        <p:spPr>
          <a:xfrm rot="-5400000">
            <a:off x="-650724" y="650724"/>
            <a:ext cx="6858000" cy="5556552"/>
          </a:xfrm>
          <a:custGeom>
            <a:avLst/>
            <a:gdLst/>
            <a:ahLst/>
            <a:cxnLst/>
            <a:rect l="l" t="t" r="r" b="b"/>
            <a:pathLst>
              <a:path w="6858000" h="5556552" extrusionOk="0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</p:txBody>
      </p:sp>
      <p:sp>
        <p:nvSpPr>
          <p:cNvPr id="122" name="Google Shape;122;p1"/>
          <p:cNvSpPr txBox="1">
            <a:spLocks noGrp="1"/>
          </p:cNvSpPr>
          <p:nvPr>
            <p:ph type="subTitle" idx="1"/>
          </p:nvPr>
        </p:nvSpPr>
        <p:spPr>
          <a:xfrm>
            <a:off x="643466" y="2281574"/>
            <a:ext cx="3994015" cy="229485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-FR" sz="2800" dirty="0">
                <a:latin typeface="Century Gothic" panose="020B0502020202020204" pitchFamily="34" charset="0"/>
              </a:rPr>
              <a:t>Zied Belhocine</a:t>
            </a:r>
            <a:endParaRPr sz="2800" dirty="0">
              <a:latin typeface="Century Gothic" panose="020B0502020202020204" pitchFamily="34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800"/>
              <a:buNone/>
            </a:pPr>
            <a:r>
              <a:rPr lang="fr-FR" sz="2800" dirty="0">
                <a:latin typeface="Century Gothic" panose="020B0502020202020204" pitchFamily="34" charset="0"/>
              </a:rPr>
              <a:t>FAO</a:t>
            </a:r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123" name="Google Shape;123;p1"/>
          <p:cNvSpPr txBox="1">
            <a:spLocks noGrp="1"/>
          </p:cNvSpPr>
          <p:nvPr>
            <p:ph type="ctrTitle"/>
          </p:nvPr>
        </p:nvSpPr>
        <p:spPr>
          <a:xfrm>
            <a:off x="5803899" y="122751"/>
            <a:ext cx="5452533" cy="330624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400"/>
              <a:buFont typeface="Century Gothic"/>
              <a:buNone/>
            </a:pPr>
            <a:r>
              <a:rPr lang="fr-FR" sz="4400" dirty="0">
                <a:latin typeface="Century Gothic" panose="020B0502020202020204" pitchFamily="34" charset="0"/>
              </a:rPr>
              <a:t>Étude sur l’alimentation dans le monde </a:t>
            </a:r>
            <a:br>
              <a:rPr lang="fr-FR" sz="4400" dirty="0">
                <a:latin typeface="Century Gothic" panose="020B0502020202020204" pitchFamily="34" charset="0"/>
              </a:rPr>
            </a:br>
            <a:r>
              <a:rPr lang="fr-FR" sz="4400" dirty="0">
                <a:latin typeface="Century Gothic" panose="020B0502020202020204" pitchFamily="34" charset="0"/>
              </a:rPr>
              <a:t>2013 - 2017</a:t>
            </a:r>
            <a:endParaRPr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dirty="0"/>
              <a:t>Contexte et spécification des données</a:t>
            </a:r>
            <a:endParaRPr sz="32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96593C4-5F17-1784-5D86-B25CEC5A0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9023" y="3813560"/>
            <a:ext cx="2721291" cy="158189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E9E961B2-5A76-FBC0-4674-27E6CC2013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9822" y="3813560"/>
            <a:ext cx="2419596" cy="158189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1AFCA19-923C-B2E1-4542-9FD9C8FB66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773" y="3803581"/>
            <a:ext cx="2721291" cy="1591873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8CE40920-D2F2-4DCD-E0DB-060718A0E5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3319" y="3813560"/>
            <a:ext cx="2576898" cy="1581894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DC22E4E6-ED57-8B00-7961-177B59E2654B}"/>
              </a:ext>
            </a:extLst>
          </p:cNvPr>
          <p:cNvSpPr txBox="1"/>
          <p:nvPr/>
        </p:nvSpPr>
        <p:spPr>
          <a:xfrm>
            <a:off x="1309079" y="2228671"/>
            <a:ext cx="957383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800" dirty="0">
                <a:solidFill>
                  <a:schemeClr val="bg1"/>
                </a:solidFill>
                <a:latin typeface="Century Gothic" panose="020B0502020202020204" pitchFamily="34" charset="0"/>
              </a:rPr>
              <a:t>Nous sommes en train de réaliser une étude de grande ampleur sur le thème de l’alimentation et plus particulièrement sur la sous-nutrition dans le monde pour le compte de la FAO (Food and Agriculture Organisation) dont le but est d’aider à construire un monde libéré de la faim. Nous allons utiliser 4 fichiers qui regroupent des informations variées.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8AD7F91-224E-4E58-1E9B-8CF6F2BC5A10}"/>
              </a:ext>
            </a:extLst>
          </p:cNvPr>
          <p:cNvSpPr txBox="1"/>
          <p:nvPr/>
        </p:nvSpPr>
        <p:spPr>
          <a:xfrm>
            <a:off x="1580356" y="5531398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>
                <a:solidFill>
                  <a:schemeClr val="bg1"/>
                </a:solidFill>
                <a:latin typeface="Century Gothic" panose="020B0502020202020204" pitchFamily="34" charset="0"/>
              </a:rPr>
              <a:t>Population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E5646BF-38AB-8B4E-AE81-B47E38FFB4CD}"/>
              </a:ext>
            </a:extLst>
          </p:cNvPr>
          <p:cNvSpPr txBox="1"/>
          <p:nvPr/>
        </p:nvSpPr>
        <p:spPr>
          <a:xfrm>
            <a:off x="3993700" y="5531398"/>
            <a:ext cx="2036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>
                <a:solidFill>
                  <a:schemeClr val="bg1"/>
                </a:solidFill>
                <a:latin typeface="Century Gothic" panose="020B0502020202020204" pitchFamily="34" charset="0"/>
              </a:rPr>
              <a:t>Aide alimentaire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34CD730F-DE43-F7D8-55FB-06E87979880C}"/>
              </a:ext>
            </a:extLst>
          </p:cNvPr>
          <p:cNvSpPr txBox="1"/>
          <p:nvPr/>
        </p:nvSpPr>
        <p:spPr>
          <a:xfrm>
            <a:off x="6770325" y="5531398"/>
            <a:ext cx="1638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>
                <a:solidFill>
                  <a:schemeClr val="bg1"/>
                </a:solidFill>
                <a:latin typeface="Century Gothic" panose="020B0502020202020204" pitchFamily="34" charset="0"/>
              </a:rPr>
              <a:t>Sous nutrition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CA73EB3A-A00B-827C-12E6-9E9C62C1B0EA}"/>
              </a:ext>
            </a:extLst>
          </p:cNvPr>
          <p:cNvSpPr txBox="1"/>
          <p:nvPr/>
        </p:nvSpPr>
        <p:spPr>
          <a:xfrm>
            <a:off x="9257699" y="5531398"/>
            <a:ext cx="2124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>
                <a:solidFill>
                  <a:schemeClr val="bg1"/>
                </a:solidFill>
                <a:latin typeface="Century Gothic" panose="020B0502020202020204" pitchFamily="34" charset="0"/>
              </a:rPr>
              <a:t>Dispo alimentaire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8B4F4D9-25E6-6A63-CFCE-E6B55B01DB19}"/>
              </a:ext>
            </a:extLst>
          </p:cNvPr>
          <p:cNvSpPr txBox="1"/>
          <p:nvPr/>
        </p:nvSpPr>
        <p:spPr>
          <a:xfrm>
            <a:off x="1774781" y="6191895"/>
            <a:ext cx="90508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fr-FR" sz="1800" dirty="0">
                <a:solidFill>
                  <a:schemeClr val="bg1"/>
                </a:solidFill>
                <a:latin typeface="Century Gothic" panose="020B0502020202020204" pitchFamily="34" charset="0"/>
              </a:rPr>
              <a:t>Nous allons traiter la partie “historique” avec les données allant de 2013 à 2017.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/>
              <a:t>Méthodologie de l’analyse</a:t>
            </a:r>
            <a:endParaRPr sz="320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B15BA9A-FE9C-13C9-8D6D-B0203B27C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4668" y="2219681"/>
            <a:ext cx="3782968" cy="212792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83BBDBB-4C1A-0131-5FF2-0FC124AAF63E}"/>
              </a:ext>
            </a:extLst>
          </p:cNvPr>
          <p:cNvSpPr txBox="1"/>
          <p:nvPr/>
        </p:nvSpPr>
        <p:spPr>
          <a:xfrm>
            <a:off x="861669" y="6210757"/>
            <a:ext cx="90300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Century Gothic" panose="020B0502020202020204" pitchFamily="34" charset="0"/>
              </a:rPr>
              <a:t>Ici on ne traite aucune donnée personnelle, le RGPD ne s’applique pas.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990FCBC-1B23-B5D7-6316-6C6F69C675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7854" y="2219681"/>
            <a:ext cx="2987053" cy="1274476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4931248-A79D-0AF4-F81B-E47B6EF5BB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7853" y="3494157"/>
            <a:ext cx="2987053" cy="85344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D223084-931D-FFB2-E638-36887CF766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000" y="2209616"/>
            <a:ext cx="2844450" cy="2137985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17D4718E-3242-053A-E02A-1051C4EDB346}"/>
              </a:ext>
            </a:extLst>
          </p:cNvPr>
          <p:cNvSpPr txBox="1"/>
          <p:nvPr/>
        </p:nvSpPr>
        <p:spPr>
          <a:xfrm>
            <a:off x="810000" y="4626272"/>
            <a:ext cx="284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800" dirty="0">
                <a:solidFill>
                  <a:schemeClr val="bg1"/>
                </a:solidFill>
                <a:latin typeface="Century Gothic" panose="020B0502020202020204" pitchFamily="34" charset="0"/>
              </a:rPr>
              <a:t>Donnée brutes (4 csv)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61CF1BD-A45D-224F-ACCA-1E870EB53166}"/>
              </a:ext>
            </a:extLst>
          </p:cNvPr>
          <p:cNvSpPr txBox="1"/>
          <p:nvPr/>
        </p:nvSpPr>
        <p:spPr>
          <a:xfrm>
            <a:off x="3954668" y="4626272"/>
            <a:ext cx="37829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800" dirty="0">
                <a:solidFill>
                  <a:schemeClr val="bg1"/>
                </a:solidFill>
                <a:latin typeface="Century Gothic" panose="020B0502020202020204" pitchFamily="34" charset="0"/>
              </a:rPr>
              <a:t>Nettoyage et transformation des données.</a:t>
            </a:r>
          </a:p>
          <a:p>
            <a:pPr algn="just"/>
            <a:r>
              <a:rPr lang="fr-FR" sz="1800" dirty="0">
                <a:solidFill>
                  <a:schemeClr val="bg1"/>
                </a:solidFill>
                <a:latin typeface="Century Gothic" panose="020B0502020202020204" pitchFamily="34" charset="0"/>
              </a:rPr>
              <a:t>Traitement statistique.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D6A90EC-6099-7E3B-C134-5FA9C0719DC6}"/>
              </a:ext>
            </a:extLst>
          </p:cNvPr>
          <p:cNvSpPr txBox="1"/>
          <p:nvPr/>
        </p:nvSpPr>
        <p:spPr>
          <a:xfrm>
            <a:off x="8037852" y="4626272"/>
            <a:ext cx="2987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800" dirty="0">
                <a:solidFill>
                  <a:schemeClr val="bg1"/>
                </a:solidFill>
                <a:latin typeface="Century Gothic" panose="020B0502020202020204" pitchFamily="34" charset="0"/>
              </a:rPr>
              <a:t>Visualisation graphique.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67C7770-4E67-49AA-A047-596975790C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999" y="2209616"/>
            <a:ext cx="2987053" cy="21379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>
                <a:latin typeface="Century Gothic" panose="020B0502020202020204" pitchFamily="34" charset="0"/>
              </a:rPr>
              <a:t>1) Proportion de personnes en état de sous-nutrition en 2017</a:t>
            </a:r>
            <a:endParaRPr sz="3200" dirty="0">
              <a:latin typeface="Century Gothic" panose="020B0502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854AF66-421A-0037-E3B6-BC967ECB2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4" name="AutoShape 5">
            <a:extLst>
              <a:ext uri="{FF2B5EF4-FFF2-40B4-BE49-F238E27FC236}">
                <a16:creationId xmlns:a16="http://schemas.microsoft.com/office/drawing/2014/main" id="{E8C93C5F-BC8D-6571-C5C6-87440A2E91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2400" y="15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5" name="AutoShape 6">
            <a:extLst>
              <a:ext uri="{FF2B5EF4-FFF2-40B4-BE49-F238E27FC236}">
                <a16:creationId xmlns:a16="http://schemas.microsoft.com/office/drawing/2014/main" id="{B5C06CD8-CF23-37C0-FA53-8EC695412C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2400" y="15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9" name="Image 18" descr="Une image contenant habits, dessin humoristique, femme, personne&#10;&#10;Le contenu généré par l’IA peut être incorrect.">
            <a:extLst>
              <a:ext uri="{FF2B5EF4-FFF2-40B4-BE49-F238E27FC236}">
                <a16:creationId xmlns:a16="http://schemas.microsoft.com/office/drawing/2014/main" id="{A3E9BD6F-847C-4219-5302-F3CEC09EB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400" y="2657022"/>
            <a:ext cx="5093547" cy="1721724"/>
          </a:xfrm>
          <a:prstGeom prst="rect">
            <a:avLst/>
          </a:prstGeom>
        </p:spPr>
      </p:pic>
      <p:sp>
        <p:nvSpPr>
          <p:cNvPr id="21" name="Google Shape;145;p4">
            <a:extLst>
              <a:ext uri="{FF2B5EF4-FFF2-40B4-BE49-F238E27FC236}">
                <a16:creationId xmlns:a16="http://schemas.microsoft.com/office/drawing/2014/main" id="{972F5F94-D4F7-FB0F-86DE-1DBA70A4C8A7}"/>
              </a:ext>
            </a:extLst>
          </p:cNvPr>
          <p:cNvSpPr txBox="1">
            <a:spLocks/>
          </p:cNvSpPr>
          <p:nvPr/>
        </p:nvSpPr>
        <p:spPr>
          <a:xfrm>
            <a:off x="6502400" y="4218803"/>
            <a:ext cx="7233333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Century Gothic"/>
              <a:buNone/>
              <a:defRPr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200"/>
            </a:pPr>
            <a:r>
              <a:rPr lang="fr-FR" sz="3200" dirty="0">
                <a:latin typeface="Century Gothic" panose="020B0502020202020204" pitchFamily="34" charset="0"/>
              </a:rPr>
              <a:t>535 millions de personnes</a:t>
            </a:r>
          </a:p>
        </p:txBody>
      </p:sp>
      <p:sp>
        <p:nvSpPr>
          <p:cNvPr id="2" name="Google Shape;147;p4">
            <a:extLst>
              <a:ext uri="{FF2B5EF4-FFF2-40B4-BE49-F238E27FC236}">
                <a16:creationId xmlns:a16="http://schemas.microsoft.com/office/drawing/2014/main" id="{877C2B17-23E2-4B8A-E055-0F562898E27C}"/>
              </a:ext>
            </a:extLst>
          </p:cNvPr>
          <p:cNvSpPr/>
          <p:nvPr/>
        </p:nvSpPr>
        <p:spPr>
          <a:xfrm>
            <a:off x="10475988" y="1226383"/>
            <a:ext cx="3432024" cy="2582431"/>
          </a:xfrm>
          <a:prstGeom prst="rect">
            <a:avLst/>
          </a:prstGeom>
          <a:solidFill>
            <a:srgbClr val="FFFF00"/>
          </a:solidFill>
          <a:ln w="15875" cap="rnd" cmpd="sng">
            <a:solidFill>
              <a:srgbClr val="AE81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MEMO :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 veut montrer le nombre de personnes et le % de personnes en état de sous-nutrition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=&gt; Expliciter le chiffre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4A973E4-6F86-D130-76DC-512E6749EC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657022"/>
            <a:ext cx="5962650" cy="3905250"/>
          </a:xfrm>
          <a:prstGeom prst="rect">
            <a:avLst/>
          </a:prstGeom>
        </p:spPr>
      </p:pic>
      <p:sp>
        <p:nvSpPr>
          <p:cNvPr id="7" name="Flèche : droite 6">
            <a:extLst>
              <a:ext uri="{FF2B5EF4-FFF2-40B4-BE49-F238E27FC236}">
                <a16:creationId xmlns:a16="http://schemas.microsoft.com/office/drawing/2014/main" id="{DE350F41-FEEB-F480-B4A8-DF32C04F4EB7}"/>
              </a:ext>
            </a:extLst>
          </p:cNvPr>
          <p:cNvSpPr/>
          <p:nvPr/>
        </p:nvSpPr>
        <p:spPr>
          <a:xfrm rot="20493389">
            <a:off x="4686544" y="3916085"/>
            <a:ext cx="1907786" cy="124889"/>
          </a:xfrm>
          <a:prstGeom prst="rightArrow">
            <a:avLst/>
          </a:prstGeom>
          <a:solidFill>
            <a:srgbClr val="D95F02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>
                <a:latin typeface="Century Gothic" panose="020B0502020202020204" pitchFamily="34" charset="0"/>
              </a:rPr>
              <a:t>2) Nombre théorique de personnes qui pourraient être nourries en 2017</a:t>
            </a:r>
            <a:endParaRPr sz="3200" dirty="0">
              <a:latin typeface="Century Gothic" panose="020B0502020202020204" pitchFamily="34" charset="0"/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9ED7FC7-A5A5-D08A-AEB6-A498CF960A28}"/>
              </a:ext>
            </a:extLst>
          </p:cNvPr>
          <p:cNvSpPr/>
          <p:nvPr/>
        </p:nvSpPr>
        <p:spPr>
          <a:xfrm>
            <a:off x="245097" y="2298048"/>
            <a:ext cx="1875934" cy="13567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entury Gothic" panose="020B0502020202020204" pitchFamily="34" charset="0"/>
              </a:rPr>
              <a:t>Pour chaque aliment dans chaque pays la dispo en </a:t>
            </a:r>
            <a:r>
              <a:rPr lang="fr-FR" sz="1400" b="1" dirty="0">
                <a:latin typeface="Century Gothic" panose="020B0502020202020204" pitchFamily="34" charset="0"/>
              </a:rPr>
              <a:t>kcal / personne / jour</a:t>
            </a:r>
            <a:endParaRPr lang="fr-FR" b="1" dirty="0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EA18FBBD-EC4F-3A05-C02B-49434AEF7717}"/>
              </a:ext>
            </a:extLst>
          </p:cNvPr>
          <p:cNvSpPr/>
          <p:nvPr/>
        </p:nvSpPr>
        <p:spPr>
          <a:xfrm>
            <a:off x="2962744" y="2300803"/>
            <a:ext cx="1768603" cy="13567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La population du pays en 2017.</a:t>
            </a:r>
          </a:p>
        </p:txBody>
      </p:sp>
      <p:sp>
        <p:nvSpPr>
          <p:cNvPr id="16" name="Signe de multiplication 15">
            <a:extLst>
              <a:ext uri="{FF2B5EF4-FFF2-40B4-BE49-F238E27FC236}">
                <a16:creationId xmlns:a16="http://schemas.microsoft.com/office/drawing/2014/main" id="{A74500E9-C47A-EB79-13AE-435EE8D6B2D7}"/>
              </a:ext>
            </a:extLst>
          </p:cNvPr>
          <p:cNvSpPr/>
          <p:nvPr/>
        </p:nvSpPr>
        <p:spPr>
          <a:xfrm>
            <a:off x="2173175" y="2628576"/>
            <a:ext cx="761836" cy="779422"/>
          </a:xfrm>
          <a:prstGeom prst="mathMultiply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Est égal à 16">
            <a:extLst>
              <a:ext uri="{FF2B5EF4-FFF2-40B4-BE49-F238E27FC236}">
                <a16:creationId xmlns:a16="http://schemas.microsoft.com/office/drawing/2014/main" id="{E3F83F8E-FBD5-D3A6-36C1-32991F9C40E3}"/>
              </a:ext>
            </a:extLst>
          </p:cNvPr>
          <p:cNvSpPr/>
          <p:nvPr/>
        </p:nvSpPr>
        <p:spPr>
          <a:xfrm>
            <a:off x="4858648" y="2623863"/>
            <a:ext cx="774309" cy="788849"/>
          </a:xfrm>
          <a:prstGeom prst="mathEqua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D7CC7DC0-BC77-AE9C-1812-7FBCCB438C89}"/>
              </a:ext>
            </a:extLst>
          </p:cNvPr>
          <p:cNvSpPr/>
          <p:nvPr/>
        </p:nvSpPr>
        <p:spPr>
          <a:xfrm>
            <a:off x="5841472" y="2298048"/>
            <a:ext cx="1875934" cy="13595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Century Gothic" panose="020B0502020202020204" pitchFamily="34" charset="0"/>
              </a:rPr>
              <a:t>Dispo mondiale totale en kcal / jour</a:t>
            </a:r>
            <a:endParaRPr lang="fr-FR" b="1" dirty="0"/>
          </a:p>
        </p:txBody>
      </p:sp>
      <p:sp>
        <p:nvSpPr>
          <p:cNvPr id="19" name="Signe de division 18">
            <a:extLst>
              <a:ext uri="{FF2B5EF4-FFF2-40B4-BE49-F238E27FC236}">
                <a16:creationId xmlns:a16="http://schemas.microsoft.com/office/drawing/2014/main" id="{EDF6C174-050D-7B87-A04E-0D9D2FF055A5}"/>
              </a:ext>
            </a:extLst>
          </p:cNvPr>
          <p:cNvSpPr/>
          <p:nvPr/>
        </p:nvSpPr>
        <p:spPr>
          <a:xfrm>
            <a:off x="7830235" y="2600876"/>
            <a:ext cx="694774" cy="769995"/>
          </a:xfrm>
          <a:prstGeom prst="mathDivid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Est égal à 19">
            <a:extLst>
              <a:ext uri="{FF2B5EF4-FFF2-40B4-BE49-F238E27FC236}">
                <a16:creationId xmlns:a16="http://schemas.microsoft.com/office/drawing/2014/main" id="{D269DE3B-3BEA-B178-D27D-14C13DA838A9}"/>
              </a:ext>
            </a:extLst>
          </p:cNvPr>
          <p:cNvSpPr/>
          <p:nvPr/>
        </p:nvSpPr>
        <p:spPr>
          <a:xfrm>
            <a:off x="1051996" y="4340745"/>
            <a:ext cx="1649691" cy="1687398"/>
          </a:xfrm>
          <a:prstGeom prst="mathEqual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F1E7BF95-A00F-B687-0DEA-05EB431F0415}"/>
              </a:ext>
            </a:extLst>
          </p:cNvPr>
          <p:cNvSpPr txBox="1"/>
          <p:nvPr/>
        </p:nvSpPr>
        <p:spPr>
          <a:xfrm>
            <a:off x="2701687" y="4168646"/>
            <a:ext cx="92075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800" b="1" dirty="0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8,83 Milliards de personnes, soit 117 % de la population mondiale.</a:t>
            </a: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B4C59EA3-5F2F-CFF2-D4AD-4AC8D054B5DA}"/>
              </a:ext>
            </a:extLst>
          </p:cNvPr>
          <p:cNvSpPr/>
          <p:nvPr/>
        </p:nvSpPr>
        <p:spPr>
          <a:xfrm>
            <a:off x="8779164" y="2306096"/>
            <a:ext cx="1875934" cy="13595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Century Gothic" panose="020B0502020202020204" pitchFamily="34" charset="0"/>
              </a:rPr>
              <a:t>Besoins quotidiens d’un être humain (2400 kcal)</a:t>
            </a:r>
            <a:endParaRPr lang="fr-FR" b="1" dirty="0"/>
          </a:p>
        </p:txBody>
      </p:sp>
      <p:sp>
        <p:nvSpPr>
          <p:cNvPr id="3" name="Google Shape;153;p5">
            <a:extLst>
              <a:ext uri="{FF2B5EF4-FFF2-40B4-BE49-F238E27FC236}">
                <a16:creationId xmlns:a16="http://schemas.microsoft.com/office/drawing/2014/main" id="{209F6D39-9EF2-606D-0A20-6A0E0925FAB5}"/>
              </a:ext>
            </a:extLst>
          </p:cNvPr>
          <p:cNvSpPr txBox="1">
            <a:spLocks/>
          </p:cNvSpPr>
          <p:nvPr/>
        </p:nvSpPr>
        <p:spPr>
          <a:xfrm>
            <a:off x="10901576" y="1793591"/>
            <a:ext cx="6825672" cy="51870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indent="0">
              <a:spcBef>
                <a:spcPts val="0"/>
              </a:spcBef>
              <a:buFont typeface="Noto Sans Symbols"/>
              <a:buNone/>
            </a:pPr>
            <a:r>
              <a:rPr lang="fr-FR" sz="2800" dirty="0">
                <a:latin typeface="Century Gothic" panose="020B0502020202020204" pitchFamily="34" charset="0"/>
                <a:hlinkClick r:id="rId3"/>
              </a:rPr>
              <a:t>Source</a:t>
            </a:r>
            <a:endParaRPr lang="fr-FR" sz="28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>
                <a:latin typeface="Century Gothic" panose="020B0502020202020204" pitchFamily="34" charset="0"/>
              </a:rPr>
              <a:t>3) Nombre théorique de personnes qui pourraient être nourries uniquement avec les végétaux en 2017</a:t>
            </a:r>
            <a:endParaRPr>
              <a:latin typeface="Century Gothic" panose="020B0502020202020204" pitchFamily="34" charset="0"/>
            </a:endParaRP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69C9B610-9784-E7BC-09E1-304855359E98}"/>
              </a:ext>
            </a:extLst>
          </p:cNvPr>
          <p:cNvSpPr/>
          <p:nvPr/>
        </p:nvSpPr>
        <p:spPr>
          <a:xfrm>
            <a:off x="245097" y="2298048"/>
            <a:ext cx="1875934" cy="13567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entury Gothic" panose="020B0502020202020204" pitchFamily="34" charset="0"/>
              </a:rPr>
              <a:t>Pour chaque aliment végétal dans chaque pays : la dispo en </a:t>
            </a:r>
            <a:r>
              <a:rPr lang="fr-FR" sz="1400" b="1" dirty="0">
                <a:latin typeface="Century Gothic" panose="020B0502020202020204" pitchFamily="34" charset="0"/>
              </a:rPr>
              <a:t>kcal / personne / jour</a:t>
            </a:r>
            <a:endParaRPr lang="fr-FR" b="1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BC1F652D-F5DE-C634-E07F-274418B0C7AC}"/>
              </a:ext>
            </a:extLst>
          </p:cNvPr>
          <p:cNvSpPr/>
          <p:nvPr/>
        </p:nvSpPr>
        <p:spPr>
          <a:xfrm>
            <a:off x="2962744" y="2300803"/>
            <a:ext cx="1768603" cy="13567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La population du pays concerné en 2017.</a:t>
            </a:r>
          </a:p>
        </p:txBody>
      </p:sp>
      <p:sp>
        <p:nvSpPr>
          <p:cNvPr id="5" name="Signe de multiplication 4">
            <a:extLst>
              <a:ext uri="{FF2B5EF4-FFF2-40B4-BE49-F238E27FC236}">
                <a16:creationId xmlns:a16="http://schemas.microsoft.com/office/drawing/2014/main" id="{0495A920-A68F-CF17-7122-417C23D81BA3}"/>
              </a:ext>
            </a:extLst>
          </p:cNvPr>
          <p:cNvSpPr/>
          <p:nvPr/>
        </p:nvSpPr>
        <p:spPr>
          <a:xfrm>
            <a:off x="2173175" y="2628576"/>
            <a:ext cx="761836" cy="779422"/>
          </a:xfrm>
          <a:prstGeom prst="mathMultiply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Est égal à 5">
            <a:extLst>
              <a:ext uri="{FF2B5EF4-FFF2-40B4-BE49-F238E27FC236}">
                <a16:creationId xmlns:a16="http://schemas.microsoft.com/office/drawing/2014/main" id="{7D0D3F6A-C0E1-EA14-09D0-26AB77740A69}"/>
              </a:ext>
            </a:extLst>
          </p:cNvPr>
          <p:cNvSpPr/>
          <p:nvPr/>
        </p:nvSpPr>
        <p:spPr>
          <a:xfrm>
            <a:off x="4858648" y="2623863"/>
            <a:ext cx="774309" cy="788849"/>
          </a:xfrm>
          <a:prstGeom prst="mathEqua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31BF7932-C337-6BA2-ED62-C7C0D006D2FF}"/>
              </a:ext>
            </a:extLst>
          </p:cNvPr>
          <p:cNvSpPr/>
          <p:nvPr/>
        </p:nvSpPr>
        <p:spPr>
          <a:xfrm>
            <a:off x="5841472" y="2298048"/>
            <a:ext cx="1875934" cy="13595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Century Gothic" panose="020B0502020202020204" pitchFamily="34" charset="0"/>
              </a:rPr>
              <a:t>Dispo mondiale totale en kcal / jour</a:t>
            </a:r>
            <a:endParaRPr lang="fr-FR" b="1" dirty="0"/>
          </a:p>
        </p:txBody>
      </p:sp>
      <p:sp>
        <p:nvSpPr>
          <p:cNvPr id="8" name="Signe de division 7">
            <a:extLst>
              <a:ext uri="{FF2B5EF4-FFF2-40B4-BE49-F238E27FC236}">
                <a16:creationId xmlns:a16="http://schemas.microsoft.com/office/drawing/2014/main" id="{F3D8CC57-8C8D-3871-46F5-C4529D4112A7}"/>
              </a:ext>
            </a:extLst>
          </p:cNvPr>
          <p:cNvSpPr/>
          <p:nvPr/>
        </p:nvSpPr>
        <p:spPr>
          <a:xfrm>
            <a:off x="7830235" y="2600876"/>
            <a:ext cx="694774" cy="769995"/>
          </a:xfrm>
          <a:prstGeom prst="mathDivid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st égal à 8">
            <a:extLst>
              <a:ext uri="{FF2B5EF4-FFF2-40B4-BE49-F238E27FC236}">
                <a16:creationId xmlns:a16="http://schemas.microsoft.com/office/drawing/2014/main" id="{5FDC7050-6E40-EA14-5130-48D10D56DFA5}"/>
              </a:ext>
            </a:extLst>
          </p:cNvPr>
          <p:cNvSpPr/>
          <p:nvPr/>
        </p:nvSpPr>
        <p:spPr>
          <a:xfrm>
            <a:off x="1051996" y="4340745"/>
            <a:ext cx="1649691" cy="1687398"/>
          </a:xfrm>
          <a:prstGeom prst="mathEqual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D3D1CBC-E1D7-4D4A-9AA0-011B7A1380C5}"/>
              </a:ext>
            </a:extLst>
          </p:cNvPr>
          <p:cNvSpPr txBox="1"/>
          <p:nvPr/>
        </p:nvSpPr>
        <p:spPr>
          <a:xfrm>
            <a:off x="2701687" y="3893228"/>
            <a:ext cx="894943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800" b="1" dirty="0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7,27 Milliards de personnes, soit 97 % de la population mondiale.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ED059039-EA47-C6E8-855C-7184EBEED48B}"/>
              </a:ext>
            </a:extLst>
          </p:cNvPr>
          <p:cNvSpPr/>
          <p:nvPr/>
        </p:nvSpPr>
        <p:spPr>
          <a:xfrm>
            <a:off x="8779164" y="2306096"/>
            <a:ext cx="1875934" cy="13595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Century Gothic" panose="020B0502020202020204" pitchFamily="34" charset="0"/>
              </a:rPr>
              <a:t>Besoins quotidiens d’un être humain (2400 kcal)</a:t>
            </a:r>
            <a:endParaRPr lang="fr-FR" b="1" dirty="0"/>
          </a:p>
        </p:txBody>
      </p:sp>
      <p:sp>
        <p:nvSpPr>
          <p:cNvPr id="4" name="Google Shape;153;p5">
            <a:extLst>
              <a:ext uri="{FF2B5EF4-FFF2-40B4-BE49-F238E27FC236}">
                <a16:creationId xmlns:a16="http://schemas.microsoft.com/office/drawing/2014/main" id="{5CDAA50F-D90F-25BD-9A79-A38BF458C8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863670" y="1898154"/>
            <a:ext cx="6825672" cy="51870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800" dirty="0">
                <a:latin typeface="Century Gothic" panose="020B0502020202020204" pitchFamily="34" charset="0"/>
                <a:hlinkClick r:id="rId3"/>
              </a:rPr>
              <a:t>Source</a:t>
            </a:r>
            <a:endParaRPr sz="28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>
                <a:latin typeface="Century Gothic" panose="020B0502020202020204" pitchFamily="34" charset="0"/>
              </a:rPr>
              <a:t>4) Répartition de la disponibilité intérieure</a:t>
            </a:r>
            <a:endParaRPr>
              <a:latin typeface="Century Gothic" panose="020B0502020202020204" pitchFamily="34" charset="0"/>
            </a:endParaRPr>
          </a:p>
        </p:txBody>
      </p:sp>
      <p:sp>
        <p:nvSpPr>
          <p:cNvPr id="167" name="Google Shape;167;p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dirty="0">
              <a:latin typeface="Century Gothic" panose="020B0502020202020204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3760D85-B619-BBC4-7DD5-ACE85EF40A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922" y="2123275"/>
            <a:ext cx="5222791" cy="4192513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333689A7-E947-51FC-FFE7-77BB62266C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1503" y="2076937"/>
            <a:ext cx="5638800" cy="4333875"/>
          </a:xfrm>
          <a:prstGeom prst="rect">
            <a:avLst/>
          </a:prstGeom>
        </p:spPr>
      </p:pic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3C6BBD5A-731E-6210-437E-427107E777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012" y="1553062"/>
            <a:ext cx="8010525" cy="4772025"/>
          </a:xfrm>
          <a:prstGeom prst="rect">
            <a:avLst/>
          </a:prstGeom>
        </p:spPr>
      </p:pic>
      <p:sp>
        <p:nvSpPr>
          <p:cNvPr id="174" name="Google Shape;174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>
                <a:latin typeface="Century Gothic" panose="020B0502020202020204" pitchFamily="34" charset="0"/>
              </a:rPr>
              <a:t>5) Part de l’utilisation des principales céréales entre l’alimentation humaine et animale</a:t>
            </a:r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B37B658-E609-F393-1E4B-E174AC32AD5A}"/>
              </a:ext>
            </a:extLst>
          </p:cNvPr>
          <p:cNvSpPr txBox="1"/>
          <p:nvPr/>
        </p:nvSpPr>
        <p:spPr>
          <a:xfrm>
            <a:off x="8491537" y="2415580"/>
            <a:ext cx="346367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Proportion de l’alimentation animale forte comparée à l’ensemble des aliments (13%).</a:t>
            </a:r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>
                <a:latin typeface="Century Gothic" panose="020B0502020202020204" pitchFamily="34" charset="0"/>
              </a:rPr>
              <a:t>6) Liste des 10 pays où la proportion de personnes en état de sous-nutrition est la plus forte en </a:t>
            </a:r>
            <a:r>
              <a:rPr lang="fr-FR" sz="3200">
                <a:solidFill>
                  <a:schemeClr val="lt1"/>
                </a:solidFill>
                <a:latin typeface="Century Gothic" panose="020B0502020202020204" pitchFamily="34" charset="0"/>
              </a:rPr>
              <a:t>2017</a:t>
            </a:r>
            <a:endParaRPr>
              <a:latin typeface="Century Gothic" panose="020B0502020202020204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3A5F8A5-4B3E-7CB1-C38F-0DAB1A291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9275" y="1838326"/>
            <a:ext cx="5705475" cy="4919662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448AA703-33D5-00FF-620C-FA1F3F1307B4}"/>
              </a:ext>
            </a:extLst>
          </p:cNvPr>
          <p:cNvSpPr txBox="1"/>
          <p:nvPr/>
        </p:nvSpPr>
        <p:spPr>
          <a:xfrm>
            <a:off x="8062912" y="2520355"/>
            <a:ext cx="3463671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Haïti ou la république démocratique de Corée ont presque la moitié de leur population en sous nutrition 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>
                <a:latin typeface="Century Gothic" panose="020B0502020202020204" pitchFamily="34" charset="0"/>
              </a:rPr>
              <a:t>7) Liste des 10 pays qui ont le plus bénéficié de l’aide alimentaire entre 2013 et 2016</a:t>
            </a:r>
            <a:endParaRPr dirty="0">
              <a:latin typeface="Century Gothic" panose="020B0502020202020204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C020333-CA6D-3DC8-5D2F-72D26CF8F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300" y="2038837"/>
            <a:ext cx="4548785" cy="450532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11E1B7A6-FFAA-6D6F-2731-24CB61D594C2}"/>
              </a:ext>
            </a:extLst>
          </p:cNvPr>
          <p:cNvSpPr txBox="1"/>
          <p:nvPr/>
        </p:nvSpPr>
        <p:spPr>
          <a:xfrm>
            <a:off x="7842127" y="3260447"/>
            <a:ext cx="346367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L’aide alimentaire inégalement répartie.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33f607d43_0_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>
                <a:latin typeface="Century Gothic" panose="020B0502020202020204" pitchFamily="34" charset="0"/>
              </a:rPr>
              <a:t>8) Évolution de l’aide alimentaire pour les 5 pays qui en ont le plus bénéficié entre 2013 et 2016</a:t>
            </a:r>
            <a:endParaRPr>
              <a:latin typeface="Century Gothic" panose="020B0502020202020204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9606E15-277A-A55C-CFEA-C92BB6344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1995487"/>
            <a:ext cx="7562850" cy="4486275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0222533A-864C-B1F2-7230-995D2A971C56}"/>
              </a:ext>
            </a:extLst>
          </p:cNvPr>
          <p:cNvSpPr txBox="1"/>
          <p:nvPr/>
        </p:nvSpPr>
        <p:spPr>
          <a:xfrm>
            <a:off x="8880353" y="2961351"/>
            <a:ext cx="298779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Où est passée l’aide alimentaire pour ces pays en 2016 ?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91A51C4-97B1-05F0-639F-4F8C5C0FFD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050" y="1995487"/>
            <a:ext cx="7562850" cy="44862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>
                <a:latin typeface="Century Gothic" panose="020B0502020202020204" pitchFamily="34" charset="0"/>
              </a:rPr>
              <a:t>9) Liste des 10 pays qui ont la plus forte disponibilité alimentaire par habitant</a:t>
            </a:r>
            <a:endParaRPr sz="3200">
              <a:latin typeface="Century Gothic" panose="020B0502020202020204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4BD25E6-8A9C-B497-D9D8-FBB632223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938" y="2019300"/>
            <a:ext cx="5040970" cy="470605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557914E5-7FB2-9AFE-F986-1DFE546CE886}"/>
              </a:ext>
            </a:extLst>
          </p:cNvPr>
          <p:cNvSpPr txBox="1"/>
          <p:nvPr/>
        </p:nvSpPr>
        <p:spPr>
          <a:xfrm>
            <a:off x="8165978" y="2723226"/>
            <a:ext cx="298779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Certains pays ont de quoi nourrir 1,5 x leur population 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>
                <a:latin typeface="Century Gothic" panose="020B0502020202020204" pitchFamily="34" charset="0"/>
              </a:rPr>
              <a:t>9) Liste des 10 pays qui ont la plus faible disponibilité alimentaire par habitant</a:t>
            </a:r>
            <a:endParaRPr>
              <a:latin typeface="Century Gothic" panose="020B0502020202020204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CDD7AA4-44F0-295D-5EEA-DA216A787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634" y="1868596"/>
            <a:ext cx="4637192" cy="4754775"/>
          </a:xfrm>
          <a:prstGeom prst="rect">
            <a:avLst/>
          </a:prstGeom>
        </p:spPr>
      </p:pic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C15FB28E-7979-4D56-7564-8FABA97149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24775" y="2738082"/>
            <a:ext cx="3648075" cy="2605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fr-FR" sz="3200" b="1" dirty="0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D’autres n’ont clairement pas de quoi nourrir tous leurs habitants.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>
                <a:latin typeface="Century Gothic" panose="020B0502020202020204" pitchFamily="34" charset="0"/>
              </a:rPr>
              <a:t>10) Étude sur le manioc en Thaïlande</a:t>
            </a:r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1075719" y="8267044"/>
            <a:ext cx="3432024" cy="3742364"/>
          </a:xfrm>
          <a:prstGeom prst="rect">
            <a:avLst/>
          </a:prstGeom>
          <a:solidFill>
            <a:srgbClr val="FFFF00"/>
          </a:solidFill>
          <a:ln w="15875" cap="rnd" cmpd="sng">
            <a:solidFill>
              <a:srgbClr val="AE81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MEMO : </a:t>
            </a:r>
            <a:endParaRPr sz="14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⇒"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Donner la part de personnes en état de sous- nutrition pour ce pays</a:t>
            </a:r>
            <a:endParaRPr sz="14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⇒"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Regarder les exportations et la production de Manioc</a:t>
            </a:r>
            <a:endParaRPr sz="14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⇒"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Est-ce que c’est logique ? </a:t>
            </a:r>
            <a:endParaRPr sz="14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⇒"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Quelle est la disponibilité par habitant pour la Thaïlande ? </a:t>
            </a:r>
            <a:endParaRPr sz="14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4698441E-9425-EE13-89F4-DDCBABB1B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14" y="2639318"/>
            <a:ext cx="2419596" cy="1581894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A88531B9-B831-DC2D-C0E1-E9CB4313E0DC}"/>
              </a:ext>
            </a:extLst>
          </p:cNvPr>
          <p:cNvSpPr txBox="1"/>
          <p:nvPr/>
        </p:nvSpPr>
        <p:spPr>
          <a:xfrm>
            <a:off x="600813" y="4348518"/>
            <a:ext cx="251386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FEFEFE"/>
              </a:buClr>
              <a:buSzPts val="3200"/>
            </a:pPr>
            <a:r>
              <a:rPr lang="fr-FR" sz="1800" b="1" dirty="0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La Thaïlande a environ 70 millions d’habitants et ~9% de la population est en sous nutrition (plus que la moyenne mondiale</a:t>
            </a:r>
          </a:p>
          <a:p>
            <a:pPr>
              <a:buClr>
                <a:srgbClr val="FEFEFE"/>
              </a:buClr>
              <a:buSzPts val="3200"/>
            </a:pPr>
            <a:r>
              <a:rPr lang="fr-FR" sz="1800" b="1" dirty="0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7,1%).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11723DC-2D6C-D54B-286C-AD73A72C42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329" y="2639319"/>
            <a:ext cx="2885287" cy="1581894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EFA7C28F-73BB-1C83-A5CE-C957145CC904}"/>
              </a:ext>
            </a:extLst>
          </p:cNvPr>
          <p:cNvSpPr txBox="1"/>
          <p:nvPr/>
        </p:nvSpPr>
        <p:spPr>
          <a:xfrm>
            <a:off x="4329328" y="4359251"/>
            <a:ext cx="28852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FEFEFE"/>
              </a:buClr>
              <a:buSzPts val="3200"/>
            </a:pPr>
            <a:r>
              <a:rPr lang="fr-FR" sz="1800" b="1" dirty="0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Sur les 30 milliards de </a:t>
            </a:r>
            <a:r>
              <a:rPr lang="fr-FR" sz="1800" b="1" dirty="0" err="1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kgs</a:t>
            </a:r>
            <a:r>
              <a:rPr lang="fr-FR" sz="1800" b="1" dirty="0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 manioc produits par an, plus de 80% sont exportés.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6EEB327-04F4-6F07-F03A-1E9C92048F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3535" y="2639318"/>
            <a:ext cx="3067651" cy="1581894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49E975FD-507F-C91E-750D-B7DCD6A11A4C}"/>
              </a:ext>
            </a:extLst>
          </p:cNvPr>
          <p:cNvSpPr txBox="1"/>
          <p:nvPr/>
        </p:nvSpPr>
        <p:spPr>
          <a:xfrm>
            <a:off x="8523535" y="4344462"/>
            <a:ext cx="306765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FEFEFE"/>
              </a:buClr>
              <a:buSzPts val="3200"/>
            </a:pPr>
            <a:r>
              <a:rPr lang="fr-FR" sz="1800" b="1" dirty="0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Cela laisse 13kg par personne / an soit 40kcal par jour (pour rappel une personne a besoin de 2500 kcal / jour).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839456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dirty="0">
                <a:latin typeface="Century Gothic" panose="020B0502020202020204" pitchFamily="34" charset="0"/>
              </a:rPr>
              <a:t>11) Lien entre sous-nutrition et aide alimentaire reçue</a:t>
            </a:r>
            <a:endParaRPr sz="3200" dirty="0">
              <a:latin typeface="Century Gothic" panose="020B050202020202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BB95A3E-9133-95B9-FC97-2FC4886C9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950" y="1685753"/>
            <a:ext cx="5296639" cy="4725059"/>
          </a:xfrm>
          <a:prstGeom prst="rect">
            <a:avLst/>
          </a:prstGeom>
        </p:spPr>
      </p:pic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B4AD50E-3E17-B0EE-4A04-A1B2FCA85E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001381" y="2920556"/>
            <a:ext cx="3648075" cy="216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fr-FR" sz="3200" b="1" dirty="0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Attentio</a:t>
            </a:r>
            <a:r>
              <a:rPr lang="fr-FR" sz="3200" b="1" dirty="0">
                <a:solidFill>
                  <a:srgbClr val="FEFEFE"/>
                </a:solidFill>
                <a:latin typeface="Century Gothic" panose="020B0502020202020204" pitchFamily="34" charset="0"/>
              </a:rPr>
              <a:t>n !</a:t>
            </a:r>
          </a:p>
          <a:p>
            <a:pPr marL="114300" indent="0">
              <a:buNone/>
            </a:pPr>
            <a:r>
              <a:rPr lang="fr-FR" sz="3200" b="1" dirty="0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Corrélation ne veut pas dire causalité 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857744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dirty="0">
                <a:latin typeface="Century Gothic" panose="020B0502020202020204" pitchFamily="34" charset="0"/>
              </a:rPr>
              <a:t>11) Lien entre sous-nutrition et aide alimentaire reçue pour chaque année</a:t>
            </a:r>
            <a:endParaRPr sz="3200" dirty="0">
              <a:latin typeface="Century Gothic" panose="020B0502020202020204" pitchFamily="34" charset="0"/>
            </a:endParaRPr>
          </a:p>
        </p:txBody>
      </p:sp>
      <p:sp>
        <p:nvSpPr>
          <p:cNvPr id="224" name="Google Shape;224;p14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>
              <a:latin typeface="Century Gothic" panose="020B0502020202020204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9970D11-3414-7097-EEA2-9B50C4156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158" y="1646692"/>
            <a:ext cx="5508398" cy="501942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0AF15FC-3967-03CB-1698-FD76812626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1646692"/>
            <a:ext cx="5462320" cy="501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8207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857744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dirty="0">
                <a:latin typeface="Century Gothic" panose="020B0502020202020204" pitchFamily="34" charset="0"/>
              </a:rPr>
              <a:t>11) Lien entre sous-nutrition et aide alimentaire reçue pour chaque année</a:t>
            </a:r>
            <a:endParaRPr sz="3200" dirty="0">
              <a:latin typeface="Century Gothic" panose="020B0502020202020204" pitchFamily="34" charset="0"/>
            </a:endParaRPr>
          </a:p>
        </p:txBody>
      </p:sp>
      <p:sp>
        <p:nvSpPr>
          <p:cNvPr id="224" name="Google Shape;224;p14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>
              <a:latin typeface="Century Gothic" panose="020B0502020202020204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71D1DD4-5567-9DC7-ED57-69D823BFD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407" y="1768540"/>
            <a:ext cx="5193719" cy="4681793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EDE9F132-C950-D0ED-CC61-F53E2B5207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2" y="1761040"/>
            <a:ext cx="5193719" cy="4689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106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dirty="0">
                <a:latin typeface="Century Gothic" panose="020B0502020202020204" pitchFamily="34" charset="0"/>
              </a:rPr>
              <a:t>12) Comparaison de la perte alimentaire et du nombre de personnes en sous nutrition.</a:t>
            </a:r>
            <a:endParaRPr sz="3200" dirty="0">
              <a:latin typeface="Century Gothic" panose="020B0502020202020204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BFDECEB-67F3-F950-8F64-578E87FEB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999" y="1673579"/>
            <a:ext cx="5915025" cy="5095875"/>
          </a:xfrm>
          <a:prstGeom prst="rect">
            <a:avLst/>
          </a:prstGeom>
        </p:spPr>
      </p:pic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6C5B323E-1791-8E25-F448-2C198F6484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001381" y="2453763"/>
            <a:ext cx="3648075" cy="309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fr-FR" sz="3200" b="1" dirty="0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Réduire le gaspillage est un vrai enjeu de réduction de la faim dans el monde.</a:t>
            </a:r>
          </a:p>
        </p:txBody>
      </p:sp>
    </p:spTree>
    <p:extLst>
      <p:ext uri="{BB962C8B-B14F-4D97-AF65-F5344CB8AC3E}">
        <p14:creationId xmlns:p14="http://schemas.microsoft.com/office/powerpoint/2010/main" val="2862245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dirty="0">
                <a:latin typeface="Century Gothic" panose="020B0502020202020204" pitchFamily="34" charset="0"/>
              </a:rPr>
              <a:t>Conclusion</a:t>
            </a:r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231" name="Google Shape;231;p15"/>
          <p:cNvSpPr txBox="1">
            <a:spLocks noGrp="1"/>
          </p:cNvSpPr>
          <p:nvPr>
            <p:ph type="body" idx="1"/>
          </p:nvPr>
        </p:nvSpPr>
        <p:spPr>
          <a:xfrm>
            <a:off x="810000" y="2498512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>
                <a:latin typeface="Century Gothic" panose="020B0502020202020204" pitchFamily="34" charset="0"/>
              </a:rPr>
              <a:t>En 2017 on pouvait nourrir 120% de la planète, malgré cela, 7% de la population mondiale est encore en sous-nutrition. Les enjeux économiques ou la difficulté de fournir une aide alimentaire efficace mettent à mal les efforts d’une meilleure nutrition globale. Pour parvenir à notre objectif nous devons :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>
              <a:latin typeface="Century Gothic" panose="020B0502020202020204" pitchFamily="34" charset="0"/>
            </a:endParaRPr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Tx/>
              <a:buChar char="-"/>
            </a:pPr>
            <a:r>
              <a:rPr lang="fr-FR" dirty="0">
                <a:latin typeface="Century Gothic" panose="020B0502020202020204" pitchFamily="34" charset="0"/>
              </a:rPr>
              <a:t>Réduire les pertes le gaspillage.</a:t>
            </a:r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Tx/>
              <a:buChar char="-"/>
            </a:pPr>
            <a:r>
              <a:rPr lang="fr-FR" dirty="0"/>
              <a:t>Une meilleure gestion des échanges commerciaux pour prioriser la sécurité alimentaire locale.</a:t>
            </a:r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Tx/>
              <a:buChar char="-"/>
            </a:pPr>
            <a:r>
              <a:rPr lang="fr-FR" dirty="0"/>
              <a:t>Une réflexion sur la transition vers un régime alimentaire moins dépendant des produits animaux pour optimiser l'usage des terres agricoles.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>
              <a:latin typeface="Century Gothic" panose="020B0502020202020204" pitchFamily="34" charset="0"/>
            </a:endParaRP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>
              <a:latin typeface="Century Gothic" panose="020B0502020202020204" pitchFamily="34" charset="0"/>
            </a:endParaRP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44C0A40E-CBAD-BEBE-5326-45DBE3CE6285}"/>
              </a:ext>
            </a:extLst>
          </p:cNvPr>
          <p:cNvSpPr txBox="1"/>
          <p:nvPr/>
        </p:nvSpPr>
        <p:spPr>
          <a:xfrm>
            <a:off x="2297906" y="2274838"/>
            <a:ext cx="75961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fr-FR" sz="7200" b="1" i="0" u="none" strike="noStrike" kern="0" cap="none" spc="0" normalizeH="0" baseline="0" noProof="0" dirty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Century Gothic" panose="020B0502020202020204" pitchFamily="34" charset="0"/>
                <a:sym typeface="Century Gothic"/>
              </a:rPr>
              <a:t>Merci pour votre attention !</a:t>
            </a:r>
            <a:endParaRPr lang="fr-FR" sz="4000" dirty="0"/>
          </a:p>
        </p:txBody>
      </p:sp>
    </p:spTree>
    <p:extLst>
      <p:ext uri="{BB962C8B-B14F-4D97-AF65-F5344CB8AC3E}">
        <p14:creationId xmlns:p14="http://schemas.microsoft.com/office/powerpoint/2010/main" val="1566734827"/>
      </p:ext>
    </p:extLst>
  </p:cSld>
  <p:clrMapOvr>
    <a:masterClrMapping/>
  </p:clrMapOvr>
</p:sld>
</file>

<file path=ppt/theme/theme1.xml><?xml version="1.0" encoding="utf-8"?>
<a:theme xmlns:a="http://schemas.openxmlformats.org/drawingml/2006/main" name="Entre guillemets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Quotable">
    <a:dk1>
      <a:srgbClr val="000000"/>
    </a:dk1>
    <a:lt1>
      <a:srgbClr val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</a:themeOverride>
</file>

<file path=ppt/theme/themeOverride2.xml><?xml version="1.0" encoding="utf-8"?>
<a:themeOverride xmlns:a="http://schemas.openxmlformats.org/drawingml/2006/main">
  <a:clrScheme name="Quotable">
    <a:dk1>
      <a:srgbClr val="000000"/>
    </a:dk1>
    <a:lt1>
      <a:srgbClr val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3091</TotalTime>
  <Words>1638</Words>
  <Application>Microsoft Office PowerPoint</Application>
  <PresentationFormat>Grand écran</PresentationFormat>
  <Paragraphs>138</Paragraphs>
  <Slides>20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5" baseType="lpstr">
      <vt:lpstr>Arial</vt:lpstr>
      <vt:lpstr>Century Gothic</vt:lpstr>
      <vt:lpstr>Calibri</vt:lpstr>
      <vt:lpstr>Noto Sans Symbols</vt:lpstr>
      <vt:lpstr>Entre guillemets</vt:lpstr>
      <vt:lpstr>Étude sur l’alimentation dans le monde  2013 - 2017</vt:lpstr>
      <vt:lpstr>Contexte et spécification des données</vt:lpstr>
      <vt:lpstr>Méthodologie de l’analyse</vt:lpstr>
      <vt:lpstr>1) Proportion de personnes en état de sous-nutrition en 2017</vt:lpstr>
      <vt:lpstr>2) Nombre théorique de personnes qui pourraient être nourries en 2017</vt:lpstr>
      <vt:lpstr>3) Nombre théorique de personnes qui pourraient être nourries uniquement avec les végétaux en 2017</vt:lpstr>
      <vt:lpstr>4) Répartition de la disponibilité intérieure</vt:lpstr>
      <vt:lpstr>5) Part de l’utilisation des principales céréales entre l’alimentation humaine et animale</vt:lpstr>
      <vt:lpstr>6) Liste des 10 pays où la proportion de personnes en état de sous-nutrition est la plus forte en 2017</vt:lpstr>
      <vt:lpstr>7) Liste des 10 pays qui ont le plus bénéficié de l’aide alimentaire entre 2013 et 2016</vt:lpstr>
      <vt:lpstr>8) Évolution de l’aide alimentaire pour les 5 pays qui en ont le plus bénéficié entre 2013 et 2016</vt:lpstr>
      <vt:lpstr>9) Liste des 10 pays qui ont la plus forte disponibilité alimentaire par habitant</vt:lpstr>
      <vt:lpstr>9) Liste des 10 pays qui ont la plus faible disponibilité alimentaire par habitant</vt:lpstr>
      <vt:lpstr>10) Étude sur le manioc en Thaïlande</vt:lpstr>
      <vt:lpstr>11) Lien entre sous-nutrition et aide alimentaire reçue</vt:lpstr>
      <vt:lpstr>11) Lien entre sous-nutrition et aide alimentaire reçue pour chaque année</vt:lpstr>
      <vt:lpstr>11) Lien entre sous-nutrition et aide alimentaire reçue pour chaque année</vt:lpstr>
      <vt:lpstr>12) Comparaison de la perte alimentaire et du nombre de personnes en sous nutrition.</vt:lpstr>
      <vt:lpstr>Conclusion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JeY jEy</dc:creator>
  <cp:lastModifiedBy>Zied Belhocine</cp:lastModifiedBy>
  <cp:revision>1</cp:revision>
  <dcterms:created xsi:type="dcterms:W3CDTF">2023-03-17T20:58:30Z</dcterms:created>
  <dcterms:modified xsi:type="dcterms:W3CDTF">2026-02-16T17:13:33Z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